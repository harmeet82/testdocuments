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83" r:id="rId4"/>
    <p:sldMasterId id="2147484373" r:id="rId5"/>
  </p:sldMasterIdLst>
  <p:notesMasterIdLst>
    <p:notesMasterId r:id="rId15"/>
  </p:notesMasterIdLst>
  <p:handoutMasterIdLst>
    <p:handoutMasterId r:id="rId16"/>
  </p:handoutMasterIdLst>
  <p:sldIdLst>
    <p:sldId id="2147471697" r:id="rId6"/>
    <p:sldId id="2147471014" r:id="rId7"/>
    <p:sldId id="2147471015" r:id="rId8"/>
    <p:sldId id="2147471030" r:id="rId9"/>
    <p:sldId id="2147471696" r:id="rId10"/>
    <p:sldId id="2147471699" r:id="rId11"/>
    <p:sldId id="2147471701" r:id="rId12"/>
    <p:sldId id="2147471700" r:id="rId13"/>
    <p:sldId id="2147471702" r:id="rId14"/>
  </p:sldIdLst>
  <p:sldSz cx="12192000" cy="6858000"/>
  <p:notesSz cx="7315200" cy="96012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4080" userDrawn="1">
          <p15:clr>
            <a:srgbClr val="A4A3A4"/>
          </p15:clr>
        </p15:guide>
        <p15:guide id="4" pos="3613" userDrawn="1">
          <p15:clr>
            <a:srgbClr val="A4A3A4"/>
          </p15:clr>
        </p15:guide>
        <p15:guide id="5" orient="horz" pos="216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F1FDE12-B1FB-E8C7-09BF-B50FE23A4F0E}" name="Melizza Mae Aratan" initials="MMA" userId="S::melizza.mae.aratan@cgi.com::012dde6c-0656-4597-a2d3-dbc789fe60da" providerId="AD"/>
  <p188:author id="{DCE5FD38-FC95-0624-FD71-A90613475B65}" name="Stewart, Casey A" initials="SCA" userId="S::casey.stewart@cgi.com::b39f3e4e-1968-4507-bdcf-f8399c7ca83f" providerId="AD"/>
  <p188:author id="{9BB2A889-2C28-43B5-59B8-DA7ED457C6AD}" name="Sauvageau, Joannie" initials="JS" userId="S::joannie.sauvageau@cgi.com::aba41f39-d51a-478e-b895-7de37a774b4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uvageau, Joannie" initials="SJ" lastIdx="0" clrIdx="0">
    <p:extLst>
      <p:ext uri="{19B8F6BF-5375-455C-9EA6-DF929625EA0E}">
        <p15:presenceInfo xmlns:p15="http://schemas.microsoft.com/office/powerpoint/2012/main" userId="S-1-5-21-3641078771-3653456904-245653651-1738683" providerId="AD"/>
      </p:ext>
    </p:extLst>
  </p:cmAuthor>
  <p:cmAuthor id="2" name="Karen G Sellers" initials="KGS" lastIdx="0" clrIdx="1">
    <p:extLst>
      <p:ext uri="{19B8F6BF-5375-455C-9EA6-DF929625EA0E}">
        <p15:presenceInfo xmlns:p15="http://schemas.microsoft.com/office/powerpoint/2012/main" userId="S-1-5-21-682003330-1383384898-1801674531-29202" providerId="AD"/>
      </p:ext>
    </p:extLst>
  </p:cmAuthor>
  <p:cmAuthor id="3" name="Théorêt, Marie-Philippe" initials="TMP" lastIdx="1" clrIdx="2">
    <p:extLst>
      <p:ext uri="{19B8F6BF-5375-455C-9EA6-DF929625EA0E}">
        <p15:presenceInfo xmlns:p15="http://schemas.microsoft.com/office/powerpoint/2012/main" userId="S::marie-philippe.theoret@cgi.com::562c6f3d-82ec-464d-9a1f-d8b144078a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726"/>
  </p:normalViewPr>
  <p:slideViewPr>
    <p:cSldViewPr snapToGrid="0">
      <p:cViewPr varScale="1">
        <p:scale>
          <a:sx n="78" d="100"/>
          <a:sy n="78" d="100"/>
        </p:scale>
        <p:origin x="869" y="43"/>
      </p:cViewPr>
      <p:guideLst>
        <p:guide pos="4080"/>
        <p:guide pos="3613"/>
        <p:guide orient="horz" pos="2160"/>
      </p:guideLst>
    </p:cSldViewPr>
  </p:slideViewPr>
  <p:outlineViewPr>
    <p:cViewPr>
      <p:scale>
        <a:sx n="33" d="100"/>
        <a:sy n="33" d="100"/>
      </p:scale>
      <p:origin x="0" y="-52240"/>
    </p:cViewPr>
  </p:outlineViewPr>
  <p:notesTextViewPr>
    <p:cViewPr>
      <p:scale>
        <a:sx n="1" d="1"/>
        <a:sy n="1" d="1"/>
      </p:scale>
      <p:origin x="0" y="0"/>
    </p:cViewPr>
  </p:notesTextViewPr>
  <p:notesViewPr>
    <p:cSldViewPr snapToGrid="0">
      <p:cViewPr varScale="1">
        <p:scale>
          <a:sx n="66" d="100"/>
          <a:sy n="66" d="100"/>
        </p:scale>
        <p:origin x="0" y="0"/>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CA">
              <a:latin typeface="Arial" pitchFamily="34" charset="0"/>
            </a:endParaRPr>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CA">
              <a:latin typeface="Arial" pitchFamily="34" charset="0"/>
            </a:endParaRPr>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7F3D0142-0A92-499C-9E53-36958F98D275}" type="slidenum">
              <a:rPr lang="en-CA" smtClean="0">
                <a:latin typeface="Arial" pitchFamily="34" charset="0"/>
              </a:rPr>
              <a:t>‹#›</a:t>
            </a:fld>
            <a:endParaRPr lang="en-CA">
              <a:latin typeface="Arial" pitchFamily="34" charset="0"/>
            </a:endParaRPr>
          </a:p>
        </p:txBody>
      </p:sp>
    </p:spTree>
    <p:extLst>
      <p:ext uri="{BB962C8B-B14F-4D97-AF65-F5344CB8AC3E}">
        <p14:creationId xmlns:p14="http://schemas.microsoft.com/office/powerpoint/2010/main" val="9873460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atin typeface="Arial" pitchFamily="34" charset="0"/>
              </a:defRPr>
            </a:lvl1pPr>
          </a:lstStyle>
          <a:p>
            <a:endParaRPr lang="en-CA"/>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atin typeface="Arial" pitchFamily="34" charset="0"/>
              </a:defRPr>
            </a:lvl1pPr>
          </a:lstStyle>
          <a:p>
            <a:fld id="{B5D7A87D-1CDA-443F-BAE3-82C9C05446C3}" type="datetimeFigureOut">
              <a:rPr lang="en-CA" smtClean="0"/>
              <a:t>2025-11-07</a:t>
            </a:fld>
            <a:endParaRPr lang="en-CA"/>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atin typeface="Arial" pitchFamily="34" charset="0"/>
              </a:defRPr>
            </a:lvl1pPr>
          </a:lstStyle>
          <a:p>
            <a:endParaRPr lang="en-CA"/>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atin typeface="Arial" pitchFamily="34" charset="0"/>
              </a:defRPr>
            </a:lvl1pPr>
          </a:lstStyle>
          <a:p>
            <a:fld id="{20B9C825-F38E-45BB-92C1-043DE61C9183}" type="slidenum">
              <a:rPr lang="en-CA" smtClean="0"/>
              <a:t>‹#›</a:t>
            </a:fld>
            <a:endParaRPr lang="en-CA"/>
          </a:p>
        </p:txBody>
      </p:sp>
    </p:spTree>
    <p:extLst>
      <p:ext uri="{BB962C8B-B14F-4D97-AF65-F5344CB8AC3E}">
        <p14:creationId xmlns:p14="http://schemas.microsoft.com/office/powerpoint/2010/main" val="1922721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20B9C825-F38E-45BB-92C1-043DE61C9183}" type="slidenum">
              <a:rPr lang="en-CA" smtClean="0"/>
              <a:pPr/>
              <a:t>2</a:t>
            </a:fld>
            <a:endParaRPr lang="en-CA"/>
          </a:p>
        </p:txBody>
      </p:sp>
    </p:spTree>
    <p:extLst>
      <p:ext uri="{BB962C8B-B14F-4D97-AF65-F5344CB8AC3E}">
        <p14:creationId xmlns:p14="http://schemas.microsoft.com/office/powerpoint/2010/main" val="982760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0B9C825-F38E-45BB-92C1-043DE61C9183}" type="slidenum">
              <a:rPr lang="en-CA" smtClean="0"/>
              <a:t>3</a:t>
            </a:fld>
            <a:endParaRPr lang="en-CA"/>
          </a:p>
        </p:txBody>
      </p:sp>
    </p:spTree>
    <p:extLst>
      <p:ext uri="{BB962C8B-B14F-4D97-AF65-F5344CB8AC3E}">
        <p14:creationId xmlns:p14="http://schemas.microsoft.com/office/powerpoint/2010/main" val="2285424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0B9C825-F38E-45BB-92C1-043DE61C9183}" type="slidenum">
              <a:rPr lang="en-CA" smtClean="0"/>
              <a:t>4</a:t>
            </a:fld>
            <a:endParaRPr lang="en-CA"/>
          </a:p>
        </p:txBody>
      </p:sp>
    </p:spTree>
    <p:extLst>
      <p:ext uri="{BB962C8B-B14F-4D97-AF65-F5344CB8AC3E}">
        <p14:creationId xmlns:p14="http://schemas.microsoft.com/office/powerpoint/2010/main" val="915715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ad Only">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lnSpc>
                <a:spcPct val="80000"/>
              </a:lnSpc>
            </a:pPr>
            <a:r>
              <a:rPr lang="en-US" sz="16600">
                <a:solidFill>
                  <a:schemeClr val="bg1"/>
                </a:solidFill>
              </a:rPr>
              <a:t>Title &amp; agenda layouts</a:t>
            </a:r>
          </a:p>
        </p:txBody>
      </p:sp>
    </p:spTree>
    <p:extLst>
      <p:ext uri="{BB962C8B-B14F-4D97-AF65-F5344CB8AC3E}">
        <p14:creationId xmlns:p14="http://schemas.microsoft.com/office/powerpoint/2010/main" val="3075433104"/>
      </p:ext>
    </p:extLst>
  </p:cSld>
  <p:clrMapOvr>
    <a:masterClrMapping/>
  </p:clrMapOvr>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Layout 1">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656B0056-E0F3-20B9-BB54-44E09DF01C80}"/>
              </a:ext>
            </a:extLst>
          </p:cNvPr>
          <p:cNvSpPr>
            <a:spLocks noGrp="1"/>
          </p:cNvSpPr>
          <p:nvPr>
            <p:ph type="title" hasCustomPrompt="1"/>
          </p:nvPr>
        </p:nvSpPr>
        <p:spPr>
          <a:xfrm>
            <a:off x="768096" y="705600"/>
            <a:ext cx="4672584" cy="2907792"/>
          </a:xfrm>
          <a:prstGeom prst="rect">
            <a:avLst/>
          </a:prstGeom>
        </p:spPr>
        <p:txBody>
          <a:bodyPr vert="horz" lIns="0" tIns="0" rIns="0" bIns="0" rtlCol="0" anchor="t" anchorCtr="0">
            <a:noAutofit/>
          </a:bodyPr>
          <a:lstStyle>
            <a:lvl1pPr>
              <a:lnSpc>
                <a:spcPts val="5800"/>
              </a:lnSpc>
              <a:defRPr sz="5400"/>
            </a:lvl1pPr>
          </a:lstStyle>
          <a:p>
            <a:r>
              <a:rPr lang="en-US" noProof="0"/>
              <a:t>Title slide </a:t>
            </a:r>
            <a:br>
              <a:rPr lang="en-US" noProof="0"/>
            </a:br>
            <a:r>
              <a:rPr lang="en-US" noProof="0"/>
              <a:t>Click to add title</a:t>
            </a:r>
          </a:p>
        </p:txBody>
      </p:sp>
      <p:sp>
        <p:nvSpPr>
          <p:cNvPr id="3" name="Text placeholder 7">
            <a:extLst>
              <a:ext uri="{FF2B5EF4-FFF2-40B4-BE49-F238E27FC236}">
                <a16:creationId xmlns:a16="http://schemas.microsoft.com/office/drawing/2014/main" id="{E02232A4-A218-ED0C-51BC-1FE1F5769381}"/>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a:t>Name, role</a:t>
            </a:r>
            <a:br>
              <a:rPr lang="en-US" noProof="0"/>
            </a:br>
            <a:r>
              <a:rPr lang="en-US" noProof="0"/>
              <a:t>Date</a:t>
            </a:r>
          </a:p>
        </p:txBody>
      </p:sp>
      <p:sp>
        <p:nvSpPr>
          <p:cNvPr id="8" name="Picture Placeholder 2" descr="Image placeholder. Click icon to add image. Images are available to download from the Brand Source image library.">
            <a:extLst>
              <a:ext uri="{FF2B5EF4-FFF2-40B4-BE49-F238E27FC236}">
                <a16:creationId xmlns:a16="http://schemas.microsoft.com/office/drawing/2014/main" id="{BAC6136A-72EF-317C-AA1F-00D8CA1A6AEE}"/>
              </a:ext>
              <a:ext uri="{C183D7F6-B498-43B3-948B-1728B52AA6E4}">
                <adec:decorative xmlns:adec="http://schemas.microsoft.com/office/drawing/2017/decorative" val="0"/>
              </a:ext>
            </a:extLst>
          </p:cNvPr>
          <p:cNvSpPr>
            <a:spLocks noGrp="1"/>
          </p:cNvSpPr>
          <p:nvPr>
            <p:ph type="pic" sz="quarter" idx="16" hasCustomPrompt="1"/>
          </p:nvPr>
        </p:nvSpPr>
        <p:spPr>
          <a:xfrm>
            <a:off x="6097588" y="765175"/>
            <a:ext cx="5330952" cy="5330952"/>
          </a:xfrm>
          <a:prstGeom prst="rect">
            <a:avLst/>
          </a:prstGeom>
        </p:spPr>
        <p:txBody>
          <a:bodyPr rIns="0"/>
          <a:lstStyle>
            <a:lvl1pPr marL="0" indent="0">
              <a:buNone/>
              <a:defRPr sz="2400" b="0">
                <a:sym typeface="Wingdings" panose="05000000000000000000" pitchFamily="2" charset="2"/>
              </a:defRPr>
            </a:lvl1pPr>
          </a:lstStyle>
          <a:p>
            <a:r>
              <a:rPr lang="en-US" noProof="0"/>
              <a:t>Click icon to add a cornerstone image.</a:t>
            </a:r>
          </a:p>
          <a:p>
            <a:endParaRPr lang="en-US" noProof="0"/>
          </a:p>
          <a:p>
            <a:r>
              <a:rPr lang="en-US" noProof="0"/>
              <a:t>Images are available to download from the Brand Source image library  </a:t>
            </a:r>
            <a:r>
              <a:rPr lang="en-US" noProof="0" err="1"/>
              <a:t>brand.cgi.com</a:t>
            </a:r>
            <a:endParaRPr lang="en-US" noProof="0"/>
          </a:p>
        </p:txBody>
      </p:sp>
      <p:sp>
        <p:nvSpPr>
          <p:cNvPr id="11" name="TextBox 10">
            <a:extLst>
              <a:ext uri="{FF2B5EF4-FFF2-40B4-BE49-F238E27FC236}">
                <a16:creationId xmlns:a16="http://schemas.microsoft.com/office/drawing/2014/main" id="{62EAF96E-3382-6845-A90C-34A0524FB2A1}"/>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2" name="Footer Placeholder 1">
            <a:extLst>
              <a:ext uri="{FF2B5EF4-FFF2-40B4-BE49-F238E27FC236}">
                <a16:creationId xmlns:a16="http://schemas.microsoft.com/office/drawing/2014/main" id="{89A096ED-76E6-2D8E-D62E-E554F7F1B868}"/>
              </a:ext>
              <a:ext uri="{C183D7F6-B498-43B3-948B-1728B52AA6E4}">
                <adec:decorative xmlns:adec="http://schemas.microsoft.com/office/drawing/2017/decorative" val="1"/>
              </a:ext>
            </a:extLst>
          </p:cNvPr>
          <p:cNvSpPr>
            <a:spLocks noGrp="1"/>
          </p:cNvSpPr>
          <p:nvPr>
            <p:ph type="ftr" sz="quarter" idx="17"/>
          </p:nvPr>
        </p:nvSpPr>
        <p:spPr>
          <a:xfrm>
            <a:off x="4038600" y="6933865"/>
            <a:ext cx="4114800" cy="137160"/>
          </a:xfrm>
        </p:spPr>
        <p:txBody>
          <a:bodyPr/>
          <a:lstStyle/>
          <a:p>
            <a:endParaRPr lang="en-US" noProof="0"/>
          </a:p>
        </p:txBody>
      </p:sp>
      <p:sp>
        <p:nvSpPr>
          <p:cNvPr id="10" name="Slide Number Placeholder 9">
            <a:extLst>
              <a:ext uri="{FF2B5EF4-FFF2-40B4-BE49-F238E27FC236}">
                <a16:creationId xmlns:a16="http://schemas.microsoft.com/office/drawing/2014/main" id="{73648276-7BC7-CB2C-4DFC-34AD563DA95A}"/>
              </a:ext>
              <a:ext uri="{C183D7F6-B498-43B3-948B-1728B52AA6E4}">
                <adec:decorative xmlns:adec="http://schemas.microsoft.com/office/drawing/2017/decorative" val="1"/>
              </a:ext>
            </a:extLst>
          </p:cNvPr>
          <p:cNvSpPr>
            <a:spLocks noGrp="1"/>
          </p:cNvSpPr>
          <p:nvPr>
            <p:ph type="sldNum" sz="quarter" idx="18"/>
          </p:nvPr>
        </p:nvSpPr>
        <p:spPr>
          <a:xfrm>
            <a:off x="11163034" y="6931152"/>
            <a:ext cx="261660" cy="137160"/>
          </a:xfrm>
        </p:spPr>
        <p:txBody>
          <a:bodyPr/>
          <a:lstStyle/>
          <a:p>
            <a:fld id="{525A3C56-E491-49B2-93F3-63532DF516BC}" type="slidenum">
              <a:rPr lang="en-US" noProof="0" smtClean="0"/>
              <a:pPr/>
              <a:t>‹#›</a:t>
            </a:fld>
            <a:endParaRPr lang="en-US" noProof="0"/>
          </a:p>
        </p:txBody>
      </p:sp>
      <p:pic>
        <p:nvPicPr>
          <p:cNvPr id="6" name="CGI logo">
            <a:extLst>
              <a:ext uri="{FF2B5EF4-FFF2-40B4-BE49-F238E27FC236}">
                <a16:creationId xmlns:a16="http://schemas.microsoft.com/office/drawing/2014/main" id="{94D2197B-4A52-EFE6-7BA4-BA841BDCC942}"/>
              </a:ext>
            </a:extLst>
          </p:cNvPr>
          <p:cNvPicPr>
            <a:picLocks/>
          </p:cNvPicPr>
          <p:nvPr userDrawn="1"/>
        </p:nvPicPr>
        <p:blipFill rotWithShape="1">
          <a:blip r:embed="rId2"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4" name="Rectangle 3">
            <a:extLst>
              <a:ext uri="{FF2B5EF4-FFF2-40B4-BE49-F238E27FC236}">
                <a16:creationId xmlns:a16="http://schemas.microsoft.com/office/drawing/2014/main" id="{524E319A-168F-9D6C-522F-1EC18163E33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263113870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Layout 2A">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4315F65-1719-ACD6-111B-F2CA124F4203}"/>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a:lnSpc>
                <a:spcPts val="5800"/>
              </a:lnSpc>
              <a:defRPr sz="5400"/>
            </a:lvl1pPr>
          </a:lstStyle>
          <a:p>
            <a:r>
              <a:rPr lang="en-US" noProof="0"/>
              <a:t>Title slide </a:t>
            </a:r>
            <a:br>
              <a:rPr lang="en-US" noProof="0"/>
            </a:br>
            <a:r>
              <a:rPr lang="en-US" noProof="0"/>
              <a:t>Click to add title</a:t>
            </a:r>
          </a:p>
        </p:txBody>
      </p:sp>
      <p:sp>
        <p:nvSpPr>
          <p:cNvPr id="6" name="Text placeholder 7">
            <a:extLst>
              <a:ext uri="{FF2B5EF4-FFF2-40B4-BE49-F238E27FC236}">
                <a16:creationId xmlns:a16="http://schemas.microsoft.com/office/drawing/2014/main" id="{ABD2E3F6-5AE2-3374-5C48-FC66ADE6D645}"/>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a:t>Name, role</a:t>
            </a:r>
            <a:br>
              <a:rPr lang="en-US" noProof="0"/>
            </a:br>
            <a:r>
              <a:rPr lang="en-US" noProof="0"/>
              <a:t>Date</a:t>
            </a:r>
          </a:p>
        </p:txBody>
      </p:sp>
      <p:sp>
        <p:nvSpPr>
          <p:cNvPr id="8" name="Freeform 13" descr="CGI cornerstone.">
            <a:extLst>
              <a:ext uri="{FF2B5EF4-FFF2-40B4-BE49-F238E27FC236}">
                <a16:creationId xmlns:a16="http://schemas.microsoft.com/office/drawing/2014/main" id="{F242493D-0BCE-2765-D478-3FD489DFE151}"/>
              </a:ext>
              <a:ext uri="{C183D7F6-B498-43B3-948B-1728B52AA6E4}">
                <adec:decorative xmlns:adec="http://schemas.microsoft.com/office/drawing/2017/decorative" val="0"/>
              </a:ext>
            </a:extLst>
          </p:cNvPr>
          <p:cNvSpPr/>
          <p:nvPr userDrawn="1"/>
        </p:nvSpPr>
        <p:spPr bwMode="gray">
          <a:xfrm rot="16200000">
            <a:off x="6096000" y="773450"/>
            <a:ext cx="5329240" cy="532923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9" name="TextBox 8">
            <a:extLst>
              <a:ext uri="{FF2B5EF4-FFF2-40B4-BE49-F238E27FC236}">
                <a16:creationId xmlns:a16="http://schemas.microsoft.com/office/drawing/2014/main" id="{E7FE07A7-F200-8157-E9E4-FF5FF57C6F27}"/>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2" name="Footer Placeholder 1">
            <a:extLst>
              <a:ext uri="{FF2B5EF4-FFF2-40B4-BE49-F238E27FC236}">
                <a16:creationId xmlns:a16="http://schemas.microsoft.com/office/drawing/2014/main" id="{E0E6CF6F-0D78-40E4-BC21-3608EDC28AE6}"/>
              </a:ext>
              <a:ext uri="{C183D7F6-B498-43B3-948B-1728B52AA6E4}">
                <adec:decorative xmlns:adec="http://schemas.microsoft.com/office/drawing/2017/decorative" val="1"/>
              </a:ext>
            </a:extLst>
          </p:cNvPr>
          <p:cNvSpPr>
            <a:spLocks noGrp="1"/>
          </p:cNvSpPr>
          <p:nvPr>
            <p:ph type="ftr" sz="quarter" idx="15"/>
          </p:nvPr>
        </p:nvSpPr>
        <p:spPr>
          <a:xfrm>
            <a:off x="4038600" y="6931152"/>
            <a:ext cx="4114800" cy="137160"/>
          </a:xfrm>
        </p:spPr>
        <p:txBody>
          <a:bodyPr/>
          <a:lstStyle/>
          <a:p>
            <a:endParaRPr lang="en-US" noProof="0"/>
          </a:p>
        </p:txBody>
      </p:sp>
      <p:sp>
        <p:nvSpPr>
          <p:cNvPr id="4" name="Slide Number Placeholder 3">
            <a:extLst>
              <a:ext uri="{FF2B5EF4-FFF2-40B4-BE49-F238E27FC236}">
                <a16:creationId xmlns:a16="http://schemas.microsoft.com/office/drawing/2014/main" id="{B965A85F-A5E6-200F-9730-5A28F1653232}"/>
              </a:ext>
              <a:ext uri="{C183D7F6-B498-43B3-948B-1728B52AA6E4}">
                <adec:decorative xmlns:adec="http://schemas.microsoft.com/office/drawing/2017/decorative" val="1"/>
              </a:ext>
            </a:extLst>
          </p:cNvPr>
          <p:cNvSpPr>
            <a:spLocks noGrp="1"/>
          </p:cNvSpPr>
          <p:nvPr>
            <p:ph type="sldNum" sz="quarter" idx="16"/>
          </p:nvPr>
        </p:nvSpPr>
        <p:spPr>
          <a:xfrm>
            <a:off x="11163034" y="6931152"/>
            <a:ext cx="261660" cy="137160"/>
          </a:xfrm>
        </p:spPr>
        <p:txBody>
          <a:bodyPr/>
          <a:lstStyle/>
          <a:p>
            <a:fld id="{525A3C56-E491-49B2-93F3-63532DF516BC}" type="slidenum">
              <a:rPr lang="en-US" noProof="0" smtClean="0"/>
              <a:pPr/>
              <a:t>‹#›</a:t>
            </a:fld>
            <a:endParaRPr lang="en-US" noProof="0"/>
          </a:p>
        </p:txBody>
      </p:sp>
      <p:pic>
        <p:nvPicPr>
          <p:cNvPr id="3" name="CGI logo">
            <a:extLst>
              <a:ext uri="{FF2B5EF4-FFF2-40B4-BE49-F238E27FC236}">
                <a16:creationId xmlns:a16="http://schemas.microsoft.com/office/drawing/2014/main" id="{97BF1FC2-69EA-5E07-650F-977E7018A63B}"/>
              </a:ext>
            </a:extLst>
          </p:cNvPr>
          <p:cNvPicPr>
            <a:picLocks/>
          </p:cNvPicPr>
          <p:nvPr userDrawn="1"/>
        </p:nvPicPr>
        <p:blipFill rotWithShape="1">
          <a:blip r:embed="rId2"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7" name="Rectangle 6">
            <a:extLst>
              <a:ext uri="{FF2B5EF4-FFF2-40B4-BE49-F238E27FC236}">
                <a16:creationId xmlns:a16="http://schemas.microsoft.com/office/drawing/2014/main" id="{B4BD3114-7784-70DC-046D-5B2ABA62F97D}"/>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96240727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Layout 2B">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1A734772-629F-07F0-7A95-94F6BDFED4B9}"/>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10" name="Text placeholder 7">
            <a:extLst>
              <a:ext uri="{FF2B5EF4-FFF2-40B4-BE49-F238E27FC236}">
                <a16:creationId xmlns:a16="http://schemas.microsoft.com/office/drawing/2014/main" id="{6EB794F4-36B2-DC02-E7CB-CFC62E37CBC5}"/>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a:t>Name, role</a:t>
            </a:r>
            <a:br>
              <a:rPr lang="en-US" noProof="0"/>
            </a:br>
            <a:r>
              <a:rPr lang="en-US" noProof="0"/>
              <a:t>Date</a:t>
            </a:r>
          </a:p>
        </p:txBody>
      </p:sp>
      <p:sp>
        <p:nvSpPr>
          <p:cNvPr id="8" name="Freeform 13" descr="CGI cornerstone">
            <a:extLst>
              <a:ext uri="{FF2B5EF4-FFF2-40B4-BE49-F238E27FC236}">
                <a16:creationId xmlns:a16="http://schemas.microsoft.com/office/drawing/2014/main" id="{47B68E29-85E8-7585-D294-C63868CB4A0E}"/>
              </a:ext>
              <a:ext uri="{C183D7F6-B498-43B3-948B-1728B52AA6E4}">
                <adec:decorative xmlns:adec="http://schemas.microsoft.com/office/drawing/2017/decorative" val="0"/>
              </a:ext>
            </a:extLst>
          </p:cNvPr>
          <p:cNvSpPr/>
          <p:nvPr userDrawn="1"/>
        </p:nvSpPr>
        <p:spPr bwMode="gray">
          <a:xfrm rot="16200000">
            <a:off x="6096000" y="773450"/>
            <a:ext cx="5329240" cy="532923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6000">
                <a:srgbClr val="E31937"/>
              </a:gs>
              <a:gs pos="33000">
                <a:srgbClr val="FF6A00"/>
              </a:gs>
              <a:gs pos="0">
                <a:srgbClr val="FFCDD2"/>
              </a:gs>
              <a:gs pos="100000">
                <a:srgbClr val="991F3D"/>
              </a:gs>
            </a:gsLst>
            <a:lin ang="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9" name="TextBox 8">
            <a:extLst>
              <a:ext uri="{FF2B5EF4-FFF2-40B4-BE49-F238E27FC236}">
                <a16:creationId xmlns:a16="http://schemas.microsoft.com/office/drawing/2014/main" id="{D669477B-4844-9E49-1924-9A24EC02EC13}"/>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2" name="Footer Placeholder 1">
            <a:extLst>
              <a:ext uri="{FF2B5EF4-FFF2-40B4-BE49-F238E27FC236}">
                <a16:creationId xmlns:a16="http://schemas.microsoft.com/office/drawing/2014/main" id="{2F561915-DA14-AD3D-0600-A7BC70AB91AF}"/>
              </a:ext>
              <a:ext uri="{C183D7F6-B498-43B3-948B-1728B52AA6E4}">
                <adec:decorative xmlns:adec="http://schemas.microsoft.com/office/drawing/2017/decorative" val="1"/>
              </a:ext>
            </a:extLst>
          </p:cNvPr>
          <p:cNvSpPr>
            <a:spLocks noGrp="1"/>
          </p:cNvSpPr>
          <p:nvPr>
            <p:ph type="ftr" sz="quarter" idx="15"/>
          </p:nvPr>
        </p:nvSpPr>
        <p:spPr>
          <a:xfrm>
            <a:off x="4041648" y="6931152"/>
            <a:ext cx="4114800" cy="137160"/>
          </a:xfrm>
        </p:spPr>
        <p:txBody>
          <a:bodyPr/>
          <a:lstStyle/>
          <a:p>
            <a:endParaRPr lang="en-US" noProof="0"/>
          </a:p>
        </p:txBody>
      </p:sp>
      <p:sp>
        <p:nvSpPr>
          <p:cNvPr id="4" name="Slide Number Placeholder 3">
            <a:extLst>
              <a:ext uri="{FF2B5EF4-FFF2-40B4-BE49-F238E27FC236}">
                <a16:creationId xmlns:a16="http://schemas.microsoft.com/office/drawing/2014/main" id="{EFB06569-C9F6-43BB-9951-729D78B19682}"/>
              </a:ext>
              <a:ext uri="{C183D7F6-B498-43B3-948B-1728B52AA6E4}">
                <adec:decorative xmlns:adec="http://schemas.microsoft.com/office/drawing/2017/decorative" val="1"/>
              </a:ext>
            </a:extLst>
          </p:cNvPr>
          <p:cNvSpPr>
            <a:spLocks noGrp="1"/>
          </p:cNvSpPr>
          <p:nvPr>
            <p:ph type="sldNum" sz="quarter" idx="11"/>
          </p:nvPr>
        </p:nvSpPr>
        <p:spPr>
          <a:xfrm>
            <a:off x="11163034" y="6931152"/>
            <a:ext cx="261660" cy="137160"/>
          </a:xfrm>
        </p:spPr>
        <p:txBody>
          <a:bodyPr/>
          <a:lstStyle/>
          <a:p>
            <a:fld id="{525A3C56-E491-49B2-93F3-63532DF516BC}" type="slidenum">
              <a:rPr lang="en-US" noProof="0" smtClean="0"/>
              <a:pPr/>
              <a:t>‹#›</a:t>
            </a:fld>
            <a:endParaRPr lang="en-US" noProof="0"/>
          </a:p>
        </p:txBody>
      </p:sp>
      <p:pic>
        <p:nvPicPr>
          <p:cNvPr id="3" name="CGI logo">
            <a:extLst>
              <a:ext uri="{FF2B5EF4-FFF2-40B4-BE49-F238E27FC236}">
                <a16:creationId xmlns:a16="http://schemas.microsoft.com/office/drawing/2014/main" id="{35232DEE-EBC0-E687-C6B9-43825967B993}"/>
              </a:ext>
            </a:extLst>
          </p:cNvPr>
          <p:cNvPicPr>
            <a:picLocks/>
          </p:cNvPicPr>
          <p:nvPr userDrawn="1"/>
        </p:nvPicPr>
        <p:blipFill rotWithShape="1">
          <a:blip r:embed="rId2"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6" name="Rectangle 5">
            <a:extLst>
              <a:ext uri="{FF2B5EF4-FFF2-40B4-BE49-F238E27FC236}">
                <a16:creationId xmlns:a16="http://schemas.microsoft.com/office/drawing/2014/main" id="{157A0E4E-48FC-FCE4-B043-2AF426BD3817}"/>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56903983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Layout 3A">
    <p:spTree>
      <p:nvGrpSpPr>
        <p:cNvPr id="1" name=""/>
        <p:cNvGrpSpPr/>
        <p:nvPr/>
      </p:nvGrpSpPr>
      <p:grpSpPr>
        <a:xfrm>
          <a:off x="0" y="0"/>
          <a:ext cx="0" cy="0"/>
          <a:chOff x="0" y="0"/>
          <a:chExt cx="0" cy="0"/>
        </a:xfrm>
      </p:grpSpPr>
      <p:sp>
        <p:nvSpPr>
          <p:cNvPr id="9" name="Espace réservé du texte 7">
            <a:extLst>
              <a:ext uri="{FF2B5EF4-FFF2-40B4-BE49-F238E27FC236}">
                <a16:creationId xmlns:a16="http://schemas.microsoft.com/office/drawing/2014/main" id="{5CD6B7C3-552A-1644-82F4-B1B9359D14C0}"/>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200" b="0"/>
            </a:lvl1pPr>
          </a:lstStyle>
          <a:p>
            <a:pPr lvl="0"/>
            <a:r>
              <a:rPr lang="en-CA"/>
              <a:t>Name, role</a:t>
            </a:r>
            <a:br>
              <a:rPr lang="en-CA"/>
            </a:br>
            <a:r>
              <a:rPr lang="en-CA"/>
              <a:t>Date</a:t>
            </a:r>
          </a:p>
        </p:txBody>
      </p:sp>
      <p:pic>
        <p:nvPicPr>
          <p:cNvPr id="10" name="Image 9">
            <a:extLst>
              <a:ext uri="{FF2B5EF4-FFF2-40B4-BE49-F238E27FC236}">
                <a16:creationId xmlns:a16="http://schemas.microsoft.com/office/drawing/2014/main" id="{F651954F-2676-5244-99E5-686FBF8B3F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6763" y="5372174"/>
            <a:ext cx="1549400" cy="720651"/>
          </a:xfrm>
          <a:prstGeom prst="rect">
            <a:avLst/>
          </a:prstGeom>
        </p:spPr>
      </p:pic>
      <p:sp>
        <p:nvSpPr>
          <p:cNvPr id="3" name="Slide Number Placeholder 5">
            <a:extLst>
              <a:ext uri="{FF2B5EF4-FFF2-40B4-BE49-F238E27FC236}">
                <a16:creationId xmlns:a16="http://schemas.microsoft.com/office/drawing/2014/main" id="{0EF06289-C77A-1205-528B-75177C7CC629}"/>
              </a:ext>
            </a:extLst>
          </p:cNvPr>
          <p:cNvSpPr>
            <a:spLocks noGrp="1"/>
          </p:cNvSpPr>
          <p:nvPr>
            <p:ph type="sldNum" sz="quarter" idx="4"/>
          </p:nvPr>
        </p:nvSpPr>
        <p:spPr>
          <a:xfrm>
            <a:off x="11163034" y="6364800"/>
            <a:ext cx="261660" cy="136800"/>
          </a:xfrm>
          <a:prstGeom prst="rect">
            <a:avLst/>
          </a:prstGeom>
        </p:spPr>
        <p:txBody>
          <a:bodyPr wrap="square" lIns="0" tIns="0" rIns="0" bIns="0" anchor="t" anchorCtr="0">
            <a:noAutofit/>
          </a:bodyPr>
          <a:lstStyle>
            <a:lvl1pPr algn="r">
              <a:defRPr lang="en-GB" sz="9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a:p>
        </p:txBody>
      </p:sp>
      <p:sp>
        <p:nvSpPr>
          <p:cNvPr id="14" name="Picture Placeholder 13">
            <a:extLst>
              <a:ext uri="{FF2B5EF4-FFF2-40B4-BE49-F238E27FC236}">
                <a16:creationId xmlns:a16="http://schemas.microsoft.com/office/drawing/2014/main" id="{2A89A544-7E3A-55A6-AD44-31A6195AC2A9}"/>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en-GB"/>
              <a:t>Click icon to add picture</a:t>
            </a:r>
            <a:endParaRPr lang="en-GB" dirty="0"/>
          </a:p>
        </p:txBody>
      </p:sp>
      <p:sp>
        <p:nvSpPr>
          <p:cNvPr id="15" name="Rectangle 14">
            <a:extLst>
              <a:ext uri="{FF2B5EF4-FFF2-40B4-BE49-F238E27FC236}">
                <a16:creationId xmlns:a16="http://schemas.microsoft.com/office/drawing/2014/main" id="{48A459BA-C21D-A0F0-4572-D8390AC3AAC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2" name="Title Placeholder 1">
            <a:extLst>
              <a:ext uri="{FF2B5EF4-FFF2-40B4-BE49-F238E27FC236}">
                <a16:creationId xmlns:a16="http://schemas.microsoft.com/office/drawing/2014/main" id="{C1ED5AED-66AE-DFD5-5050-3C30BEB0F3D4}"/>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7" name="Freeform 6" descr="CGI cornerstone">
            <a:extLst>
              <a:ext uri="{FF2B5EF4-FFF2-40B4-BE49-F238E27FC236}">
                <a16:creationId xmlns:a16="http://schemas.microsoft.com/office/drawing/2014/main" id="{7364B7F8-26AC-E1A6-E45B-B78313EF672A}"/>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3611503097"/>
      </p:ext>
    </p:extLst>
  </p:cSld>
  <p:clrMapOvr>
    <a:masterClrMapping/>
  </p:clrMapOvr>
  <p:extLst>
    <p:ext uri="{DCECCB84-F9BA-43D5-87BE-67443E8EF086}">
      <p15:sldGuideLst xmlns:p15="http://schemas.microsoft.com/office/powerpoint/2012/main">
        <p15:guide id="3" pos="7673">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Layout 3B">
    <p:spTree>
      <p:nvGrpSpPr>
        <p:cNvPr id="1" name=""/>
        <p:cNvGrpSpPr/>
        <p:nvPr/>
      </p:nvGrpSpPr>
      <p:grpSpPr>
        <a:xfrm>
          <a:off x="0" y="0"/>
          <a:ext cx="0" cy="0"/>
          <a:chOff x="0" y="0"/>
          <a:chExt cx="0" cy="0"/>
        </a:xfrm>
      </p:grpSpPr>
      <p:sp>
        <p:nvSpPr>
          <p:cNvPr id="9" name="Espace réservé du texte 7">
            <a:extLst>
              <a:ext uri="{FF2B5EF4-FFF2-40B4-BE49-F238E27FC236}">
                <a16:creationId xmlns:a16="http://schemas.microsoft.com/office/drawing/2014/main" id="{5CD6B7C3-552A-1644-82F4-B1B9359D14C0}"/>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200" b="0"/>
            </a:lvl1pPr>
          </a:lstStyle>
          <a:p>
            <a:pPr lvl="0"/>
            <a:r>
              <a:rPr lang="en-CA"/>
              <a:t>Name, role</a:t>
            </a:r>
            <a:br>
              <a:rPr lang="en-CA"/>
            </a:br>
            <a:r>
              <a:rPr lang="en-CA"/>
              <a:t>Date</a:t>
            </a:r>
          </a:p>
        </p:txBody>
      </p:sp>
      <p:pic>
        <p:nvPicPr>
          <p:cNvPr id="10" name="Image 9">
            <a:extLst>
              <a:ext uri="{FF2B5EF4-FFF2-40B4-BE49-F238E27FC236}">
                <a16:creationId xmlns:a16="http://schemas.microsoft.com/office/drawing/2014/main" id="{F651954F-2676-5244-99E5-686FBF8B3F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6763" y="5372174"/>
            <a:ext cx="1549400" cy="720651"/>
          </a:xfrm>
          <a:prstGeom prst="rect">
            <a:avLst/>
          </a:prstGeom>
        </p:spPr>
      </p:pic>
      <p:sp>
        <p:nvSpPr>
          <p:cNvPr id="3" name="Slide Number Placeholder 5">
            <a:extLst>
              <a:ext uri="{FF2B5EF4-FFF2-40B4-BE49-F238E27FC236}">
                <a16:creationId xmlns:a16="http://schemas.microsoft.com/office/drawing/2014/main" id="{0EF06289-C77A-1205-528B-75177C7CC629}"/>
              </a:ext>
            </a:extLst>
          </p:cNvPr>
          <p:cNvSpPr>
            <a:spLocks noGrp="1"/>
          </p:cNvSpPr>
          <p:nvPr>
            <p:ph type="sldNum" sz="quarter" idx="4"/>
          </p:nvPr>
        </p:nvSpPr>
        <p:spPr>
          <a:xfrm>
            <a:off x="11163034" y="6364800"/>
            <a:ext cx="261660" cy="136800"/>
          </a:xfrm>
          <a:prstGeom prst="rect">
            <a:avLst/>
          </a:prstGeom>
        </p:spPr>
        <p:txBody>
          <a:bodyPr wrap="square" lIns="0" tIns="0" rIns="0" bIns="0" anchor="t" anchorCtr="0">
            <a:noAutofit/>
          </a:bodyPr>
          <a:lstStyle>
            <a:lvl1pPr algn="r">
              <a:defRPr lang="en-GB" sz="900" kern="1200" noProof="0" dirty="0" smtClean="0">
                <a:solidFill>
                  <a:schemeClr val="tx1"/>
                </a:solidFill>
                <a:latin typeface="+mn-lt"/>
                <a:ea typeface="+mn-ea"/>
                <a:cs typeface="Arial" pitchFamily="34" charset="0"/>
              </a:defRPr>
            </a:lvl1pPr>
          </a:lstStyle>
          <a:p>
            <a:fld id="{525A3C56-E491-49B2-93F3-63532DF516BC}" type="slidenum">
              <a:rPr lang="en-CA" smtClean="0"/>
              <a:pPr/>
              <a:t>‹#›</a:t>
            </a:fld>
            <a:endParaRPr lang="en-CA"/>
          </a:p>
        </p:txBody>
      </p:sp>
      <p:sp>
        <p:nvSpPr>
          <p:cNvPr id="14" name="Picture Placeholder 13">
            <a:extLst>
              <a:ext uri="{FF2B5EF4-FFF2-40B4-BE49-F238E27FC236}">
                <a16:creationId xmlns:a16="http://schemas.microsoft.com/office/drawing/2014/main" id="{2A89A544-7E3A-55A6-AD44-31A6195AC2A9}"/>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en-GB"/>
              <a:t>Click icon to add picture</a:t>
            </a:r>
            <a:endParaRPr lang="en-GB" dirty="0"/>
          </a:p>
        </p:txBody>
      </p:sp>
      <p:sp>
        <p:nvSpPr>
          <p:cNvPr id="15" name="Rectangle 14">
            <a:extLst>
              <a:ext uri="{FF2B5EF4-FFF2-40B4-BE49-F238E27FC236}">
                <a16:creationId xmlns:a16="http://schemas.microsoft.com/office/drawing/2014/main" id="{48A459BA-C21D-A0F0-4572-D8390AC3AAC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2" name="Title Placeholder 1">
            <a:extLst>
              <a:ext uri="{FF2B5EF4-FFF2-40B4-BE49-F238E27FC236}">
                <a16:creationId xmlns:a16="http://schemas.microsoft.com/office/drawing/2014/main" id="{C1ED5AED-66AE-DFD5-5050-3C30BEB0F3D4}"/>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7" name="Freeform 6" descr="CGI cornerstone">
            <a:extLst>
              <a:ext uri="{FF2B5EF4-FFF2-40B4-BE49-F238E27FC236}">
                <a16:creationId xmlns:a16="http://schemas.microsoft.com/office/drawing/2014/main" id="{7364B7F8-26AC-E1A6-E45B-B78313EF672A}"/>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6000">
                <a:srgbClr val="FF6A00"/>
              </a:gs>
              <a:gs pos="33000">
                <a:srgbClr val="E31937"/>
              </a:gs>
              <a:gs pos="0">
                <a:srgbClr val="991F3D"/>
              </a:gs>
              <a:gs pos="10000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1990780599"/>
      </p:ext>
    </p:extLst>
  </p:cSld>
  <p:clrMapOvr>
    <a:masterClrMapping/>
  </p:clrMapOvr>
  <p:extLst>
    <p:ext uri="{DCECCB84-F9BA-43D5-87BE-67443E8EF086}">
      <p15:sldGuideLst xmlns:p15="http://schemas.microsoft.com/office/powerpoint/2012/main">
        <p15:guide id="3" pos="7673">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slide –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309FD-5D17-CB60-A0D2-30CD6047E0BA}"/>
              </a:ext>
            </a:extLst>
          </p:cNvPr>
          <p:cNvSpPr>
            <a:spLocks noGrp="1"/>
          </p:cNvSpPr>
          <p:nvPr>
            <p:ph type="title" hasCustomPrompt="1"/>
          </p:nvPr>
        </p:nvSpPr>
        <p:spPr/>
        <p:txBody>
          <a:bodyPr/>
          <a:lstStyle/>
          <a:p>
            <a:r>
              <a:rPr lang="en-US"/>
              <a:t>Agenda slide layout 1 - click to add title</a:t>
            </a:r>
          </a:p>
        </p:txBody>
      </p:sp>
      <p:sp>
        <p:nvSpPr>
          <p:cNvPr id="14" name="Agenda item 1">
            <a:extLst>
              <a:ext uri="{FF2B5EF4-FFF2-40B4-BE49-F238E27FC236}">
                <a16:creationId xmlns:a16="http://schemas.microsoft.com/office/drawing/2014/main" id="{143D3174-78EC-43C1-82E0-E82ABF8D2117}"/>
              </a:ext>
            </a:extLst>
          </p:cNvPr>
          <p:cNvSpPr>
            <a:spLocks noGrp="1"/>
          </p:cNvSpPr>
          <p:nvPr>
            <p:ph type="body" sz="quarter" idx="17" hasCustomPrompt="1"/>
          </p:nvPr>
        </p:nvSpPr>
        <p:spPr>
          <a:xfrm>
            <a:off x="765737" y="2295678"/>
            <a:ext cx="151130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23" name="Agenda item 1 description">
            <a:extLst>
              <a:ext uri="{FF2B5EF4-FFF2-40B4-BE49-F238E27FC236}">
                <a16:creationId xmlns:a16="http://schemas.microsoft.com/office/drawing/2014/main" id="{F0474AB2-DB08-9E4B-A6C3-760F6797669A}"/>
              </a:ext>
            </a:extLst>
          </p:cNvPr>
          <p:cNvSpPr>
            <a:spLocks noGrp="1"/>
          </p:cNvSpPr>
          <p:nvPr>
            <p:ph type="body" sz="quarter" idx="16" hasCustomPrompt="1"/>
          </p:nvPr>
        </p:nvSpPr>
        <p:spPr>
          <a:xfrm>
            <a:off x="765737" y="3183284"/>
            <a:ext cx="151130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1</a:t>
            </a:r>
          </a:p>
        </p:txBody>
      </p:sp>
      <p:sp>
        <p:nvSpPr>
          <p:cNvPr id="16" name="Agenda item 2">
            <a:extLst>
              <a:ext uri="{FF2B5EF4-FFF2-40B4-BE49-F238E27FC236}">
                <a16:creationId xmlns:a16="http://schemas.microsoft.com/office/drawing/2014/main" id="{7016648B-BC25-4821-812E-87B50C18B66F}"/>
              </a:ext>
            </a:extLst>
          </p:cNvPr>
          <p:cNvSpPr>
            <a:spLocks noGrp="1"/>
          </p:cNvSpPr>
          <p:nvPr>
            <p:ph type="body" sz="quarter" idx="19" hasCustomPrompt="1"/>
          </p:nvPr>
        </p:nvSpPr>
        <p:spPr>
          <a:xfrm>
            <a:off x="3054164"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8" name="Agenda item 2 description">
            <a:extLst>
              <a:ext uri="{FF2B5EF4-FFF2-40B4-BE49-F238E27FC236}">
                <a16:creationId xmlns:a16="http://schemas.microsoft.com/office/drawing/2014/main" id="{D6910EBF-08E6-8540-896A-4B5E41727340}"/>
              </a:ext>
            </a:extLst>
          </p:cNvPr>
          <p:cNvSpPr>
            <a:spLocks noGrp="1"/>
          </p:cNvSpPr>
          <p:nvPr>
            <p:ph type="body" sz="quarter" idx="12" hasCustomPrompt="1"/>
          </p:nvPr>
        </p:nvSpPr>
        <p:spPr>
          <a:xfrm>
            <a:off x="3054799" y="3183284"/>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2</a:t>
            </a:r>
          </a:p>
        </p:txBody>
      </p:sp>
      <p:sp>
        <p:nvSpPr>
          <p:cNvPr id="17" name="Agenda item 3">
            <a:extLst>
              <a:ext uri="{FF2B5EF4-FFF2-40B4-BE49-F238E27FC236}">
                <a16:creationId xmlns:a16="http://schemas.microsoft.com/office/drawing/2014/main" id="{A6E8C51F-9054-4DBF-8A5A-59322AC4663A}"/>
              </a:ext>
            </a:extLst>
          </p:cNvPr>
          <p:cNvSpPr>
            <a:spLocks noGrp="1"/>
          </p:cNvSpPr>
          <p:nvPr>
            <p:ph type="body" sz="quarter" idx="20" hasCustomPrompt="1"/>
          </p:nvPr>
        </p:nvSpPr>
        <p:spPr>
          <a:xfrm>
            <a:off x="5340051"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20" name="Agenda item 3 description">
            <a:extLst>
              <a:ext uri="{FF2B5EF4-FFF2-40B4-BE49-F238E27FC236}">
                <a16:creationId xmlns:a16="http://schemas.microsoft.com/office/drawing/2014/main" id="{59A27FAB-0B96-BC42-A996-4CFEF0565413}"/>
              </a:ext>
            </a:extLst>
          </p:cNvPr>
          <p:cNvSpPr>
            <a:spLocks noGrp="1"/>
          </p:cNvSpPr>
          <p:nvPr>
            <p:ph type="body" sz="quarter" idx="13" hasCustomPrompt="1"/>
          </p:nvPr>
        </p:nvSpPr>
        <p:spPr>
          <a:xfrm>
            <a:off x="5341321" y="3183284"/>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3</a:t>
            </a:r>
          </a:p>
        </p:txBody>
      </p:sp>
      <p:sp>
        <p:nvSpPr>
          <p:cNvPr id="18" name="Agenda item 4">
            <a:extLst>
              <a:ext uri="{FF2B5EF4-FFF2-40B4-BE49-F238E27FC236}">
                <a16:creationId xmlns:a16="http://schemas.microsoft.com/office/drawing/2014/main" id="{6FDD35C8-B77E-46BD-9338-72F9040FFA6C}"/>
              </a:ext>
            </a:extLst>
          </p:cNvPr>
          <p:cNvSpPr>
            <a:spLocks noGrp="1"/>
          </p:cNvSpPr>
          <p:nvPr>
            <p:ph type="body" sz="quarter" idx="21" hasCustomPrompt="1"/>
          </p:nvPr>
        </p:nvSpPr>
        <p:spPr>
          <a:xfrm>
            <a:off x="7625938"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15" name="Agenda item 4 description">
            <a:extLst>
              <a:ext uri="{FF2B5EF4-FFF2-40B4-BE49-F238E27FC236}">
                <a16:creationId xmlns:a16="http://schemas.microsoft.com/office/drawing/2014/main" id="{DBDC3BC5-8B9E-4D7D-B022-7DC492622AFC}"/>
              </a:ext>
            </a:extLst>
          </p:cNvPr>
          <p:cNvSpPr>
            <a:spLocks noGrp="1"/>
          </p:cNvSpPr>
          <p:nvPr>
            <p:ph type="body" sz="quarter" idx="18" hasCustomPrompt="1"/>
          </p:nvPr>
        </p:nvSpPr>
        <p:spPr>
          <a:xfrm>
            <a:off x="7627843" y="3182112"/>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4</a:t>
            </a:r>
          </a:p>
        </p:txBody>
      </p:sp>
      <p:sp>
        <p:nvSpPr>
          <p:cNvPr id="19" name="Agenda item 5">
            <a:extLst>
              <a:ext uri="{FF2B5EF4-FFF2-40B4-BE49-F238E27FC236}">
                <a16:creationId xmlns:a16="http://schemas.microsoft.com/office/drawing/2014/main" id="{D47B1D04-840A-4F73-BA57-8836852239E9}"/>
              </a:ext>
            </a:extLst>
          </p:cNvPr>
          <p:cNvSpPr>
            <a:spLocks noGrp="1"/>
          </p:cNvSpPr>
          <p:nvPr>
            <p:ph type="body" sz="quarter" idx="22" hasCustomPrompt="1"/>
          </p:nvPr>
        </p:nvSpPr>
        <p:spPr>
          <a:xfrm>
            <a:off x="9911825"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22" name="Agenda item 5 description">
            <a:extLst>
              <a:ext uri="{FF2B5EF4-FFF2-40B4-BE49-F238E27FC236}">
                <a16:creationId xmlns:a16="http://schemas.microsoft.com/office/drawing/2014/main" id="{C31B4DD5-B41F-BE43-A386-8B7C4CFBC95E}"/>
              </a:ext>
            </a:extLst>
          </p:cNvPr>
          <p:cNvSpPr>
            <a:spLocks noGrp="1"/>
          </p:cNvSpPr>
          <p:nvPr>
            <p:ph type="body" sz="quarter" idx="15" hasCustomPrompt="1"/>
          </p:nvPr>
        </p:nvSpPr>
        <p:spPr>
          <a:xfrm>
            <a:off x="9914365" y="3183284"/>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5</a:t>
            </a:r>
          </a:p>
        </p:txBody>
      </p:sp>
      <p:sp>
        <p:nvSpPr>
          <p:cNvPr id="4" name="Footer Placeholder 3">
            <a:extLst>
              <a:ext uri="{FF2B5EF4-FFF2-40B4-BE49-F238E27FC236}">
                <a16:creationId xmlns:a16="http://schemas.microsoft.com/office/drawing/2014/main" id="{FF42B81B-3CB7-05E5-B0F7-506A0A4CC1AE}"/>
              </a:ext>
              <a:ext uri="{C183D7F6-B498-43B3-948B-1728B52AA6E4}">
                <adec:decorative xmlns:adec="http://schemas.microsoft.com/office/drawing/2017/decorative" val="1"/>
              </a:ext>
            </a:extLst>
          </p:cNvPr>
          <p:cNvSpPr>
            <a:spLocks noGrp="1"/>
          </p:cNvSpPr>
          <p:nvPr>
            <p:ph type="ftr" sz="quarter" idx="25"/>
          </p:nvPr>
        </p:nvSpPr>
        <p:spPr/>
        <p:txBody>
          <a:bodyPr/>
          <a:lstStyle/>
          <a:p>
            <a:endParaRPr lang="en-US" noProof="0"/>
          </a:p>
        </p:txBody>
      </p:sp>
      <p:sp>
        <p:nvSpPr>
          <p:cNvPr id="3" name="Slide number placeholder 2">
            <a:extLst>
              <a:ext uri="{FF2B5EF4-FFF2-40B4-BE49-F238E27FC236}">
                <a16:creationId xmlns:a16="http://schemas.microsoft.com/office/drawing/2014/main" id="{CFA5DBCA-C3A7-554C-80CD-9B2E51986E26}"/>
              </a:ext>
              <a:ext uri="{C183D7F6-B498-43B3-948B-1728B52AA6E4}">
                <adec:decorative xmlns:adec="http://schemas.microsoft.com/office/drawing/2017/decorative" val="1"/>
              </a:ext>
            </a:extLst>
          </p:cNvPr>
          <p:cNvSpPr>
            <a:spLocks noGrp="1"/>
          </p:cNvSpPr>
          <p:nvPr>
            <p:ph type="sldNum" sz="quarter" idx="10"/>
          </p:nvPr>
        </p:nvSpPr>
        <p:spPr/>
        <p:txBody>
          <a:bodyPr>
            <a:noAutofit/>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95178162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slide – Layout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976DB5-697C-A62A-7A55-C2DFCAC96B89}"/>
              </a:ext>
            </a:extLst>
          </p:cNvPr>
          <p:cNvSpPr>
            <a:spLocks noGrp="1"/>
          </p:cNvSpPr>
          <p:nvPr>
            <p:ph type="title" hasCustomPrompt="1"/>
          </p:nvPr>
        </p:nvSpPr>
        <p:spPr/>
        <p:txBody>
          <a:bodyPr/>
          <a:lstStyle/>
          <a:p>
            <a:r>
              <a:rPr lang="en-US"/>
              <a:t>Agenda slide layout 2 - click to add title</a:t>
            </a:r>
          </a:p>
        </p:txBody>
      </p:sp>
      <p:sp>
        <p:nvSpPr>
          <p:cNvPr id="6" name="Agenda item 1 description">
            <a:extLst>
              <a:ext uri="{FF2B5EF4-FFF2-40B4-BE49-F238E27FC236}">
                <a16:creationId xmlns:a16="http://schemas.microsoft.com/office/drawing/2014/main" id="{0CF1332E-48CF-C54F-F696-17DB5D1B32A1}"/>
              </a:ext>
              <a:ext uri="{C183D7F6-B498-43B3-948B-1728B52AA6E4}">
                <adec:decorative xmlns:adec="http://schemas.microsoft.com/office/drawing/2017/decorative" val="0"/>
              </a:ext>
            </a:extLst>
          </p:cNvPr>
          <p:cNvSpPr>
            <a:spLocks noGrp="1"/>
          </p:cNvSpPr>
          <p:nvPr>
            <p:ph type="body" sz="quarter" idx="16" hasCustomPrompt="1"/>
          </p:nvPr>
        </p:nvSpPr>
        <p:spPr>
          <a:xfrm>
            <a:off x="766763" y="1605722"/>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a:t>
            </a:r>
          </a:p>
        </p:txBody>
      </p:sp>
      <p:sp>
        <p:nvSpPr>
          <p:cNvPr id="9" name="Agenda item 2 description">
            <a:extLst>
              <a:ext uri="{FF2B5EF4-FFF2-40B4-BE49-F238E27FC236}">
                <a16:creationId xmlns:a16="http://schemas.microsoft.com/office/drawing/2014/main" id="{A727F33B-E5E8-74BC-7588-761838366B86}"/>
              </a:ext>
              <a:ext uri="{C183D7F6-B498-43B3-948B-1728B52AA6E4}">
                <adec:decorative xmlns:adec="http://schemas.microsoft.com/office/drawing/2017/decorative" val="0"/>
              </a:ext>
            </a:extLst>
          </p:cNvPr>
          <p:cNvSpPr>
            <a:spLocks noGrp="1"/>
          </p:cNvSpPr>
          <p:nvPr>
            <p:ph type="body" sz="quarter" idx="27" hasCustomPrompt="1"/>
          </p:nvPr>
        </p:nvSpPr>
        <p:spPr>
          <a:xfrm>
            <a:off x="766763" y="2379425"/>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2</a:t>
            </a:r>
          </a:p>
        </p:txBody>
      </p:sp>
      <p:sp>
        <p:nvSpPr>
          <p:cNvPr id="11" name="Agenda item 3 description">
            <a:extLst>
              <a:ext uri="{FF2B5EF4-FFF2-40B4-BE49-F238E27FC236}">
                <a16:creationId xmlns:a16="http://schemas.microsoft.com/office/drawing/2014/main" id="{71486317-244D-E80A-48EE-489F2326091A}"/>
              </a:ext>
              <a:ext uri="{C183D7F6-B498-43B3-948B-1728B52AA6E4}">
                <adec:decorative xmlns:adec="http://schemas.microsoft.com/office/drawing/2017/decorative" val="0"/>
              </a:ext>
            </a:extLst>
          </p:cNvPr>
          <p:cNvSpPr>
            <a:spLocks noGrp="1"/>
          </p:cNvSpPr>
          <p:nvPr>
            <p:ph type="body" sz="quarter" idx="28" hasCustomPrompt="1"/>
          </p:nvPr>
        </p:nvSpPr>
        <p:spPr>
          <a:xfrm>
            <a:off x="766763" y="3153128"/>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3</a:t>
            </a:r>
          </a:p>
        </p:txBody>
      </p:sp>
      <p:sp>
        <p:nvSpPr>
          <p:cNvPr id="13" name="Agenda item 4 description">
            <a:extLst>
              <a:ext uri="{FF2B5EF4-FFF2-40B4-BE49-F238E27FC236}">
                <a16:creationId xmlns:a16="http://schemas.microsoft.com/office/drawing/2014/main" id="{587C085A-666F-7685-37AD-9707E899EA40}"/>
              </a:ext>
              <a:ext uri="{C183D7F6-B498-43B3-948B-1728B52AA6E4}">
                <adec:decorative xmlns:adec="http://schemas.microsoft.com/office/drawing/2017/decorative" val="0"/>
              </a:ext>
            </a:extLst>
          </p:cNvPr>
          <p:cNvSpPr>
            <a:spLocks noGrp="1"/>
          </p:cNvSpPr>
          <p:nvPr>
            <p:ph type="body" sz="quarter" idx="29" hasCustomPrompt="1"/>
          </p:nvPr>
        </p:nvSpPr>
        <p:spPr>
          <a:xfrm>
            <a:off x="766763" y="3926831"/>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4 or delete</a:t>
            </a:r>
          </a:p>
        </p:txBody>
      </p:sp>
      <p:sp>
        <p:nvSpPr>
          <p:cNvPr id="15" name="Agenda item 5 description">
            <a:extLst>
              <a:ext uri="{FF2B5EF4-FFF2-40B4-BE49-F238E27FC236}">
                <a16:creationId xmlns:a16="http://schemas.microsoft.com/office/drawing/2014/main" id="{B84D09D0-FA09-8D48-D485-141D5D6AB617}"/>
              </a:ext>
              <a:ext uri="{C183D7F6-B498-43B3-948B-1728B52AA6E4}">
                <adec:decorative xmlns:adec="http://schemas.microsoft.com/office/drawing/2017/decorative" val="0"/>
              </a:ext>
            </a:extLst>
          </p:cNvPr>
          <p:cNvSpPr>
            <a:spLocks noGrp="1"/>
          </p:cNvSpPr>
          <p:nvPr>
            <p:ph type="body" sz="quarter" idx="30" hasCustomPrompt="1"/>
          </p:nvPr>
        </p:nvSpPr>
        <p:spPr>
          <a:xfrm>
            <a:off x="766763" y="4700534"/>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5 or delete</a:t>
            </a:r>
          </a:p>
        </p:txBody>
      </p:sp>
      <p:sp>
        <p:nvSpPr>
          <p:cNvPr id="17" name="Agenda item 6 description">
            <a:extLst>
              <a:ext uri="{FF2B5EF4-FFF2-40B4-BE49-F238E27FC236}">
                <a16:creationId xmlns:a16="http://schemas.microsoft.com/office/drawing/2014/main" id="{15923D97-A4C0-761B-93A1-D2D634A228EC}"/>
              </a:ext>
              <a:ext uri="{C183D7F6-B498-43B3-948B-1728B52AA6E4}">
                <adec:decorative xmlns:adec="http://schemas.microsoft.com/office/drawing/2017/decorative" val="0"/>
              </a:ext>
            </a:extLst>
          </p:cNvPr>
          <p:cNvSpPr>
            <a:spLocks noGrp="1"/>
          </p:cNvSpPr>
          <p:nvPr>
            <p:ph type="body" sz="quarter" idx="31" hasCustomPrompt="1"/>
          </p:nvPr>
        </p:nvSpPr>
        <p:spPr>
          <a:xfrm>
            <a:off x="766763" y="5474236"/>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6 or delete</a:t>
            </a:r>
          </a:p>
        </p:txBody>
      </p:sp>
      <p:sp>
        <p:nvSpPr>
          <p:cNvPr id="26" name="Agenda item 7 description">
            <a:extLst>
              <a:ext uri="{FF2B5EF4-FFF2-40B4-BE49-F238E27FC236}">
                <a16:creationId xmlns:a16="http://schemas.microsoft.com/office/drawing/2014/main" id="{8CC9E50C-3FB3-8E10-8031-E225A7C9D7FB}"/>
              </a:ext>
              <a:ext uri="{C183D7F6-B498-43B3-948B-1728B52AA6E4}">
                <adec:decorative xmlns:adec="http://schemas.microsoft.com/office/drawing/2017/decorative" val="0"/>
              </a:ext>
            </a:extLst>
          </p:cNvPr>
          <p:cNvSpPr>
            <a:spLocks noGrp="1"/>
          </p:cNvSpPr>
          <p:nvPr>
            <p:ph type="body" sz="quarter" idx="38" hasCustomPrompt="1"/>
          </p:nvPr>
        </p:nvSpPr>
        <p:spPr>
          <a:xfrm>
            <a:off x="6103394" y="1600200"/>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7 or delete</a:t>
            </a:r>
          </a:p>
        </p:txBody>
      </p:sp>
      <p:sp>
        <p:nvSpPr>
          <p:cNvPr id="27" name="Agenda item 8 description">
            <a:extLst>
              <a:ext uri="{FF2B5EF4-FFF2-40B4-BE49-F238E27FC236}">
                <a16:creationId xmlns:a16="http://schemas.microsoft.com/office/drawing/2014/main" id="{F8C99894-7E03-C896-81C5-D3E3E4283DCA}"/>
              </a:ext>
              <a:ext uri="{C183D7F6-B498-43B3-948B-1728B52AA6E4}">
                <adec:decorative xmlns:adec="http://schemas.microsoft.com/office/drawing/2017/decorative" val="0"/>
              </a:ext>
            </a:extLst>
          </p:cNvPr>
          <p:cNvSpPr>
            <a:spLocks noGrp="1"/>
          </p:cNvSpPr>
          <p:nvPr>
            <p:ph type="body" sz="quarter" idx="39" hasCustomPrompt="1"/>
          </p:nvPr>
        </p:nvSpPr>
        <p:spPr>
          <a:xfrm>
            <a:off x="6103394" y="2379425"/>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8 or delete</a:t>
            </a:r>
          </a:p>
        </p:txBody>
      </p:sp>
      <p:sp>
        <p:nvSpPr>
          <p:cNvPr id="28" name="Agenda item 9 description">
            <a:extLst>
              <a:ext uri="{FF2B5EF4-FFF2-40B4-BE49-F238E27FC236}">
                <a16:creationId xmlns:a16="http://schemas.microsoft.com/office/drawing/2014/main" id="{6AD70C5E-C60E-6351-E0AD-35AC67F867CE}"/>
              </a:ext>
              <a:ext uri="{C183D7F6-B498-43B3-948B-1728B52AA6E4}">
                <adec:decorative xmlns:adec="http://schemas.microsoft.com/office/drawing/2017/decorative" val="0"/>
              </a:ext>
            </a:extLst>
          </p:cNvPr>
          <p:cNvSpPr>
            <a:spLocks noGrp="1"/>
          </p:cNvSpPr>
          <p:nvPr userDrawn="1">
            <p:ph type="body" sz="quarter" idx="40" hasCustomPrompt="1"/>
          </p:nvPr>
        </p:nvSpPr>
        <p:spPr>
          <a:xfrm>
            <a:off x="6103394" y="3153128"/>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9 or delete</a:t>
            </a:r>
          </a:p>
        </p:txBody>
      </p:sp>
      <p:sp>
        <p:nvSpPr>
          <p:cNvPr id="29" name="Agenda item 10 description">
            <a:extLst>
              <a:ext uri="{FF2B5EF4-FFF2-40B4-BE49-F238E27FC236}">
                <a16:creationId xmlns:a16="http://schemas.microsoft.com/office/drawing/2014/main" id="{73E0F363-7FBA-B1FD-FB13-1A6C322A02CF}"/>
              </a:ext>
              <a:ext uri="{C183D7F6-B498-43B3-948B-1728B52AA6E4}">
                <adec:decorative xmlns:adec="http://schemas.microsoft.com/office/drawing/2017/decorative" val="0"/>
              </a:ext>
            </a:extLst>
          </p:cNvPr>
          <p:cNvSpPr>
            <a:spLocks noGrp="1"/>
          </p:cNvSpPr>
          <p:nvPr userDrawn="1">
            <p:ph type="body" sz="quarter" idx="41" hasCustomPrompt="1"/>
          </p:nvPr>
        </p:nvSpPr>
        <p:spPr>
          <a:xfrm>
            <a:off x="6103394" y="3926831"/>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10 or delete</a:t>
            </a:r>
          </a:p>
        </p:txBody>
      </p:sp>
      <p:sp>
        <p:nvSpPr>
          <p:cNvPr id="30" name="Agenda item 11 description">
            <a:extLst>
              <a:ext uri="{FF2B5EF4-FFF2-40B4-BE49-F238E27FC236}">
                <a16:creationId xmlns:a16="http://schemas.microsoft.com/office/drawing/2014/main" id="{D58ED04A-7400-00EC-8982-A1E1CFEFA686}"/>
              </a:ext>
              <a:ext uri="{C183D7F6-B498-43B3-948B-1728B52AA6E4}">
                <adec:decorative xmlns:adec="http://schemas.microsoft.com/office/drawing/2017/decorative" val="0"/>
              </a:ext>
            </a:extLst>
          </p:cNvPr>
          <p:cNvSpPr>
            <a:spLocks noGrp="1"/>
          </p:cNvSpPr>
          <p:nvPr userDrawn="1">
            <p:ph type="body" sz="quarter" idx="42" hasCustomPrompt="1"/>
          </p:nvPr>
        </p:nvSpPr>
        <p:spPr>
          <a:xfrm>
            <a:off x="6103394" y="4700534"/>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11 or delete</a:t>
            </a:r>
          </a:p>
        </p:txBody>
      </p:sp>
      <p:sp>
        <p:nvSpPr>
          <p:cNvPr id="31" name="Agenda item 12 description">
            <a:extLst>
              <a:ext uri="{FF2B5EF4-FFF2-40B4-BE49-F238E27FC236}">
                <a16:creationId xmlns:a16="http://schemas.microsoft.com/office/drawing/2014/main" id="{91054C35-1504-9990-BDEF-C88B0598C605}"/>
              </a:ext>
              <a:ext uri="{C183D7F6-B498-43B3-948B-1728B52AA6E4}">
                <adec:decorative xmlns:adec="http://schemas.microsoft.com/office/drawing/2017/decorative" val="0"/>
              </a:ext>
            </a:extLst>
          </p:cNvPr>
          <p:cNvSpPr>
            <a:spLocks noGrp="1"/>
          </p:cNvSpPr>
          <p:nvPr userDrawn="1">
            <p:ph type="body" sz="quarter" idx="43" hasCustomPrompt="1"/>
          </p:nvPr>
        </p:nvSpPr>
        <p:spPr>
          <a:xfrm>
            <a:off x="6103394" y="5474236"/>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12 or delete</a:t>
            </a:r>
          </a:p>
        </p:txBody>
      </p:sp>
      <p:sp>
        <p:nvSpPr>
          <p:cNvPr id="4" name="Footer Placeholder 3">
            <a:extLst>
              <a:ext uri="{FF2B5EF4-FFF2-40B4-BE49-F238E27FC236}">
                <a16:creationId xmlns:a16="http://schemas.microsoft.com/office/drawing/2014/main" id="{EA00DBC9-3586-A9CB-3BAD-7A1413F7A744}"/>
              </a:ext>
              <a:ext uri="{C183D7F6-B498-43B3-948B-1728B52AA6E4}">
                <adec:decorative xmlns:adec="http://schemas.microsoft.com/office/drawing/2017/decorative" val="1"/>
              </a:ext>
            </a:extLst>
          </p:cNvPr>
          <p:cNvSpPr>
            <a:spLocks noGrp="1"/>
          </p:cNvSpPr>
          <p:nvPr>
            <p:ph type="ftr" sz="quarter" idx="51"/>
          </p:nvPr>
        </p:nvSpPr>
        <p:spPr>
          <a:xfrm>
            <a:off x="4038600" y="6967728"/>
            <a:ext cx="4114800" cy="137160"/>
          </a:xfrm>
        </p:spPr>
        <p:txBody>
          <a:bodyPr/>
          <a:lstStyle/>
          <a:p>
            <a:endParaRPr lang="en-US" noProof="0"/>
          </a:p>
        </p:txBody>
      </p:sp>
      <p:sp>
        <p:nvSpPr>
          <p:cNvPr id="7" name="Slide Number Placeholder">
            <a:extLst>
              <a:ext uri="{FF2B5EF4-FFF2-40B4-BE49-F238E27FC236}">
                <a16:creationId xmlns:a16="http://schemas.microsoft.com/office/drawing/2014/main" id="{72679693-BA13-5E4E-91BE-1606A75B027B}"/>
              </a:ext>
              <a:ext uri="{C183D7F6-B498-43B3-948B-1728B52AA6E4}">
                <adec:decorative xmlns:adec="http://schemas.microsoft.com/office/drawing/2017/decorative" val="1"/>
              </a:ext>
            </a:extLst>
          </p:cNvPr>
          <p:cNvSpPr>
            <a:spLocks noGrp="1"/>
          </p:cNvSpPr>
          <p:nvPr userDrawn="1">
            <p:ph type="sldNum" sz="quarter" idx="4"/>
          </p:nvPr>
        </p:nvSpPr>
        <p:spPr>
          <a:xfrm>
            <a:off x="11163034" y="6967728"/>
            <a:ext cx="261660" cy="137160"/>
          </a:xfrm>
          <a:prstGeom prst="rect">
            <a:avLst/>
          </a:prstGeom>
        </p:spPr>
        <p:txBody>
          <a:bodyPr wrap="square" lIns="0" tIns="0" rIns="0" bIns="0" anchor="ctr"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442298341"/>
      </p:ext>
    </p:extLst>
  </p:cSld>
  <p:clrMapOvr>
    <a:masterClrMapping/>
  </p:clrMapOvr>
  <p:transition/>
  <p:extLst>
    <p:ext uri="{DCECCB84-F9BA-43D5-87BE-67443E8EF086}">
      <p15:sldGuideLst xmlns:p15="http://schemas.microsoft.com/office/powerpoint/2012/main">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slide – Layout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DCF1F9B-DAF3-A533-33E8-B570CC80CEB9}"/>
              </a:ext>
            </a:extLst>
          </p:cNvPr>
          <p:cNvSpPr>
            <a:spLocks noGrp="1"/>
          </p:cNvSpPr>
          <p:nvPr>
            <p:ph type="title" hasCustomPrompt="1"/>
          </p:nvPr>
        </p:nvSpPr>
        <p:spPr/>
        <p:txBody>
          <a:bodyPr/>
          <a:lstStyle/>
          <a:p>
            <a:r>
              <a:rPr lang="en-US"/>
              <a:t>Agenda slide layout 3 - click to add title</a:t>
            </a:r>
          </a:p>
        </p:txBody>
      </p:sp>
      <p:sp>
        <p:nvSpPr>
          <p:cNvPr id="5" name="Agenda item 1 description">
            <a:extLst>
              <a:ext uri="{FF2B5EF4-FFF2-40B4-BE49-F238E27FC236}">
                <a16:creationId xmlns:a16="http://schemas.microsoft.com/office/drawing/2014/main" id="{410433DD-6F83-F577-A641-A48EC3FC032A}"/>
              </a:ext>
              <a:ext uri="{C183D7F6-B498-43B3-948B-1728B52AA6E4}">
                <adec:decorative xmlns:adec="http://schemas.microsoft.com/office/drawing/2017/decorative" val="0"/>
              </a:ext>
            </a:extLst>
          </p:cNvPr>
          <p:cNvSpPr>
            <a:spLocks noGrp="1"/>
          </p:cNvSpPr>
          <p:nvPr>
            <p:ph type="body" sz="quarter" idx="16" hasCustomPrompt="1"/>
          </p:nvPr>
        </p:nvSpPr>
        <p:spPr>
          <a:xfrm>
            <a:off x="768096"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1</a:t>
            </a:r>
          </a:p>
        </p:txBody>
      </p:sp>
      <p:sp>
        <p:nvSpPr>
          <p:cNvPr id="3" name="Agenda item 1">
            <a:extLst>
              <a:ext uri="{FF2B5EF4-FFF2-40B4-BE49-F238E27FC236}">
                <a16:creationId xmlns:a16="http://schemas.microsoft.com/office/drawing/2014/main" id="{EEE8292D-DDC8-29D0-F22E-7DA0659D55D9}"/>
              </a:ext>
              <a:ext uri="{C183D7F6-B498-43B3-948B-1728B52AA6E4}">
                <adec:decorative xmlns:adec="http://schemas.microsoft.com/office/drawing/2017/decorative" val="1"/>
              </a:ext>
            </a:extLst>
          </p:cNvPr>
          <p:cNvSpPr>
            <a:spLocks noGrp="1"/>
          </p:cNvSpPr>
          <p:nvPr>
            <p:ph type="body" sz="quarter" idx="17" hasCustomPrompt="1"/>
          </p:nvPr>
        </p:nvSpPr>
        <p:spPr>
          <a:xfrm>
            <a:off x="1548512" y="1517904"/>
            <a:ext cx="709406"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32" name="Agenda item 2 description">
            <a:extLst>
              <a:ext uri="{FF2B5EF4-FFF2-40B4-BE49-F238E27FC236}">
                <a16:creationId xmlns:a16="http://schemas.microsoft.com/office/drawing/2014/main" id="{B179BF33-B1BE-6230-6D6A-DC6E89E6F636}"/>
              </a:ext>
            </a:extLst>
          </p:cNvPr>
          <p:cNvSpPr>
            <a:spLocks noGrp="1"/>
          </p:cNvSpPr>
          <p:nvPr>
            <p:ph type="body" sz="quarter" idx="12" hasCustomPrompt="1"/>
          </p:nvPr>
        </p:nvSpPr>
        <p:spPr>
          <a:xfrm>
            <a:off x="3557016"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2</a:t>
            </a:r>
          </a:p>
        </p:txBody>
      </p:sp>
      <p:sp>
        <p:nvSpPr>
          <p:cNvPr id="13" name="Agenda item 2">
            <a:extLst>
              <a:ext uri="{FF2B5EF4-FFF2-40B4-BE49-F238E27FC236}">
                <a16:creationId xmlns:a16="http://schemas.microsoft.com/office/drawing/2014/main" id="{A945F926-1515-CC75-1672-68C0DC40D0A6}"/>
              </a:ext>
              <a:ext uri="{C183D7F6-B498-43B3-948B-1728B52AA6E4}">
                <adec:decorative xmlns:adec="http://schemas.microsoft.com/office/drawing/2017/decorative" val="1"/>
              </a:ext>
            </a:extLst>
          </p:cNvPr>
          <p:cNvSpPr>
            <a:spLocks noGrp="1"/>
          </p:cNvSpPr>
          <p:nvPr>
            <p:ph type="body" sz="quarter" idx="19" hasCustomPrompt="1"/>
          </p:nvPr>
        </p:nvSpPr>
        <p:spPr>
          <a:xfrm>
            <a:off x="4347274" y="1517904"/>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34" name="Agenda item 3 description">
            <a:extLst>
              <a:ext uri="{FF2B5EF4-FFF2-40B4-BE49-F238E27FC236}">
                <a16:creationId xmlns:a16="http://schemas.microsoft.com/office/drawing/2014/main" id="{38110207-8C1A-7C2A-F187-7B96C523CDB2}"/>
              </a:ext>
            </a:extLst>
          </p:cNvPr>
          <p:cNvSpPr>
            <a:spLocks noGrp="1"/>
          </p:cNvSpPr>
          <p:nvPr>
            <p:ph type="body" sz="quarter" idx="13" hasCustomPrompt="1"/>
          </p:nvPr>
        </p:nvSpPr>
        <p:spPr>
          <a:xfrm>
            <a:off x="6355080"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3</a:t>
            </a:r>
          </a:p>
        </p:txBody>
      </p:sp>
      <p:sp>
        <p:nvSpPr>
          <p:cNvPr id="33" name="Agenda item 3">
            <a:extLst>
              <a:ext uri="{FF2B5EF4-FFF2-40B4-BE49-F238E27FC236}">
                <a16:creationId xmlns:a16="http://schemas.microsoft.com/office/drawing/2014/main" id="{28E0D5AF-2A48-3135-18FA-75FF0C81A0C2}"/>
              </a:ext>
              <a:ext uri="{C183D7F6-B498-43B3-948B-1728B52AA6E4}">
                <adec:decorative xmlns:adec="http://schemas.microsoft.com/office/drawing/2017/decorative" val="1"/>
              </a:ext>
            </a:extLst>
          </p:cNvPr>
          <p:cNvSpPr>
            <a:spLocks noGrp="1"/>
          </p:cNvSpPr>
          <p:nvPr>
            <p:ph type="body" sz="quarter" idx="20" hasCustomPrompt="1"/>
          </p:nvPr>
        </p:nvSpPr>
        <p:spPr>
          <a:xfrm>
            <a:off x="7141274" y="1517904"/>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36" name="Agenda item 4 description">
            <a:extLst>
              <a:ext uri="{FF2B5EF4-FFF2-40B4-BE49-F238E27FC236}">
                <a16:creationId xmlns:a16="http://schemas.microsoft.com/office/drawing/2014/main" id="{1EF49AA8-99F9-DFFE-2924-2F2203B07183}"/>
              </a:ext>
            </a:extLst>
          </p:cNvPr>
          <p:cNvSpPr>
            <a:spLocks noGrp="1"/>
          </p:cNvSpPr>
          <p:nvPr>
            <p:ph type="body" sz="quarter" idx="18" hasCustomPrompt="1"/>
          </p:nvPr>
        </p:nvSpPr>
        <p:spPr>
          <a:xfrm>
            <a:off x="9156855"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4</a:t>
            </a:r>
          </a:p>
        </p:txBody>
      </p:sp>
      <p:sp>
        <p:nvSpPr>
          <p:cNvPr id="35" name="Agenda item 4">
            <a:extLst>
              <a:ext uri="{FF2B5EF4-FFF2-40B4-BE49-F238E27FC236}">
                <a16:creationId xmlns:a16="http://schemas.microsoft.com/office/drawing/2014/main" id="{28922037-033C-4B02-F191-D7A10C3B2895}"/>
              </a:ext>
              <a:ext uri="{C183D7F6-B498-43B3-948B-1728B52AA6E4}">
                <adec:decorative xmlns:adec="http://schemas.microsoft.com/office/drawing/2017/decorative" val="1"/>
              </a:ext>
            </a:extLst>
          </p:cNvPr>
          <p:cNvSpPr>
            <a:spLocks noGrp="1"/>
          </p:cNvSpPr>
          <p:nvPr>
            <p:ph type="body" sz="quarter" idx="21" hasCustomPrompt="1"/>
          </p:nvPr>
        </p:nvSpPr>
        <p:spPr>
          <a:xfrm>
            <a:off x="9935274" y="1517904"/>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1" name="Agenda item 5 description">
            <a:extLst>
              <a:ext uri="{FF2B5EF4-FFF2-40B4-BE49-F238E27FC236}">
                <a16:creationId xmlns:a16="http://schemas.microsoft.com/office/drawing/2014/main" id="{A8C9C41D-497C-D5B1-CD0D-329AC0D572F5}"/>
              </a:ext>
            </a:extLst>
          </p:cNvPr>
          <p:cNvSpPr>
            <a:spLocks noGrp="1"/>
          </p:cNvSpPr>
          <p:nvPr>
            <p:ph type="body" sz="quarter" idx="23" hasCustomPrompt="1"/>
          </p:nvPr>
        </p:nvSpPr>
        <p:spPr>
          <a:xfrm>
            <a:off x="768096"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5</a:t>
            </a:r>
          </a:p>
        </p:txBody>
      </p:sp>
      <p:sp>
        <p:nvSpPr>
          <p:cNvPr id="20" name="Agenda item 5">
            <a:extLst>
              <a:ext uri="{FF2B5EF4-FFF2-40B4-BE49-F238E27FC236}">
                <a16:creationId xmlns:a16="http://schemas.microsoft.com/office/drawing/2014/main" id="{35FB7347-5B46-967F-82DA-894677567539}"/>
              </a:ext>
              <a:ext uri="{C183D7F6-B498-43B3-948B-1728B52AA6E4}">
                <adec:decorative xmlns:adec="http://schemas.microsoft.com/office/drawing/2017/decorative" val="1"/>
              </a:ext>
            </a:extLst>
          </p:cNvPr>
          <p:cNvSpPr>
            <a:spLocks noGrp="1"/>
          </p:cNvSpPr>
          <p:nvPr>
            <p:ph type="body" sz="quarter" idx="22" hasCustomPrompt="1"/>
          </p:nvPr>
        </p:nvSpPr>
        <p:spPr>
          <a:xfrm>
            <a:off x="1551044" y="3867926"/>
            <a:ext cx="709406"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3" name="Agenda item 6 description">
            <a:extLst>
              <a:ext uri="{FF2B5EF4-FFF2-40B4-BE49-F238E27FC236}">
                <a16:creationId xmlns:a16="http://schemas.microsoft.com/office/drawing/2014/main" id="{87180DAA-A9DF-402A-F2C3-5D908A97D73B}"/>
              </a:ext>
            </a:extLst>
          </p:cNvPr>
          <p:cNvSpPr>
            <a:spLocks noGrp="1"/>
          </p:cNvSpPr>
          <p:nvPr>
            <p:ph type="body" sz="quarter" idx="25" hasCustomPrompt="1"/>
          </p:nvPr>
        </p:nvSpPr>
        <p:spPr>
          <a:xfrm>
            <a:off x="3557016"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6</a:t>
            </a:r>
          </a:p>
        </p:txBody>
      </p:sp>
      <p:sp>
        <p:nvSpPr>
          <p:cNvPr id="22" name="Agenda item 6">
            <a:extLst>
              <a:ext uri="{FF2B5EF4-FFF2-40B4-BE49-F238E27FC236}">
                <a16:creationId xmlns:a16="http://schemas.microsoft.com/office/drawing/2014/main" id="{5BF2E6A8-CA19-512A-5A70-FD6FEAEF2E55}"/>
              </a:ext>
              <a:ext uri="{C183D7F6-B498-43B3-948B-1728B52AA6E4}">
                <adec:decorative xmlns:adec="http://schemas.microsoft.com/office/drawing/2017/decorative" val="1"/>
              </a:ext>
            </a:extLst>
          </p:cNvPr>
          <p:cNvSpPr>
            <a:spLocks noGrp="1"/>
          </p:cNvSpPr>
          <p:nvPr>
            <p:ph type="body" sz="quarter" idx="24" hasCustomPrompt="1"/>
          </p:nvPr>
        </p:nvSpPr>
        <p:spPr>
          <a:xfrm>
            <a:off x="4347274" y="3867926"/>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5" name="Agenda item 7 description">
            <a:extLst>
              <a:ext uri="{FF2B5EF4-FFF2-40B4-BE49-F238E27FC236}">
                <a16:creationId xmlns:a16="http://schemas.microsoft.com/office/drawing/2014/main" id="{61C0DECA-A650-D1E0-0A82-9AC736DC85E6}"/>
              </a:ext>
            </a:extLst>
          </p:cNvPr>
          <p:cNvSpPr>
            <a:spLocks noGrp="1"/>
          </p:cNvSpPr>
          <p:nvPr>
            <p:ph type="body" sz="quarter" idx="27" hasCustomPrompt="1"/>
          </p:nvPr>
        </p:nvSpPr>
        <p:spPr>
          <a:xfrm>
            <a:off x="6355080"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7</a:t>
            </a:r>
          </a:p>
        </p:txBody>
      </p:sp>
      <p:sp>
        <p:nvSpPr>
          <p:cNvPr id="24" name="Agenda item 7">
            <a:extLst>
              <a:ext uri="{FF2B5EF4-FFF2-40B4-BE49-F238E27FC236}">
                <a16:creationId xmlns:a16="http://schemas.microsoft.com/office/drawing/2014/main" id="{AF27472A-2634-7758-05C2-3D692E51697F}"/>
              </a:ext>
              <a:ext uri="{C183D7F6-B498-43B3-948B-1728B52AA6E4}">
                <adec:decorative xmlns:adec="http://schemas.microsoft.com/office/drawing/2017/decorative" val="1"/>
              </a:ext>
            </a:extLst>
          </p:cNvPr>
          <p:cNvSpPr>
            <a:spLocks noGrp="1"/>
          </p:cNvSpPr>
          <p:nvPr>
            <p:ph type="body" sz="quarter" idx="26" hasCustomPrompt="1"/>
          </p:nvPr>
        </p:nvSpPr>
        <p:spPr>
          <a:xfrm>
            <a:off x="7141274" y="3867926"/>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7" name="Agenda item 8 description">
            <a:extLst>
              <a:ext uri="{FF2B5EF4-FFF2-40B4-BE49-F238E27FC236}">
                <a16:creationId xmlns:a16="http://schemas.microsoft.com/office/drawing/2014/main" id="{76B22D04-2920-375F-8918-58AEE5B7A13E}"/>
              </a:ext>
            </a:extLst>
          </p:cNvPr>
          <p:cNvSpPr>
            <a:spLocks noGrp="1"/>
          </p:cNvSpPr>
          <p:nvPr>
            <p:ph type="body" sz="quarter" idx="29" hasCustomPrompt="1"/>
          </p:nvPr>
        </p:nvSpPr>
        <p:spPr>
          <a:xfrm>
            <a:off x="9156855"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8</a:t>
            </a:r>
          </a:p>
        </p:txBody>
      </p:sp>
      <p:sp>
        <p:nvSpPr>
          <p:cNvPr id="26" name="Agenda item 8">
            <a:extLst>
              <a:ext uri="{FF2B5EF4-FFF2-40B4-BE49-F238E27FC236}">
                <a16:creationId xmlns:a16="http://schemas.microsoft.com/office/drawing/2014/main" id="{3F6A61E3-6AAD-BF3C-2F14-CD4C8A577F58}"/>
              </a:ext>
              <a:ext uri="{C183D7F6-B498-43B3-948B-1728B52AA6E4}">
                <adec:decorative xmlns:adec="http://schemas.microsoft.com/office/drawing/2017/decorative" val="1"/>
              </a:ext>
            </a:extLst>
          </p:cNvPr>
          <p:cNvSpPr>
            <a:spLocks noGrp="1"/>
          </p:cNvSpPr>
          <p:nvPr>
            <p:ph type="body" sz="quarter" idx="28" hasCustomPrompt="1"/>
          </p:nvPr>
        </p:nvSpPr>
        <p:spPr>
          <a:xfrm>
            <a:off x="9935274" y="3867926"/>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4" name="Footer Placeholder 3">
            <a:extLst>
              <a:ext uri="{FF2B5EF4-FFF2-40B4-BE49-F238E27FC236}">
                <a16:creationId xmlns:a16="http://schemas.microsoft.com/office/drawing/2014/main" id="{DB884332-1497-54F4-11D6-D18B07C13226}"/>
              </a:ext>
              <a:ext uri="{C183D7F6-B498-43B3-948B-1728B52AA6E4}">
                <adec:decorative xmlns:adec="http://schemas.microsoft.com/office/drawing/2017/decorative" val="1"/>
              </a:ext>
            </a:extLst>
          </p:cNvPr>
          <p:cNvSpPr>
            <a:spLocks noGrp="1"/>
          </p:cNvSpPr>
          <p:nvPr>
            <p:ph type="ftr" sz="quarter" idx="31"/>
          </p:nvPr>
        </p:nvSpPr>
        <p:spPr>
          <a:xfrm>
            <a:off x="4038600" y="6967728"/>
            <a:ext cx="4114800" cy="137160"/>
          </a:xfrm>
        </p:spPr>
        <p:txBody>
          <a:bodyPr/>
          <a:lstStyle/>
          <a:p>
            <a:endParaRPr lang="en-US" noProof="0"/>
          </a:p>
        </p:txBody>
      </p:sp>
      <p:sp>
        <p:nvSpPr>
          <p:cNvPr id="7" name="Slide Number Placeholder">
            <a:extLst>
              <a:ext uri="{FF2B5EF4-FFF2-40B4-BE49-F238E27FC236}">
                <a16:creationId xmlns:a16="http://schemas.microsoft.com/office/drawing/2014/main" id="{72679693-BA13-5E4E-91BE-1606A75B027B}"/>
              </a:ext>
              <a:ext uri="{C183D7F6-B498-43B3-948B-1728B52AA6E4}">
                <adec:decorative xmlns:adec="http://schemas.microsoft.com/office/drawing/2017/decorative" val="1"/>
              </a:ext>
            </a:extLst>
          </p:cNvPr>
          <p:cNvSpPr>
            <a:spLocks noGrp="1"/>
          </p:cNvSpPr>
          <p:nvPr>
            <p:ph type="sldNum" sz="quarter" idx="4"/>
          </p:nvPr>
        </p:nvSpPr>
        <p:spPr>
          <a:xfrm>
            <a:off x="11163034" y="6967728"/>
            <a:ext cx="261660" cy="137160"/>
          </a:xfrm>
          <a:prstGeom prst="rect">
            <a:avLst/>
          </a:prstGeom>
        </p:spPr>
        <p:txBody>
          <a:bodyPr wrap="square" lIns="0" tIns="0" rIns="0" bIns="0" anchor="ctr"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539607705"/>
      </p:ext>
    </p:extLst>
  </p:cSld>
  <p:clrMapOvr>
    <a:masterClrMapping/>
  </p:clrMapOvr>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slide – Layout 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3093FB-9E7B-DF03-7775-667BC9D9983F}"/>
              </a:ext>
            </a:extLst>
          </p:cNvPr>
          <p:cNvSpPr>
            <a:spLocks noGrp="1"/>
          </p:cNvSpPr>
          <p:nvPr>
            <p:ph type="title" hasCustomPrompt="1"/>
          </p:nvPr>
        </p:nvSpPr>
        <p:spPr>
          <a:xfrm>
            <a:off x="766763" y="682514"/>
            <a:ext cx="6217920" cy="532765"/>
          </a:xfrm>
        </p:spPr>
        <p:txBody>
          <a:bodyPr/>
          <a:lstStyle/>
          <a:p>
            <a:r>
              <a:rPr lang="en-US"/>
              <a:t>Agenda slide layout 4 - click to add title</a:t>
            </a:r>
          </a:p>
        </p:txBody>
      </p:sp>
      <p:sp>
        <p:nvSpPr>
          <p:cNvPr id="13" name="Agenda item 1">
            <a:extLst>
              <a:ext uri="{FF2B5EF4-FFF2-40B4-BE49-F238E27FC236}">
                <a16:creationId xmlns:a16="http://schemas.microsoft.com/office/drawing/2014/main" id="{10FF187A-991B-2296-9D37-DAEEC42AF38E}"/>
              </a:ext>
              <a:ext uri="{C183D7F6-B498-43B3-948B-1728B52AA6E4}">
                <adec:decorative xmlns:adec="http://schemas.microsoft.com/office/drawing/2017/decorative" val="1"/>
              </a:ext>
            </a:extLst>
          </p:cNvPr>
          <p:cNvSpPr>
            <a:spLocks noGrp="1"/>
          </p:cNvSpPr>
          <p:nvPr>
            <p:ph type="body" sz="quarter" idx="18" hasCustomPrompt="1"/>
          </p:nvPr>
        </p:nvSpPr>
        <p:spPr>
          <a:xfrm>
            <a:off x="768096" y="1656522"/>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12" name="Agenda item 1 description">
            <a:extLst>
              <a:ext uri="{FF2B5EF4-FFF2-40B4-BE49-F238E27FC236}">
                <a16:creationId xmlns:a16="http://schemas.microsoft.com/office/drawing/2014/main" id="{98A48C77-D94E-F45A-365C-EB5799D2546D}"/>
              </a:ext>
              <a:ext uri="{C183D7F6-B498-43B3-948B-1728B52AA6E4}">
                <adec:decorative xmlns:adec="http://schemas.microsoft.com/office/drawing/2017/decorative" val="0"/>
              </a:ext>
            </a:extLst>
          </p:cNvPr>
          <p:cNvSpPr>
            <a:spLocks noGrp="1"/>
          </p:cNvSpPr>
          <p:nvPr>
            <p:ph type="body" sz="quarter" idx="16" hasCustomPrompt="1"/>
          </p:nvPr>
        </p:nvSpPr>
        <p:spPr>
          <a:xfrm>
            <a:off x="1533306" y="1656522"/>
            <a:ext cx="5328000"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1</a:t>
            </a:r>
          </a:p>
        </p:txBody>
      </p:sp>
      <p:sp>
        <p:nvSpPr>
          <p:cNvPr id="6" name="Agenda line 1 Placeholder">
            <a:extLst>
              <a:ext uri="{FF2B5EF4-FFF2-40B4-BE49-F238E27FC236}">
                <a16:creationId xmlns:a16="http://schemas.microsoft.com/office/drawing/2014/main" id="{257172E3-3355-D363-396B-8BF62229E6FD}"/>
              </a:ext>
              <a:ext uri="{C183D7F6-B498-43B3-948B-1728B52AA6E4}">
                <adec:decorative xmlns:adec="http://schemas.microsoft.com/office/drawing/2017/decorative" val="1"/>
              </a:ext>
            </a:extLst>
          </p:cNvPr>
          <p:cNvSpPr>
            <a:spLocks noGrp="1"/>
          </p:cNvSpPr>
          <p:nvPr>
            <p:ph sz="quarter" idx="38" hasCustomPrompt="1"/>
          </p:nvPr>
        </p:nvSpPr>
        <p:spPr>
          <a:xfrm>
            <a:off x="1531937" y="2212848"/>
            <a:ext cx="5328000" cy="9144"/>
          </a:xfrm>
          <a:prstGeom prst="rect">
            <a:avLst/>
          </a:prstGeom>
          <a:solidFill>
            <a:srgbClr val="CCCCCC"/>
          </a:solidFill>
          <a:ln>
            <a:noFill/>
          </a:ln>
        </p:spPr>
        <p:txBody>
          <a:bodyPr/>
          <a:lstStyle>
            <a:lvl1pPr marL="0" indent="0">
              <a:buNone/>
              <a:defRPr sz="100">
                <a:solidFill>
                  <a:schemeClr val="tx1"/>
                </a:solidFill>
              </a:defRPr>
            </a:lvl1pPr>
          </a:lstStyle>
          <a:p>
            <a:pPr lvl="0"/>
            <a:r>
              <a:rPr lang="en-US" noProof="0"/>
              <a:t>.</a:t>
            </a:r>
          </a:p>
        </p:txBody>
      </p:sp>
      <p:sp>
        <p:nvSpPr>
          <p:cNvPr id="15" name="Agenda item 2">
            <a:extLst>
              <a:ext uri="{FF2B5EF4-FFF2-40B4-BE49-F238E27FC236}">
                <a16:creationId xmlns:a16="http://schemas.microsoft.com/office/drawing/2014/main" id="{2D77AD32-FE01-AAA7-1AA3-59E2CD04FE9A}"/>
              </a:ext>
              <a:ext uri="{C183D7F6-B498-43B3-948B-1728B52AA6E4}">
                <adec:decorative xmlns:adec="http://schemas.microsoft.com/office/drawing/2017/decorative" val="1"/>
              </a:ext>
            </a:extLst>
          </p:cNvPr>
          <p:cNvSpPr>
            <a:spLocks noGrp="1"/>
          </p:cNvSpPr>
          <p:nvPr>
            <p:ph type="body" sz="quarter" idx="19" hasCustomPrompt="1"/>
          </p:nvPr>
        </p:nvSpPr>
        <p:spPr>
          <a:xfrm>
            <a:off x="768096" y="2430225"/>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3" name="Agenda item 2 description">
            <a:extLst>
              <a:ext uri="{FF2B5EF4-FFF2-40B4-BE49-F238E27FC236}">
                <a16:creationId xmlns:a16="http://schemas.microsoft.com/office/drawing/2014/main" id="{8AB164F9-C2DE-460C-03EB-191C8F2D034C}"/>
              </a:ext>
              <a:ext uri="{C183D7F6-B498-43B3-948B-1728B52AA6E4}">
                <adec:decorative xmlns:adec="http://schemas.microsoft.com/office/drawing/2017/decorative" val="0"/>
              </a:ext>
            </a:extLst>
          </p:cNvPr>
          <p:cNvSpPr>
            <a:spLocks noGrp="1"/>
          </p:cNvSpPr>
          <p:nvPr>
            <p:ph type="body" sz="quarter" idx="27" hasCustomPrompt="1"/>
          </p:nvPr>
        </p:nvSpPr>
        <p:spPr>
          <a:xfrm>
            <a:off x="1531220" y="2430225"/>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2</a:t>
            </a:r>
          </a:p>
        </p:txBody>
      </p:sp>
      <p:sp>
        <p:nvSpPr>
          <p:cNvPr id="7" name="Agenda line 2 Placeholder">
            <a:extLst>
              <a:ext uri="{FF2B5EF4-FFF2-40B4-BE49-F238E27FC236}">
                <a16:creationId xmlns:a16="http://schemas.microsoft.com/office/drawing/2014/main" id="{1D6E6D62-436F-5CA4-D0E5-064A2FA06AD4}"/>
              </a:ext>
              <a:ext uri="{C183D7F6-B498-43B3-948B-1728B52AA6E4}">
                <adec:decorative xmlns:adec="http://schemas.microsoft.com/office/drawing/2017/decorative" val="1"/>
              </a:ext>
            </a:extLst>
          </p:cNvPr>
          <p:cNvSpPr>
            <a:spLocks noGrp="1"/>
          </p:cNvSpPr>
          <p:nvPr>
            <p:ph sz="quarter" idx="39" hasCustomPrompt="1"/>
          </p:nvPr>
        </p:nvSpPr>
        <p:spPr>
          <a:xfrm>
            <a:off x="1536192" y="2990088"/>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17" name="Agenda item 3">
            <a:extLst>
              <a:ext uri="{FF2B5EF4-FFF2-40B4-BE49-F238E27FC236}">
                <a16:creationId xmlns:a16="http://schemas.microsoft.com/office/drawing/2014/main" id="{D2842598-505D-2249-A666-03620A6069BE}"/>
              </a:ext>
              <a:ext uri="{C183D7F6-B498-43B3-948B-1728B52AA6E4}">
                <adec:decorative xmlns:adec="http://schemas.microsoft.com/office/drawing/2017/decorative" val="1"/>
              </a:ext>
            </a:extLst>
          </p:cNvPr>
          <p:cNvSpPr>
            <a:spLocks noGrp="1"/>
          </p:cNvSpPr>
          <p:nvPr>
            <p:ph type="body" sz="quarter" idx="20" hasCustomPrompt="1"/>
          </p:nvPr>
        </p:nvSpPr>
        <p:spPr>
          <a:xfrm>
            <a:off x="768096" y="3203928"/>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4" name="Agenda item 3 description">
            <a:extLst>
              <a:ext uri="{FF2B5EF4-FFF2-40B4-BE49-F238E27FC236}">
                <a16:creationId xmlns:a16="http://schemas.microsoft.com/office/drawing/2014/main" id="{0B284BE8-B9B1-CE6C-820E-BE74D3DFF39E}"/>
              </a:ext>
              <a:ext uri="{C183D7F6-B498-43B3-948B-1728B52AA6E4}">
                <adec:decorative xmlns:adec="http://schemas.microsoft.com/office/drawing/2017/decorative" val="0"/>
              </a:ext>
            </a:extLst>
          </p:cNvPr>
          <p:cNvSpPr>
            <a:spLocks noGrp="1"/>
          </p:cNvSpPr>
          <p:nvPr>
            <p:ph type="body" sz="quarter" idx="28" hasCustomPrompt="1"/>
          </p:nvPr>
        </p:nvSpPr>
        <p:spPr>
          <a:xfrm>
            <a:off x="1531220" y="3203928"/>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3</a:t>
            </a:r>
          </a:p>
        </p:txBody>
      </p:sp>
      <p:sp>
        <p:nvSpPr>
          <p:cNvPr id="9" name="Agenda line 3 Placeholder">
            <a:extLst>
              <a:ext uri="{FF2B5EF4-FFF2-40B4-BE49-F238E27FC236}">
                <a16:creationId xmlns:a16="http://schemas.microsoft.com/office/drawing/2014/main" id="{64FEA698-3CEC-142B-2103-2537506FF81C}"/>
              </a:ext>
              <a:ext uri="{C183D7F6-B498-43B3-948B-1728B52AA6E4}">
                <adec:decorative xmlns:adec="http://schemas.microsoft.com/office/drawing/2017/decorative" val="1"/>
              </a:ext>
            </a:extLst>
          </p:cNvPr>
          <p:cNvSpPr>
            <a:spLocks noGrp="1"/>
          </p:cNvSpPr>
          <p:nvPr>
            <p:ph sz="quarter" idx="40" hasCustomPrompt="1"/>
          </p:nvPr>
        </p:nvSpPr>
        <p:spPr>
          <a:xfrm>
            <a:off x="1536192" y="3767328"/>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32" name="Agenda item 4">
            <a:extLst>
              <a:ext uri="{FF2B5EF4-FFF2-40B4-BE49-F238E27FC236}">
                <a16:creationId xmlns:a16="http://schemas.microsoft.com/office/drawing/2014/main" id="{90361265-A14F-E476-D9E5-D44560CA5164}"/>
              </a:ext>
              <a:ext uri="{C183D7F6-B498-43B3-948B-1728B52AA6E4}">
                <adec:decorative xmlns:adec="http://schemas.microsoft.com/office/drawing/2017/decorative" val="1"/>
              </a:ext>
            </a:extLst>
          </p:cNvPr>
          <p:cNvSpPr>
            <a:spLocks noGrp="1"/>
          </p:cNvSpPr>
          <p:nvPr>
            <p:ph type="body" sz="quarter" idx="26" hasCustomPrompt="1"/>
          </p:nvPr>
        </p:nvSpPr>
        <p:spPr>
          <a:xfrm>
            <a:off x="768096" y="3977631"/>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5" name="Agenda item 4 description">
            <a:extLst>
              <a:ext uri="{FF2B5EF4-FFF2-40B4-BE49-F238E27FC236}">
                <a16:creationId xmlns:a16="http://schemas.microsoft.com/office/drawing/2014/main" id="{8520F02C-48BD-F94F-1559-1FBBBB1E9B72}"/>
              </a:ext>
              <a:ext uri="{C183D7F6-B498-43B3-948B-1728B52AA6E4}">
                <adec:decorative xmlns:adec="http://schemas.microsoft.com/office/drawing/2017/decorative" val="0"/>
              </a:ext>
            </a:extLst>
          </p:cNvPr>
          <p:cNvSpPr>
            <a:spLocks noGrp="1"/>
          </p:cNvSpPr>
          <p:nvPr>
            <p:ph type="body" sz="quarter" idx="29" hasCustomPrompt="1"/>
          </p:nvPr>
        </p:nvSpPr>
        <p:spPr>
          <a:xfrm>
            <a:off x="1531220" y="3977631"/>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4 </a:t>
            </a:r>
          </a:p>
        </p:txBody>
      </p:sp>
      <p:sp>
        <p:nvSpPr>
          <p:cNvPr id="14" name="Agenda line 4 Placeholder">
            <a:extLst>
              <a:ext uri="{FF2B5EF4-FFF2-40B4-BE49-F238E27FC236}">
                <a16:creationId xmlns:a16="http://schemas.microsoft.com/office/drawing/2014/main" id="{294815D1-A6FC-7FA3-10FF-2B021C27896E}"/>
              </a:ext>
              <a:ext uri="{C183D7F6-B498-43B3-948B-1728B52AA6E4}">
                <adec:decorative xmlns:adec="http://schemas.microsoft.com/office/drawing/2017/decorative" val="1"/>
              </a:ext>
            </a:extLst>
          </p:cNvPr>
          <p:cNvSpPr>
            <a:spLocks noGrp="1"/>
          </p:cNvSpPr>
          <p:nvPr>
            <p:ph sz="quarter" idx="42" hasCustomPrompt="1"/>
          </p:nvPr>
        </p:nvSpPr>
        <p:spPr>
          <a:xfrm>
            <a:off x="1536192" y="4535424"/>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19" name="Agenda item 5">
            <a:extLst>
              <a:ext uri="{FF2B5EF4-FFF2-40B4-BE49-F238E27FC236}">
                <a16:creationId xmlns:a16="http://schemas.microsoft.com/office/drawing/2014/main" id="{9BC64A6F-E796-8052-BDC4-C41A84E890AC}"/>
              </a:ext>
              <a:ext uri="{C183D7F6-B498-43B3-948B-1728B52AA6E4}">
                <adec:decorative xmlns:adec="http://schemas.microsoft.com/office/drawing/2017/decorative" val="1"/>
              </a:ext>
            </a:extLst>
          </p:cNvPr>
          <p:cNvSpPr>
            <a:spLocks noGrp="1"/>
          </p:cNvSpPr>
          <p:nvPr>
            <p:ph type="body" sz="quarter" idx="22" hasCustomPrompt="1"/>
          </p:nvPr>
        </p:nvSpPr>
        <p:spPr>
          <a:xfrm>
            <a:off x="768096" y="4751334"/>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6" name="Agenda item 5 description">
            <a:extLst>
              <a:ext uri="{FF2B5EF4-FFF2-40B4-BE49-F238E27FC236}">
                <a16:creationId xmlns:a16="http://schemas.microsoft.com/office/drawing/2014/main" id="{2A36E3F2-5923-CCBC-97A9-3E586E1CF53B}"/>
              </a:ext>
              <a:ext uri="{C183D7F6-B498-43B3-948B-1728B52AA6E4}">
                <adec:decorative xmlns:adec="http://schemas.microsoft.com/office/drawing/2017/decorative" val="0"/>
              </a:ext>
            </a:extLst>
          </p:cNvPr>
          <p:cNvSpPr>
            <a:spLocks noGrp="1"/>
          </p:cNvSpPr>
          <p:nvPr>
            <p:ph type="body" sz="quarter" idx="30" hasCustomPrompt="1"/>
          </p:nvPr>
        </p:nvSpPr>
        <p:spPr>
          <a:xfrm>
            <a:off x="1531220" y="4751334"/>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5</a:t>
            </a:r>
          </a:p>
        </p:txBody>
      </p:sp>
      <p:sp>
        <p:nvSpPr>
          <p:cNvPr id="16" name="Agenda line 5 Placeholder">
            <a:extLst>
              <a:ext uri="{FF2B5EF4-FFF2-40B4-BE49-F238E27FC236}">
                <a16:creationId xmlns:a16="http://schemas.microsoft.com/office/drawing/2014/main" id="{5BC826FD-42D6-F330-42BD-1B51308F53DA}"/>
              </a:ext>
              <a:ext uri="{C183D7F6-B498-43B3-948B-1728B52AA6E4}">
                <adec:decorative xmlns:adec="http://schemas.microsoft.com/office/drawing/2017/decorative" val="1"/>
              </a:ext>
            </a:extLst>
          </p:cNvPr>
          <p:cNvSpPr>
            <a:spLocks noGrp="1"/>
          </p:cNvSpPr>
          <p:nvPr>
            <p:ph sz="quarter" idx="43" hasCustomPrompt="1"/>
          </p:nvPr>
        </p:nvSpPr>
        <p:spPr>
          <a:xfrm>
            <a:off x="1536192" y="5312664"/>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21" name="Agenda item 6">
            <a:extLst>
              <a:ext uri="{FF2B5EF4-FFF2-40B4-BE49-F238E27FC236}">
                <a16:creationId xmlns:a16="http://schemas.microsoft.com/office/drawing/2014/main" id="{1B9398C7-9BFD-530A-AAD5-5DB929ACE1DB}"/>
              </a:ext>
              <a:ext uri="{C183D7F6-B498-43B3-948B-1728B52AA6E4}">
                <adec:decorative xmlns:adec="http://schemas.microsoft.com/office/drawing/2017/decorative" val="1"/>
              </a:ext>
            </a:extLst>
          </p:cNvPr>
          <p:cNvSpPr>
            <a:spLocks noGrp="1"/>
          </p:cNvSpPr>
          <p:nvPr>
            <p:ph type="body" sz="quarter" idx="24" hasCustomPrompt="1"/>
          </p:nvPr>
        </p:nvSpPr>
        <p:spPr>
          <a:xfrm>
            <a:off x="768096" y="5525036"/>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7" name="Agenda item 6 description">
            <a:extLst>
              <a:ext uri="{FF2B5EF4-FFF2-40B4-BE49-F238E27FC236}">
                <a16:creationId xmlns:a16="http://schemas.microsoft.com/office/drawing/2014/main" id="{7D7BE22F-DA85-C34B-5FFD-B711790E06D2}"/>
              </a:ext>
              <a:ext uri="{C183D7F6-B498-43B3-948B-1728B52AA6E4}">
                <adec:decorative xmlns:adec="http://schemas.microsoft.com/office/drawing/2017/decorative" val="0"/>
              </a:ext>
            </a:extLst>
          </p:cNvPr>
          <p:cNvSpPr>
            <a:spLocks noGrp="1"/>
          </p:cNvSpPr>
          <p:nvPr>
            <p:ph type="body" sz="quarter" idx="31" hasCustomPrompt="1"/>
          </p:nvPr>
        </p:nvSpPr>
        <p:spPr>
          <a:xfrm>
            <a:off x="1531220" y="5525036"/>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6</a:t>
            </a:r>
          </a:p>
        </p:txBody>
      </p:sp>
      <p:sp>
        <p:nvSpPr>
          <p:cNvPr id="11" name="Agenda line 6 Placeholder">
            <a:extLst>
              <a:ext uri="{FF2B5EF4-FFF2-40B4-BE49-F238E27FC236}">
                <a16:creationId xmlns:a16="http://schemas.microsoft.com/office/drawing/2014/main" id="{69551B19-5FB8-119B-B488-08BCF0E6B506}"/>
              </a:ext>
              <a:ext uri="{C183D7F6-B498-43B3-948B-1728B52AA6E4}">
                <adec:decorative xmlns:adec="http://schemas.microsoft.com/office/drawing/2017/decorative" val="1"/>
              </a:ext>
            </a:extLst>
          </p:cNvPr>
          <p:cNvSpPr>
            <a:spLocks noGrp="1"/>
          </p:cNvSpPr>
          <p:nvPr>
            <p:ph sz="quarter" idx="41" hasCustomPrompt="1"/>
          </p:nvPr>
        </p:nvSpPr>
        <p:spPr>
          <a:xfrm>
            <a:off x="1536192" y="6080759"/>
            <a:ext cx="5328000" cy="9144"/>
          </a:xfrm>
          <a:prstGeom prst="rect">
            <a:avLst/>
          </a:prstGeom>
          <a:solidFill>
            <a:srgbClr val="CCCCCC"/>
          </a:solidFill>
          <a:ln>
            <a:noFill/>
          </a:ln>
        </p:spPr>
        <p:txBody>
          <a:bodyPr/>
          <a:lstStyle>
            <a:lvl1pPr marL="0" indent="0">
              <a:buNone/>
              <a:defRPr sz="100">
                <a:solidFill>
                  <a:schemeClr val="tx1"/>
                </a:solidFill>
              </a:defRPr>
            </a:lvl1pPr>
          </a:lstStyle>
          <a:p>
            <a:pPr lvl="0"/>
            <a:r>
              <a:rPr lang="en-US" noProof="0"/>
              <a:t>.</a:t>
            </a:r>
          </a:p>
        </p:txBody>
      </p:sp>
      <p:sp>
        <p:nvSpPr>
          <p:cNvPr id="10" name="Picture Placeholder 20">
            <a:extLst>
              <a:ext uri="{FF2B5EF4-FFF2-40B4-BE49-F238E27FC236}">
                <a16:creationId xmlns:a16="http://schemas.microsoft.com/office/drawing/2014/main" id="{248D24D7-EC9C-F974-7D82-7F4B6F87926D}"/>
              </a:ext>
              <a:ext uri="{C183D7F6-B498-43B3-948B-1728B52AA6E4}">
                <adec:decorative xmlns:adec="http://schemas.microsoft.com/office/drawing/2017/decorative" val="1"/>
              </a:ext>
            </a:extLst>
          </p:cNvPr>
          <p:cNvSpPr>
            <a:spLocks noGrp="1"/>
          </p:cNvSpPr>
          <p:nvPr>
            <p:ph type="pic" sz="quarter" idx="14" hasCustomPrompt="1"/>
          </p:nvPr>
        </p:nvSpPr>
        <p:spPr>
          <a:xfrm>
            <a:off x="7620000" y="765176"/>
            <a:ext cx="3805238" cy="5327650"/>
          </a:xfrm>
          <a:prstGeom prst="rect">
            <a:avLst/>
          </a:prstGeom>
        </p:spPr>
        <p:txBody>
          <a:bodyPr lIns="0" tIns="0" rIns="0" bIns="0">
            <a:noAutofit/>
          </a:bodyPr>
          <a:lstStyle>
            <a:lvl1pPr marL="0" indent="0">
              <a:spcBef>
                <a:spcPts val="500"/>
              </a:spcBef>
              <a:buNone/>
              <a:defRPr lang="en-GB" sz="1800" kern="1200" baseline="0" noProof="0" dirty="0" smtClean="0">
                <a:solidFill>
                  <a:schemeClr val="tx1"/>
                </a:solidFill>
                <a:latin typeface="Arial" pitchFamily="34" charset="0"/>
                <a:ea typeface="+mn-ea"/>
                <a:cs typeface="+mn-cs"/>
                <a:sym typeface="Wingdings" panose="05000000000000000000" pitchFamily="2" charset="2"/>
              </a:defRPr>
            </a:lvl1pPr>
          </a:lstStyle>
          <a:p>
            <a:r>
              <a:rPr lang="en-US" noProof="0"/>
              <a:t>Click icon to add image. Images are available to download from the Brand Source image librarybrand.cgi.com</a:t>
            </a:r>
          </a:p>
        </p:txBody>
      </p:sp>
      <p:sp>
        <p:nvSpPr>
          <p:cNvPr id="2" name="Footer Placeholder 1">
            <a:extLst>
              <a:ext uri="{FF2B5EF4-FFF2-40B4-BE49-F238E27FC236}">
                <a16:creationId xmlns:a16="http://schemas.microsoft.com/office/drawing/2014/main" id="{11E23B5B-86A5-9929-E075-CFDE6B46C894}"/>
              </a:ext>
              <a:ext uri="{C183D7F6-B498-43B3-948B-1728B52AA6E4}">
                <adec:decorative xmlns:adec="http://schemas.microsoft.com/office/drawing/2017/decorative" val="1"/>
              </a:ext>
            </a:extLst>
          </p:cNvPr>
          <p:cNvSpPr>
            <a:spLocks noGrp="1"/>
          </p:cNvSpPr>
          <p:nvPr>
            <p:ph type="ftr" sz="quarter" idx="45"/>
          </p:nvPr>
        </p:nvSpPr>
        <p:spPr/>
        <p:txBody>
          <a:bodyPr/>
          <a:lstStyle/>
          <a:p>
            <a:endParaRPr lang="en-US" noProof="0"/>
          </a:p>
        </p:txBody>
      </p:sp>
      <p:sp>
        <p:nvSpPr>
          <p:cNvPr id="4" name="Slide Number Placeholder 3">
            <a:extLst>
              <a:ext uri="{FF2B5EF4-FFF2-40B4-BE49-F238E27FC236}">
                <a16:creationId xmlns:a16="http://schemas.microsoft.com/office/drawing/2014/main" id="{8C7834B6-7F1E-DDCB-2FF1-903263236C2C}"/>
              </a:ext>
              <a:ext uri="{C183D7F6-B498-43B3-948B-1728B52AA6E4}">
                <adec:decorative xmlns:adec="http://schemas.microsoft.com/office/drawing/2017/decorative" val="1"/>
              </a:ext>
            </a:extLst>
          </p:cNvPr>
          <p:cNvSpPr>
            <a:spLocks noGrp="1"/>
          </p:cNvSpPr>
          <p:nvPr>
            <p:ph type="sldNum" sz="quarter" idx="11"/>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70448321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slide – Layou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14A61-5FF4-45DD-DAC3-987C6FEDD01B}"/>
              </a:ext>
            </a:extLst>
          </p:cNvPr>
          <p:cNvSpPr>
            <a:spLocks noGrp="1"/>
          </p:cNvSpPr>
          <p:nvPr>
            <p:ph type="title" hasCustomPrompt="1"/>
          </p:nvPr>
        </p:nvSpPr>
        <p:spPr>
          <a:xfrm>
            <a:off x="4583114" y="682514"/>
            <a:ext cx="6842124" cy="532765"/>
          </a:xfrm>
        </p:spPr>
        <p:txBody>
          <a:bodyPr/>
          <a:lstStyle/>
          <a:p>
            <a:r>
              <a:rPr lang="en-US"/>
              <a:t>Agenda slide layout 5 - click to add title</a:t>
            </a:r>
          </a:p>
        </p:txBody>
      </p:sp>
      <p:sp>
        <p:nvSpPr>
          <p:cNvPr id="9" name="Content Placeholder 20">
            <a:extLst>
              <a:ext uri="{FF2B5EF4-FFF2-40B4-BE49-F238E27FC236}">
                <a16:creationId xmlns:a16="http://schemas.microsoft.com/office/drawing/2014/main" id="{F3FE636F-7D6F-A556-CB63-5058ECC92133}"/>
              </a:ext>
            </a:extLst>
          </p:cNvPr>
          <p:cNvSpPr>
            <a:spLocks noGrp="1"/>
          </p:cNvSpPr>
          <p:nvPr>
            <p:ph sz="quarter" idx="17" hasCustomPrompt="1"/>
          </p:nvPr>
        </p:nvSpPr>
        <p:spPr>
          <a:xfrm>
            <a:off x="4583114" y="1656522"/>
            <a:ext cx="6842124" cy="4436304"/>
          </a:xfrm>
          <a:prstGeom prst="rect">
            <a:avLst/>
          </a:prstGeom>
          <a:noFill/>
        </p:spPr>
        <p:txBody>
          <a:bodyPr lIns="0" tIns="0" rIns="0" bIns="0">
            <a:noAutofit/>
          </a:bodyPr>
          <a:lstStyle>
            <a:lvl1pPr marL="0" indent="0">
              <a:lnSpc>
                <a:spcPct val="150000"/>
              </a:lnSpc>
              <a:spcBef>
                <a:spcPts val="500"/>
              </a:spcBef>
              <a:buClr>
                <a:schemeClr val="tx1"/>
              </a:buClr>
              <a:buSzPct val="110000"/>
              <a:buFont typeface="Arial" pitchFamily="34" charset="0"/>
              <a:buNone/>
              <a:tabLst>
                <a:tab pos="2005013" algn="l"/>
              </a:tabLst>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1</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2</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3</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4</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5</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6</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7</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8</a:t>
            </a:r>
            <a:endParaRPr lang="en-US" sz="2000" b="0" i="0" u="none" strike="noStrike" noProof="0">
              <a:effectLst/>
              <a:latin typeface="Arial" panose="020B0604020202020204" pitchFamily="34" charset="0"/>
            </a:endParaRPr>
          </a:p>
        </p:txBody>
      </p:sp>
      <p:sp>
        <p:nvSpPr>
          <p:cNvPr id="8" name="Picture Placeholder 20">
            <a:extLst>
              <a:ext uri="{FF2B5EF4-FFF2-40B4-BE49-F238E27FC236}">
                <a16:creationId xmlns:a16="http://schemas.microsoft.com/office/drawing/2014/main" id="{E413754F-2B72-0B3F-616B-8E40CF51EF4C}"/>
              </a:ext>
              <a:ext uri="{C183D7F6-B498-43B3-948B-1728B52AA6E4}">
                <adec:decorative xmlns:adec="http://schemas.microsoft.com/office/drawing/2017/decorative" val="1"/>
              </a:ext>
            </a:extLst>
          </p:cNvPr>
          <p:cNvSpPr>
            <a:spLocks noGrp="1"/>
          </p:cNvSpPr>
          <p:nvPr>
            <p:ph type="pic" sz="quarter" idx="14" hasCustomPrompt="1"/>
          </p:nvPr>
        </p:nvSpPr>
        <p:spPr>
          <a:xfrm>
            <a:off x="791689" y="765176"/>
            <a:ext cx="3000849" cy="5327650"/>
          </a:xfrm>
          <a:prstGeom prst="rect">
            <a:avLst/>
          </a:prstGeom>
        </p:spPr>
        <p:txBody>
          <a:bodyPr lIns="0" tIns="0" rIns="0" bIns="0">
            <a:noAutofit/>
          </a:bodyPr>
          <a:lstStyle>
            <a:lvl1pPr marL="0" indent="0">
              <a:spcBef>
                <a:spcPts val="500"/>
              </a:spcBef>
              <a:buNone/>
              <a:defRPr lang="en-GB" sz="1800" kern="1200" baseline="0" noProof="0" dirty="0" smtClean="0">
                <a:solidFill>
                  <a:schemeClr val="tx1"/>
                </a:solidFill>
                <a:latin typeface="Arial" pitchFamily="34" charset="0"/>
                <a:ea typeface="+mn-ea"/>
                <a:cs typeface="+mn-cs"/>
                <a:sym typeface="Wingdings" panose="05000000000000000000" pitchFamily="2" charset="2"/>
              </a:defRPr>
            </a:lvl1pPr>
          </a:lstStyle>
          <a:p>
            <a:r>
              <a:rPr lang="en-US" noProof="0"/>
              <a:t>Click icon to add image. Images are available to download from the Brand Source image library  brand.cgi.com</a:t>
            </a:r>
          </a:p>
        </p:txBody>
      </p:sp>
      <p:sp>
        <p:nvSpPr>
          <p:cNvPr id="3" name="Footer Placeholder 2">
            <a:extLst>
              <a:ext uri="{FF2B5EF4-FFF2-40B4-BE49-F238E27FC236}">
                <a16:creationId xmlns:a16="http://schemas.microsoft.com/office/drawing/2014/main" id="{0950AFE0-3AA7-9C01-557E-34036BE2B914}"/>
              </a:ext>
              <a:ext uri="{C183D7F6-B498-43B3-948B-1728B52AA6E4}">
                <adec:decorative xmlns:adec="http://schemas.microsoft.com/office/drawing/2017/decorative" val="1"/>
              </a:ext>
            </a:extLst>
          </p:cNvPr>
          <p:cNvSpPr>
            <a:spLocks noGrp="1"/>
          </p:cNvSpPr>
          <p:nvPr>
            <p:ph type="ftr" sz="quarter" idx="19"/>
          </p:nvPr>
        </p:nvSpPr>
        <p:spPr>
          <a:xfrm>
            <a:off x="4038600" y="6967728"/>
            <a:ext cx="4114800" cy="137160"/>
          </a:xfrm>
        </p:spPr>
        <p:txBody>
          <a:bodyPr/>
          <a:lstStyle/>
          <a:p>
            <a:endParaRPr lang="en-US" noProof="0"/>
          </a:p>
        </p:txBody>
      </p:sp>
      <p:sp>
        <p:nvSpPr>
          <p:cNvPr id="7" name="Slide Number Placeholder">
            <a:extLst>
              <a:ext uri="{FF2B5EF4-FFF2-40B4-BE49-F238E27FC236}">
                <a16:creationId xmlns:a16="http://schemas.microsoft.com/office/drawing/2014/main" id="{72679693-BA13-5E4E-91BE-1606A75B027B}"/>
              </a:ext>
              <a:ext uri="{C183D7F6-B498-43B3-948B-1728B52AA6E4}">
                <adec:decorative xmlns:adec="http://schemas.microsoft.com/office/drawing/2017/decorative" val="1"/>
              </a:ext>
            </a:extLst>
          </p:cNvPr>
          <p:cNvSpPr>
            <a:spLocks noGrp="1"/>
          </p:cNvSpPr>
          <p:nvPr>
            <p:ph type="sldNum" sz="quarter" idx="4"/>
          </p:nvPr>
        </p:nvSpPr>
        <p:spPr>
          <a:xfrm>
            <a:off x="11163034" y="6967728"/>
            <a:ext cx="261660" cy="137160"/>
          </a:xfrm>
          <a:prstGeom prst="rect">
            <a:avLst/>
          </a:prstGeom>
        </p:spPr>
        <p:txBody>
          <a:bodyPr wrap="square" lIns="0" tIns="0" rIns="0" bIns="0" anchor="ctr"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907581607"/>
      </p:ext>
    </p:extLst>
  </p:cSld>
  <p:clrMapOvr>
    <a:masterClrMapping/>
  </p:clrMapOvr>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ad Only 2">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Content</a:t>
            </a:r>
            <a:br>
              <a:rPr lang="en-US" sz="16600" noProof="0">
                <a:solidFill>
                  <a:schemeClr val="bg1"/>
                </a:solidFill>
              </a:rPr>
            </a:br>
            <a:r>
              <a:rPr lang="en-US" sz="16600" noProof="0">
                <a:solidFill>
                  <a:schemeClr val="bg1"/>
                </a:solidFill>
              </a:rPr>
              <a:t>layouts</a:t>
            </a:r>
            <a:endParaRPr lang="en-US" sz="16600">
              <a:solidFill>
                <a:schemeClr val="bg1"/>
              </a:solidFill>
            </a:endParaRPr>
          </a:p>
        </p:txBody>
      </p:sp>
    </p:spTree>
    <p:extLst>
      <p:ext uri="{BB962C8B-B14F-4D97-AF65-F5344CB8AC3E}">
        <p14:creationId xmlns:p14="http://schemas.microsoft.com/office/powerpoint/2010/main" val="3096695318"/>
      </p:ext>
    </p:extLst>
  </p:cSld>
  <p:clrMapOvr>
    <a:masterClrMapping/>
  </p:clrMapOvr>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D62D33-9FEA-F269-5FD5-7B5DB87AA0AE}"/>
              </a:ext>
            </a:extLst>
          </p:cNvPr>
          <p:cNvSpPr>
            <a:spLocks noGrp="1"/>
          </p:cNvSpPr>
          <p:nvPr>
            <p:ph type="title" hasCustomPrompt="1"/>
          </p:nvPr>
        </p:nvSpPr>
        <p:spPr/>
        <p:txBody>
          <a:bodyPr/>
          <a:lstStyle/>
          <a:p>
            <a:r>
              <a:rPr lang="en-US"/>
              <a:t>Standard content slide – click to add title</a:t>
            </a:r>
          </a:p>
        </p:txBody>
      </p:sp>
      <p:sp>
        <p:nvSpPr>
          <p:cNvPr id="5" name="Content Placeholder 20">
            <a:extLst>
              <a:ext uri="{FF2B5EF4-FFF2-40B4-BE49-F238E27FC236}">
                <a16:creationId xmlns:a16="http://schemas.microsoft.com/office/drawing/2014/main" id="{6A54173B-8497-A140-8F24-1AF3E1B758D8}"/>
              </a:ext>
            </a:extLst>
          </p:cNvPr>
          <p:cNvSpPr>
            <a:spLocks noGrp="1"/>
          </p:cNvSpPr>
          <p:nvPr>
            <p:ph sz="quarter" idx="17" hasCustomPrompt="1"/>
          </p:nvPr>
        </p:nvSpPr>
        <p:spPr>
          <a:xfrm>
            <a:off x="766763" y="1527176"/>
            <a:ext cx="10658475"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6" name="Footer Placeholder 5">
            <a:extLst>
              <a:ext uri="{FF2B5EF4-FFF2-40B4-BE49-F238E27FC236}">
                <a16:creationId xmlns:a16="http://schemas.microsoft.com/office/drawing/2014/main" id="{3D76CFA5-EB83-A561-2284-3D83107B5542}"/>
              </a:ext>
              <a:ext uri="{C183D7F6-B498-43B3-948B-1728B52AA6E4}">
                <adec:decorative xmlns:adec="http://schemas.microsoft.com/office/drawing/2017/decorative" val="1"/>
              </a:ext>
            </a:extLst>
          </p:cNvPr>
          <p:cNvSpPr>
            <a:spLocks noGrp="1"/>
          </p:cNvSpPr>
          <p:nvPr>
            <p:ph type="ftr" sz="quarter" idx="20"/>
          </p:nvPr>
        </p:nvSpPr>
        <p:spPr>
          <a:xfrm>
            <a:off x="4038600" y="6965950"/>
            <a:ext cx="4114800" cy="137160"/>
          </a:xfrm>
        </p:spPr>
        <p:txBody>
          <a:bodyPr/>
          <a:lstStyle/>
          <a:p>
            <a:endParaRPr lang="en-US" noProof="0"/>
          </a:p>
        </p:txBody>
      </p:sp>
      <p:sp>
        <p:nvSpPr>
          <p:cNvPr id="2" name="Slide Number Placeholder 2">
            <a:extLst>
              <a:ext uri="{FF2B5EF4-FFF2-40B4-BE49-F238E27FC236}">
                <a16:creationId xmlns:a16="http://schemas.microsoft.com/office/drawing/2014/main" id="{A9D43B2A-0634-FFFC-5993-893162DDF73C}"/>
              </a:ext>
              <a:ext uri="{C183D7F6-B498-43B3-948B-1728B52AA6E4}">
                <adec:decorative xmlns:adec="http://schemas.microsoft.com/office/drawing/2017/decorative" val="1"/>
              </a:ext>
            </a:extLst>
          </p:cNvPr>
          <p:cNvSpPr>
            <a:spLocks noGrp="1"/>
          </p:cNvSpPr>
          <p:nvPr>
            <p:ph type="sldNum" sz="quarter" idx="10"/>
          </p:nvPr>
        </p:nvSpPr>
        <p:spPr>
          <a:xfrm>
            <a:off x="11163034" y="6965950"/>
            <a:ext cx="261660" cy="137160"/>
          </a:xfrm>
        </p:spPr>
        <p:txBody>
          <a:bodyPr>
            <a:noAutofit/>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49224200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footer">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D54BB2-D6CB-0180-A851-A5A81129AE1E}"/>
              </a:ext>
            </a:extLst>
          </p:cNvPr>
          <p:cNvSpPr>
            <a:spLocks noGrp="1"/>
          </p:cNvSpPr>
          <p:nvPr>
            <p:ph type="title" hasCustomPrompt="1"/>
          </p:nvPr>
        </p:nvSpPr>
        <p:spPr/>
        <p:txBody>
          <a:bodyPr/>
          <a:lstStyle/>
          <a:p>
            <a:r>
              <a:rPr lang="en-US"/>
              <a:t>Content slide with footer – click to add title</a:t>
            </a:r>
          </a:p>
        </p:txBody>
      </p:sp>
      <p:sp>
        <p:nvSpPr>
          <p:cNvPr id="11" name="Content Placeholder 20">
            <a:extLst>
              <a:ext uri="{FF2B5EF4-FFF2-40B4-BE49-F238E27FC236}">
                <a16:creationId xmlns:a16="http://schemas.microsoft.com/office/drawing/2014/main" id="{664288B6-E25D-149D-CA4E-3AC4D89126D2}"/>
              </a:ext>
            </a:extLst>
          </p:cNvPr>
          <p:cNvSpPr>
            <a:spLocks noGrp="1"/>
          </p:cNvSpPr>
          <p:nvPr>
            <p:ph sz="quarter" idx="17" hasCustomPrompt="1"/>
          </p:nvPr>
        </p:nvSpPr>
        <p:spPr>
          <a:xfrm>
            <a:off x="766763" y="1527047"/>
            <a:ext cx="10658475" cy="352044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10" name="Text Placeholder 9">
            <a:extLst>
              <a:ext uri="{FF2B5EF4-FFF2-40B4-BE49-F238E27FC236}">
                <a16:creationId xmlns:a16="http://schemas.microsoft.com/office/drawing/2014/main" id="{E70BE596-BF62-6182-8D96-2B94A0B6D54A}"/>
              </a:ext>
            </a:extLst>
          </p:cNvPr>
          <p:cNvSpPr>
            <a:spLocks noGrp="1"/>
          </p:cNvSpPr>
          <p:nvPr>
            <p:ph type="body" sz="quarter" idx="19"/>
          </p:nvPr>
        </p:nvSpPr>
        <p:spPr>
          <a:xfrm>
            <a:off x="768096" y="5349240"/>
            <a:ext cx="10661904" cy="740664"/>
          </a:xfrm>
          <a:prstGeom prst="rect">
            <a:avLst/>
          </a:prstGeom>
        </p:spPr>
        <p:txBody>
          <a:bodyPr lIns="0" tIns="0" rIns="0" bIns="0"/>
          <a:lstStyle>
            <a:lvl1pPr marL="0" indent="0">
              <a:buNone/>
              <a:defRPr sz="1800" b="0"/>
            </a:lvl1pPr>
            <a:lvl2pPr marL="457200" indent="0">
              <a:buNone/>
              <a:defRPr sz="1800"/>
            </a:lvl2pPr>
            <a:lvl3pPr>
              <a:defRPr sz="1800"/>
            </a:lvl3pPr>
            <a:lvl4pPr>
              <a:defRPr sz="1800"/>
            </a:lvl4pPr>
            <a:lvl5pPr>
              <a:defRPr sz="1800"/>
            </a:lvl5pPr>
          </a:lstStyle>
          <a:p>
            <a:pPr lvl="0"/>
            <a:r>
              <a:rPr lang="en-GB" noProof="0"/>
              <a:t>Click to edit Master text styles</a:t>
            </a:r>
          </a:p>
        </p:txBody>
      </p:sp>
      <p:sp>
        <p:nvSpPr>
          <p:cNvPr id="2" name="Footer Placeholder 1">
            <a:extLst>
              <a:ext uri="{FF2B5EF4-FFF2-40B4-BE49-F238E27FC236}">
                <a16:creationId xmlns:a16="http://schemas.microsoft.com/office/drawing/2014/main" id="{AE37A9F4-ACBC-2D14-03AD-EF4062476585}"/>
              </a:ext>
              <a:ext uri="{C183D7F6-B498-43B3-948B-1728B52AA6E4}">
                <adec:decorative xmlns:adec="http://schemas.microsoft.com/office/drawing/2017/decorative" val="1"/>
              </a:ext>
            </a:extLst>
          </p:cNvPr>
          <p:cNvSpPr>
            <a:spLocks noGrp="1"/>
          </p:cNvSpPr>
          <p:nvPr>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B30F9A04-27DF-54AE-C277-3B57C1FF6E6C}"/>
              </a:ext>
              <a:ext uri="{C183D7F6-B498-43B3-948B-1728B52AA6E4}">
                <adec:decorative xmlns:adec="http://schemas.microsoft.com/office/drawing/2017/decorative" val="1"/>
              </a:ext>
            </a:extLst>
          </p:cNvPr>
          <p:cNvSpPr>
            <a:spLocks noGrp="1"/>
          </p:cNvSpPr>
          <p:nvPr>
            <p:ph type="sldNum" sz="quarter" idx="22"/>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249155167"/>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lower subtitle/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E9C16F-4BA6-5D28-1408-BCF6059A4050}"/>
              </a:ext>
            </a:extLst>
          </p:cNvPr>
          <p:cNvSpPr>
            <a:spLocks noGrp="1"/>
          </p:cNvSpPr>
          <p:nvPr>
            <p:ph type="title" hasCustomPrompt="1"/>
          </p:nvPr>
        </p:nvSpPr>
        <p:spPr/>
        <p:txBody>
          <a:bodyPr/>
          <a:lstStyle/>
          <a:p>
            <a:r>
              <a:rPr lang="en-US"/>
              <a:t>Content slide with lower subtitle/heading – click to add title</a:t>
            </a:r>
          </a:p>
        </p:txBody>
      </p:sp>
      <p:sp>
        <p:nvSpPr>
          <p:cNvPr id="4" name="Subtitle Placeholder 14">
            <a:extLst>
              <a:ext uri="{FF2B5EF4-FFF2-40B4-BE49-F238E27FC236}">
                <a16:creationId xmlns:a16="http://schemas.microsoft.com/office/drawing/2014/main" id="{9950F591-6698-174F-81A5-43CD769B1073}"/>
              </a:ext>
            </a:extLst>
          </p:cNvPr>
          <p:cNvSpPr>
            <a:spLocks noGrp="1"/>
          </p:cNvSpPr>
          <p:nvPr>
            <p:ph idx="1" hasCustomPrompt="1"/>
          </p:nvPr>
        </p:nvSpPr>
        <p:spPr>
          <a:xfrm>
            <a:off x="766763" y="1212865"/>
            <a:ext cx="10658475" cy="823059"/>
          </a:xfrm>
          <a:prstGeom prst="rect">
            <a:avLst/>
          </a:prstGeom>
        </p:spPr>
        <p:txBody>
          <a:bodyPr lIns="0" tIns="0" rIns="0" bIns="0">
            <a:noAutofit/>
          </a:bodyPr>
          <a:lstStyle>
            <a:lvl1pPr marL="0" indent="0">
              <a:spcBef>
                <a:spcPts val="600"/>
              </a:spcBef>
              <a:buSzPct val="120000"/>
              <a:buFont typeface="Arial" pitchFamily="34" charset="0"/>
              <a:buNone/>
              <a:defRPr sz="2000" baseline="0">
                <a:solidFill>
                  <a:schemeClr val="tx1"/>
                </a:solidFill>
                <a:latin typeface="+mn-lt"/>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Click to add subtitle (align top) or content heading (align bottom)</a:t>
            </a:r>
          </a:p>
        </p:txBody>
      </p:sp>
      <p:sp>
        <p:nvSpPr>
          <p:cNvPr id="8" name="Content Placeholder 20">
            <a:extLst>
              <a:ext uri="{FF2B5EF4-FFF2-40B4-BE49-F238E27FC236}">
                <a16:creationId xmlns:a16="http://schemas.microsoft.com/office/drawing/2014/main" id="{52F090BE-320E-CCD3-7735-A8BD8CFEC4F9}"/>
              </a:ext>
            </a:extLst>
          </p:cNvPr>
          <p:cNvSpPr>
            <a:spLocks noGrp="1"/>
          </p:cNvSpPr>
          <p:nvPr>
            <p:ph sz="quarter" idx="17" hasCustomPrompt="1"/>
          </p:nvPr>
        </p:nvSpPr>
        <p:spPr>
          <a:xfrm>
            <a:off x="766763" y="2052242"/>
            <a:ext cx="10658475" cy="404058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B0EA9CA5-1476-F2C7-DB96-5E3787A7DB20}"/>
              </a:ext>
              <a:ext uri="{C183D7F6-B498-43B3-948B-1728B52AA6E4}">
                <adec:decorative xmlns:adec="http://schemas.microsoft.com/office/drawing/2017/decorative" val="1"/>
              </a:ext>
            </a:extLst>
          </p:cNvPr>
          <p:cNvSpPr>
            <a:spLocks noGrp="1"/>
          </p:cNvSpPr>
          <p:nvPr>
            <p:ph type="ftr" sz="quarter" idx="21"/>
          </p:nvPr>
        </p:nvSpPr>
        <p:spPr/>
        <p:txBody>
          <a:bodyPr/>
          <a:lstStyle/>
          <a:p>
            <a:endParaRPr lang="en-US" noProof="0"/>
          </a:p>
        </p:txBody>
      </p:sp>
      <p:sp>
        <p:nvSpPr>
          <p:cNvPr id="12" name="Slide Number Placeholder 11">
            <a:extLst>
              <a:ext uri="{FF2B5EF4-FFF2-40B4-BE49-F238E27FC236}">
                <a16:creationId xmlns:a16="http://schemas.microsoft.com/office/drawing/2014/main" id="{A056D98B-D0D7-47C9-A401-01F5D11D1E96}"/>
              </a:ext>
              <a:ext uri="{C183D7F6-B498-43B3-948B-1728B52AA6E4}">
                <adec:decorative xmlns:adec="http://schemas.microsoft.com/office/drawing/2017/decorative" val="1"/>
              </a:ext>
            </a:extLst>
          </p:cNvPr>
          <p:cNvSpPr>
            <a:spLocks noGrp="1"/>
          </p:cNvSpPr>
          <p:nvPr>
            <p:ph type="sldNum" sz="quarter" idx="20"/>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21317300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top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8F1887-46C2-764B-CD62-2CCAA108C5CC}"/>
              </a:ext>
            </a:extLst>
          </p:cNvPr>
          <p:cNvSpPr>
            <a:spLocks noGrp="1"/>
          </p:cNvSpPr>
          <p:nvPr>
            <p:ph type="title" hasCustomPrompt="1"/>
          </p:nvPr>
        </p:nvSpPr>
        <p:spPr/>
        <p:txBody>
          <a:bodyPr/>
          <a:lstStyle/>
          <a:p>
            <a:r>
              <a:rPr lang="en-US"/>
              <a:t>Content slide with top subtitle – click to add title</a:t>
            </a:r>
          </a:p>
        </p:txBody>
      </p:sp>
      <p:sp>
        <p:nvSpPr>
          <p:cNvPr id="15" name="Subtitle Placeholder 14">
            <a:extLst>
              <a:ext uri="{FF2B5EF4-FFF2-40B4-BE49-F238E27FC236}">
                <a16:creationId xmlns:a16="http://schemas.microsoft.com/office/drawing/2014/main" id="{1D337854-DE91-4D89-3C23-0C741A938573}"/>
              </a:ext>
            </a:extLst>
          </p:cNvPr>
          <p:cNvSpPr>
            <a:spLocks noGrp="1"/>
          </p:cNvSpPr>
          <p:nvPr>
            <p:ph type="body" sz="quarter" idx="19" hasCustomPrompt="1"/>
          </p:nvPr>
        </p:nvSpPr>
        <p:spPr>
          <a:xfrm>
            <a:off x="768096" y="493776"/>
            <a:ext cx="10661904" cy="192024"/>
          </a:xfrm>
          <a:prstGeom prst="rect">
            <a:avLst/>
          </a:prstGeom>
        </p:spPr>
        <p:txBody>
          <a:bodyPr lIns="0" tIns="0" rIns="0" bIns="0"/>
          <a:lstStyle>
            <a:lvl1pPr marL="0" indent="0">
              <a:buNone/>
              <a:defRPr sz="1200" cap="all" baseline="0"/>
            </a:lvl1pPr>
            <a:lvl2pPr marL="457200" indent="0">
              <a:buNone/>
              <a:defRPr/>
            </a:lvl2pPr>
          </a:lstStyle>
          <a:p>
            <a:pPr lvl="0"/>
            <a:r>
              <a:rPr lang="en-US" noProof="0"/>
              <a:t>CLICK TO ADD TOP SUBTITLE</a:t>
            </a:r>
          </a:p>
        </p:txBody>
      </p:sp>
      <p:sp>
        <p:nvSpPr>
          <p:cNvPr id="11" name="Content Placeholder 20">
            <a:extLst>
              <a:ext uri="{FF2B5EF4-FFF2-40B4-BE49-F238E27FC236}">
                <a16:creationId xmlns:a16="http://schemas.microsoft.com/office/drawing/2014/main" id="{33B0D3A4-3C87-C873-6889-FBD03968C92A}"/>
              </a:ext>
            </a:extLst>
          </p:cNvPr>
          <p:cNvSpPr>
            <a:spLocks noGrp="1"/>
          </p:cNvSpPr>
          <p:nvPr>
            <p:ph sz="quarter" idx="17" hasCustomPrompt="1"/>
          </p:nvPr>
        </p:nvSpPr>
        <p:spPr>
          <a:xfrm>
            <a:off x="766763" y="1527176"/>
            <a:ext cx="10658475"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E4F101EB-7095-792F-88CB-65BC1D48000C}"/>
              </a:ext>
              <a:ext uri="{C183D7F6-B498-43B3-948B-1728B52AA6E4}">
                <adec:decorative xmlns:adec="http://schemas.microsoft.com/office/drawing/2017/decorative" val="1"/>
              </a:ext>
            </a:extLst>
          </p:cNvPr>
          <p:cNvSpPr>
            <a:spLocks noGrp="1"/>
          </p:cNvSpPr>
          <p:nvPr>
            <p:ph type="ftr" sz="quarter" idx="23"/>
          </p:nvPr>
        </p:nvSpPr>
        <p:spPr/>
        <p:txBody>
          <a:bodyPr/>
          <a:lstStyle/>
          <a:p>
            <a:endParaRPr lang="en-US" noProof="0"/>
          </a:p>
        </p:txBody>
      </p:sp>
      <p:sp>
        <p:nvSpPr>
          <p:cNvPr id="8" name="Slide Number Placeholder 7">
            <a:extLst>
              <a:ext uri="{FF2B5EF4-FFF2-40B4-BE49-F238E27FC236}">
                <a16:creationId xmlns:a16="http://schemas.microsoft.com/office/drawing/2014/main" id="{AE3ADF45-7908-D034-459A-34D6592F8C9B}"/>
              </a:ext>
              <a:ext uri="{C183D7F6-B498-43B3-948B-1728B52AA6E4}">
                <adec:decorative xmlns:adec="http://schemas.microsoft.com/office/drawing/2017/decorative" val="1"/>
              </a:ext>
            </a:extLst>
          </p:cNvPr>
          <p:cNvSpPr>
            <a:spLocks noGrp="1"/>
          </p:cNvSpPr>
          <p:nvPr>
            <p:ph type="sldNum" sz="quarter" idx="22"/>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414387564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 right side im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305D69-9C61-BDCE-2371-631ABA70F137}"/>
              </a:ext>
            </a:extLst>
          </p:cNvPr>
          <p:cNvSpPr>
            <a:spLocks noGrp="1"/>
          </p:cNvSpPr>
          <p:nvPr>
            <p:ph type="title" hasCustomPrompt="1"/>
          </p:nvPr>
        </p:nvSpPr>
        <p:spPr/>
        <p:txBody>
          <a:bodyPr/>
          <a:lstStyle/>
          <a:p>
            <a:r>
              <a:rPr lang="en-US"/>
              <a:t>Content slide with right side image – click to add title </a:t>
            </a:r>
          </a:p>
        </p:txBody>
      </p:sp>
      <p:sp>
        <p:nvSpPr>
          <p:cNvPr id="4" name="Content Placeholder 20">
            <a:extLst>
              <a:ext uri="{FF2B5EF4-FFF2-40B4-BE49-F238E27FC236}">
                <a16:creationId xmlns:a16="http://schemas.microsoft.com/office/drawing/2014/main" id="{FC187CB4-59E4-E948-8C18-9F705140F8E7}"/>
              </a:ext>
            </a:extLst>
          </p:cNvPr>
          <p:cNvSpPr>
            <a:spLocks noGrp="1"/>
          </p:cNvSpPr>
          <p:nvPr>
            <p:ph sz="quarter" idx="17" hasCustomPrompt="1"/>
          </p:nvPr>
        </p:nvSpPr>
        <p:spPr>
          <a:xfrm>
            <a:off x="766763" y="1527176"/>
            <a:ext cx="7615237"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6" name="Picture Placeholder 11" descr="Image placeholder. Click icon to add image. Images are available to download from the Brand Source image library.">
            <a:extLst>
              <a:ext uri="{FF2B5EF4-FFF2-40B4-BE49-F238E27FC236}">
                <a16:creationId xmlns:a16="http://schemas.microsoft.com/office/drawing/2014/main" id="{2D34D49C-F4FA-B74B-BB7F-2282D9134435}"/>
              </a:ext>
              <a:ext uri="{C183D7F6-B498-43B3-948B-1728B52AA6E4}">
                <adec:decorative xmlns:adec="http://schemas.microsoft.com/office/drawing/2017/decorative" val="0"/>
              </a:ext>
            </a:extLst>
          </p:cNvPr>
          <p:cNvSpPr>
            <a:spLocks noGrp="1"/>
          </p:cNvSpPr>
          <p:nvPr>
            <p:ph type="pic" sz="quarter" idx="23" hasCustomPrompt="1"/>
          </p:nvPr>
        </p:nvSpPr>
        <p:spPr>
          <a:xfrm>
            <a:off x="9144000" y="1527176"/>
            <a:ext cx="2281239" cy="4565650"/>
          </a:xfrm>
          <a:prstGeom prst="rect">
            <a:avLst/>
          </a:prstGeom>
        </p:spPr>
        <p:txBody>
          <a:bodyPr lIns="0" tIns="0" rIns="0" bIns="0">
            <a:noAutofit/>
          </a:bodyPr>
          <a:lstStyle>
            <a:lvl1pPr marL="0" indent="0">
              <a:buFont typeface="Arial" pitchFamily="34" charset="0"/>
              <a:buNone/>
              <a:defRPr lang="en-AU" sz="1600" kern="1200" smtClean="0">
                <a:solidFill>
                  <a:schemeClr val="tx1"/>
                </a:solidFill>
                <a:latin typeface="+mn-lt"/>
                <a:ea typeface="+mn-ea"/>
                <a:cs typeface="+mn-cs"/>
                <a:sym typeface="Wingdings" panose="05000000000000000000" pitchFamily="2" charset="2"/>
              </a:defRPr>
            </a:lvl1pPr>
          </a:lstStyle>
          <a:p>
            <a:r>
              <a:rPr lang="en-US" noProof="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DAAD9D05-F87F-396A-A6CA-39A648D56F50}"/>
              </a:ext>
              <a:ext uri="{C183D7F6-B498-43B3-948B-1728B52AA6E4}">
                <adec:decorative xmlns:adec="http://schemas.microsoft.com/office/drawing/2017/decorative" val="1"/>
              </a:ext>
            </a:extLst>
          </p:cNvPr>
          <p:cNvSpPr>
            <a:spLocks noGrp="1"/>
          </p:cNvSpPr>
          <p:nvPr>
            <p:ph type="ftr" sz="quarter" idx="27"/>
          </p:nvPr>
        </p:nvSpPr>
        <p:spPr/>
        <p:txBody>
          <a:bodyPr/>
          <a:lstStyle/>
          <a:p>
            <a:endParaRPr lang="en-US" noProof="0"/>
          </a:p>
        </p:txBody>
      </p:sp>
      <p:sp>
        <p:nvSpPr>
          <p:cNvPr id="10" name="Slide Number Placeholder 9">
            <a:extLst>
              <a:ext uri="{FF2B5EF4-FFF2-40B4-BE49-F238E27FC236}">
                <a16:creationId xmlns:a16="http://schemas.microsoft.com/office/drawing/2014/main" id="{1FB2DA29-866C-745A-01A0-4C6BBD5028AA}"/>
              </a:ext>
              <a:ext uri="{C183D7F6-B498-43B3-948B-1728B52AA6E4}">
                <adec:decorative xmlns:adec="http://schemas.microsoft.com/office/drawing/2017/decorative" val="1"/>
              </a:ext>
            </a:extLst>
          </p:cNvPr>
          <p:cNvSpPr>
            <a:spLocks noGrp="1"/>
          </p:cNvSpPr>
          <p:nvPr>
            <p:ph type="sldNum" sz="quarter" idx="26"/>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64843972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preset gradient A G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6CF8DE-4B31-0E22-8123-B7645F0C30D6}"/>
              </a:ext>
            </a:extLst>
          </p:cNvPr>
          <p:cNvSpPr>
            <a:spLocks noGrp="1"/>
          </p:cNvSpPr>
          <p:nvPr>
            <p:ph type="title" hasCustomPrompt="1"/>
          </p:nvPr>
        </p:nvSpPr>
        <p:spPr>
          <a:xfrm>
            <a:off x="766763" y="682514"/>
            <a:ext cx="6089904" cy="532765"/>
          </a:xfrm>
        </p:spPr>
        <p:txBody>
          <a:bodyPr/>
          <a:lstStyle/>
          <a:p>
            <a:r>
              <a:rPr lang="en-US" noProof="0"/>
              <a:t>Content slide + preset graphic device</a:t>
            </a:r>
          </a:p>
        </p:txBody>
      </p:sp>
      <p:sp>
        <p:nvSpPr>
          <p:cNvPr id="13" name="Content Placeholder 20">
            <a:extLst>
              <a:ext uri="{FF2B5EF4-FFF2-40B4-BE49-F238E27FC236}">
                <a16:creationId xmlns:a16="http://schemas.microsoft.com/office/drawing/2014/main" id="{724BBC96-0D1F-2C4D-B3B5-A7EE6A8D87D1}"/>
              </a:ext>
            </a:extLst>
          </p:cNvPr>
          <p:cNvSpPr>
            <a:spLocks noGrp="1"/>
          </p:cNvSpPr>
          <p:nvPr>
            <p:ph sz="quarter" idx="18" hasCustomPrompt="1"/>
          </p:nvPr>
        </p:nvSpPr>
        <p:spPr>
          <a:xfrm>
            <a:off x="766763" y="1527176"/>
            <a:ext cx="6091237" cy="4565650"/>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mn-lt"/>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ct val="0"/>
              </a:spcBef>
              <a:spcAft>
                <a:spcPts val="0"/>
              </a:spcAft>
              <a:buClrTx/>
              <a:buSzTx/>
              <a:buFont typeface="Arial" pitchFamily="34" charset="0"/>
              <a:buNone/>
              <a:tabLst/>
              <a:defRPr/>
            </a:pPr>
            <a:r>
              <a:rPr lang="en-US" noProof="0"/>
              <a:t>Click to add text or select an icon to insert associated content (i.e., table, chart, picture or video). Images and video are available to download from brand.cgi.com.</a:t>
            </a:r>
          </a:p>
        </p:txBody>
      </p:sp>
      <p:sp>
        <p:nvSpPr>
          <p:cNvPr id="11" name="Freeform 6" descr="CGI cornerstone">
            <a:extLst>
              <a:ext uri="{FF2B5EF4-FFF2-40B4-BE49-F238E27FC236}">
                <a16:creationId xmlns:a16="http://schemas.microsoft.com/office/drawing/2014/main" id="{E92206DE-17C9-E04C-89B5-21C279EE24F8}"/>
              </a:ext>
              <a:ext uri="{C183D7F6-B498-43B3-948B-1728B52AA6E4}">
                <adec:decorative xmlns:adec="http://schemas.microsoft.com/office/drawing/2017/decorative" val="0"/>
              </a:ext>
            </a:extLst>
          </p:cNvPr>
          <p:cNvSpPr>
            <a:spLocks noChangeAspect="1"/>
          </p:cNvSpPr>
          <p:nvPr userDrawn="1"/>
        </p:nvSpPr>
        <p:spPr bwMode="auto">
          <a:xfrm rot="16200000" flipH="1">
            <a:off x="8373178" y="773997"/>
            <a:ext cx="3060882" cy="3043238"/>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2" name="Footer Placeholder 1">
            <a:extLst>
              <a:ext uri="{FF2B5EF4-FFF2-40B4-BE49-F238E27FC236}">
                <a16:creationId xmlns:a16="http://schemas.microsoft.com/office/drawing/2014/main" id="{2FD034D2-7903-2113-FE42-5B6F2BEFCB7E}"/>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7" name="Slide Number Placeholder 6">
            <a:extLst>
              <a:ext uri="{FF2B5EF4-FFF2-40B4-BE49-F238E27FC236}">
                <a16:creationId xmlns:a16="http://schemas.microsoft.com/office/drawing/2014/main" id="{C6E9A10A-9E04-DE05-5267-749EDA193B40}"/>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673903015"/>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preset gradient B G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BBE2AB-74DF-7C6B-5DDE-0697A5E3E445}"/>
              </a:ext>
            </a:extLst>
          </p:cNvPr>
          <p:cNvSpPr>
            <a:spLocks noGrp="1"/>
          </p:cNvSpPr>
          <p:nvPr>
            <p:ph type="title" hasCustomPrompt="1"/>
          </p:nvPr>
        </p:nvSpPr>
        <p:spPr>
          <a:xfrm>
            <a:off x="766763" y="682514"/>
            <a:ext cx="6089904" cy="532765"/>
          </a:xfrm>
        </p:spPr>
        <p:txBody>
          <a:bodyPr/>
          <a:lstStyle/>
          <a:p>
            <a:r>
              <a:rPr lang="en-US" noProof="0"/>
              <a:t>Content slide + preset graphic device</a:t>
            </a:r>
          </a:p>
        </p:txBody>
      </p:sp>
      <p:sp>
        <p:nvSpPr>
          <p:cNvPr id="13" name="Content Placeholder 20">
            <a:extLst>
              <a:ext uri="{FF2B5EF4-FFF2-40B4-BE49-F238E27FC236}">
                <a16:creationId xmlns:a16="http://schemas.microsoft.com/office/drawing/2014/main" id="{724BBC96-0D1F-2C4D-B3B5-A7EE6A8D87D1}"/>
              </a:ext>
            </a:extLst>
          </p:cNvPr>
          <p:cNvSpPr>
            <a:spLocks noGrp="1"/>
          </p:cNvSpPr>
          <p:nvPr>
            <p:ph sz="quarter" idx="18" hasCustomPrompt="1"/>
          </p:nvPr>
        </p:nvSpPr>
        <p:spPr>
          <a:xfrm>
            <a:off x="766763" y="1527176"/>
            <a:ext cx="6091237" cy="4565650"/>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mn-lt"/>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ct val="0"/>
              </a:spcBef>
              <a:spcAft>
                <a:spcPts val="0"/>
              </a:spcAft>
              <a:buClrTx/>
              <a:buSzTx/>
              <a:buFont typeface="Arial" pitchFamily="34" charset="0"/>
              <a:buNone/>
              <a:tabLst/>
              <a:defRPr/>
            </a:pPr>
            <a:r>
              <a:rPr lang="en-US" noProof="0"/>
              <a:t>Click to add text or select an icon to insert associated content (i.e., table, chart, picture or video). Images and video are available to download from brand.cgi.com.</a:t>
            </a:r>
          </a:p>
        </p:txBody>
      </p:sp>
      <p:sp>
        <p:nvSpPr>
          <p:cNvPr id="5" name="Freeform 6" descr="CGI cornerstone">
            <a:extLst>
              <a:ext uri="{FF2B5EF4-FFF2-40B4-BE49-F238E27FC236}">
                <a16:creationId xmlns:a16="http://schemas.microsoft.com/office/drawing/2014/main" id="{64B10321-E484-92E9-2D6D-8479B617BD37}"/>
              </a:ext>
              <a:ext uri="{C183D7F6-B498-43B3-948B-1728B52AA6E4}">
                <adec:decorative xmlns:adec="http://schemas.microsoft.com/office/drawing/2017/decorative" val="0"/>
              </a:ext>
            </a:extLst>
          </p:cNvPr>
          <p:cNvSpPr>
            <a:spLocks noChangeAspect="1"/>
          </p:cNvSpPr>
          <p:nvPr userDrawn="1"/>
        </p:nvSpPr>
        <p:spPr bwMode="auto">
          <a:xfrm rot="16200000" flipH="1">
            <a:off x="8375904" y="777240"/>
            <a:ext cx="3060882" cy="3043238"/>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a:bodyPr>
          <a:lstStyle/>
          <a:p>
            <a:pPr lvl="0"/>
            <a:endParaRPr lang="en-US" noProof="0"/>
          </a:p>
        </p:txBody>
      </p:sp>
      <p:sp>
        <p:nvSpPr>
          <p:cNvPr id="2" name="Footer Placeholder 1">
            <a:extLst>
              <a:ext uri="{FF2B5EF4-FFF2-40B4-BE49-F238E27FC236}">
                <a16:creationId xmlns:a16="http://schemas.microsoft.com/office/drawing/2014/main" id="{EEB43DFA-7A0F-803C-0600-FDAD97E1DCD2}"/>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8" name="Slide Number Placeholder 7">
            <a:extLst>
              <a:ext uri="{FF2B5EF4-FFF2-40B4-BE49-F238E27FC236}">
                <a16:creationId xmlns:a16="http://schemas.microsoft.com/office/drawing/2014/main" id="{A4C90010-93A7-4D95-4D42-49AA0D544B5D}"/>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411619896"/>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two">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516CAE9-EB95-AB28-DFD4-48E5F06DA62D}"/>
              </a:ext>
            </a:extLst>
          </p:cNvPr>
          <p:cNvSpPr>
            <a:spLocks noGrp="1"/>
          </p:cNvSpPr>
          <p:nvPr>
            <p:ph type="title" hasCustomPrompt="1"/>
          </p:nvPr>
        </p:nvSpPr>
        <p:spPr/>
        <p:txBody>
          <a:bodyPr/>
          <a:lstStyle/>
          <a:p>
            <a:r>
              <a:rPr lang="en-US"/>
              <a:t>Content slide with two content columns – click to add title</a:t>
            </a:r>
          </a:p>
        </p:txBody>
      </p:sp>
      <p:sp>
        <p:nvSpPr>
          <p:cNvPr id="4" name="Content Placeholder 20">
            <a:extLst>
              <a:ext uri="{FF2B5EF4-FFF2-40B4-BE49-F238E27FC236}">
                <a16:creationId xmlns:a16="http://schemas.microsoft.com/office/drawing/2014/main" id="{1098010A-37B8-1543-B650-F410D9020BD1}"/>
              </a:ext>
            </a:extLst>
          </p:cNvPr>
          <p:cNvSpPr>
            <a:spLocks noGrp="1"/>
          </p:cNvSpPr>
          <p:nvPr>
            <p:ph sz="quarter" idx="17" hasCustomPrompt="1"/>
          </p:nvPr>
        </p:nvSpPr>
        <p:spPr>
          <a:xfrm>
            <a:off x="766764" y="1527175"/>
            <a:ext cx="4948236"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Tx/>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SzTx/>
              <a:buFont typeface="Verdana" pitchFamily="34" charset="0"/>
              <a:buChar char="•"/>
              <a:defRPr sz="105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5" name="Content Placeholder 21">
            <a:extLst>
              <a:ext uri="{FF2B5EF4-FFF2-40B4-BE49-F238E27FC236}">
                <a16:creationId xmlns:a16="http://schemas.microsoft.com/office/drawing/2014/main" id="{3D191AF6-4147-D342-8647-88C4F48C1A6B}"/>
              </a:ext>
            </a:extLst>
          </p:cNvPr>
          <p:cNvSpPr>
            <a:spLocks noGrp="1"/>
          </p:cNvSpPr>
          <p:nvPr>
            <p:ph sz="quarter" idx="23" hasCustomPrompt="1"/>
          </p:nvPr>
        </p:nvSpPr>
        <p:spPr>
          <a:xfrm>
            <a:off x="6476215" y="1527175"/>
            <a:ext cx="4949024" cy="4565650"/>
          </a:xfrm>
          <a:prstGeom prst="rect">
            <a:avLst/>
          </a:prstGeom>
          <a:ln>
            <a:noFill/>
          </a:ln>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DACEF9CC-7F4F-C8E8-77F3-E9BBBFF61A13}"/>
              </a:ext>
              <a:ext uri="{C183D7F6-B498-43B3-948B-1728B52AA6E4}">
                <adec:decorative xmlns:adec="http://schemas.microsoft.com/office/drawing/2017/decorative" val="1"/>
              </a:ext>
            </a:extLst>
          </p:cNvPr>
          <p:cNvSpPr>
            <a:spLocks noGrp="1"/>
          </p:cNvSpPr>
          <p:nvPr>
            <p:ph type="ftr" sz="quarter" idx="27"/>
          </p:nvPr>
        </p:nvSpPr>
        <p:spPr/>
        <p:txBody>
          <a:bodyPr/>
          <a:lstStyle/>
          <a:p>
            <a:endParaRPr lang="en-US" noProof="0"/>
          </a:p>
        </p:txBody>
      </p:sp>
      <p:sp>
        <p:nvSpPr>
          <p:cNvPr id="10" name="Slide Number Placeholder 9">
            <a:extLst>
              <a:ext uri="{FF2B5EF4-FFF2-40B4-BE49-F238E27FC236}">
                <a16:creationId xmlns:a16="http://schemas.microsoft.com/office/drawing/2014/main" id="{4E70ED40-01C4-0425-2999-8CB8F2DA7A8D}"/>
              </a:ext>
              <a:ext uri="{C183D7F6-B498-43B3-948B-1728B52AA6E4}">
                <adec:decorative xmlns:adec="http://schemas.microsoft.com/office/drawing/2017/decorative" val="1"/>
              </a:ext>
            </a:extLst>
          </p:cNvPr>
          <p:cNvSpPr>
            <a:spLocks noGrp="1"/>
          </p:cNvSpPr>
          <p:nvPr>
            <p:ph type="sldNum" sz="quarter" idx="26"/>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4178010223"/>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1 headin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B85198-6C2C-31CE-C61D-9A214162DD9C}"/>
              </a:ext>
            </a:extLst>
          </p:cNvPr>
          <p:cNvSpPr>
            <a:spLocks noGrp="1"/>
          </p:cNvSpPr>
          <p:nvPr>
            <p:ph type="title" hasCustomPrompt="1"/>
          </p:nvPr>
        </p:nvSpPr>
        <p:spPr/>
        <p:txBody>
          <a:bodyPr/>
          <a:lstStyle/>
          <a:p>
            <a:r>
              <a:rPr lang="en-US"/>
              <a:t>Content slide with two columns + 1 heading – click to add title</a:t>
            </a:r>
          </a:p>
        </p:txBody>
      </p:sp>
      <p:sp>
        <p:nvSpPr>
          <p:cNvPr id="9" name="Text Placeholder 8">
            <a:extLst>
              <a:ext uri="{FF2B5EF4-FFF2-40B4-BE49-F238E27FC236}">
                <a16:creationId xmlns:a16="http://schemas.microsoft.com/office/drawing/2014/main" id="{476BAA4B-61EB-5A96-D086-EFCC55F4D624}"/>
              </a:ext>
            </a:extLst>
          </p:cNvPr>
          <p:cNvSpPr>
            <a:spLocks noGrp="1"/>
          </p:cNvSpPr>
          <p:nvPr>
            <p:ph type="body" sz="quarter" idx="26" hasCustomPrompt="1"/>
          </p:nvPr>
        </p:nvSpPr>
        <p:spPr>
          <a:xfrm>
            <a:off x="766762" y="1527048"/>
            <a:ext cx="10661904" cy="871538"/>
          </a:xfrm>
          <a:prstGeom prst="rect">
            <a:avLst/>
          </a:prstGeom>
        </p:spPr>
        <p:txBody>
          <a:bodyPr lIns="0" tIns="0" rIns="0" bIns="0" anchor="b"/>
          <a:lstStyle>
            <a:lvl1pPr marL="0" indent="0">
              <a:buNone/>
              <a:defRPr sz="2000"/>
            </a:lvl1pPr>
          </a:lstStyle>
          <a:p>
            <a:pPr lvl="0"/>
            <a:r>
              <a:rPr lang="en-US" noProof="0"/>
              <a:t>Click to add subtitle, heading or introduction text, align text top or bottom as needed.</a:t>
            </a:r>
          </a:p>
        </p:txBody>
      </p:sp>
      <p:sp>
        <p:nvSpPr>
          <p:cNvPr id="5" name="Content Placeholder 21">
            <a:extLst>
              <a:ext uri="{FF2B5EF4-FFF2-40B4-BE49-F238E27FC236}">
                <a16:creationId xmlns:a16="http://schemas.microsoft.com/office/drawing/2014/main" id="{04642528-8FF6-2D41-9E96-06B28BC27D1F}"/>
              </a:ext>
            </a:extLst>
          </p:cNvPr>
          <p:cNvSpPr>
            <a:spLocks noGrp="1"/>
          </p:cNvSpPr>
          <p:nvPr>
            <p:ph sz="quarter" idx="17" hasCustomPrompt="1"/>
          </p:nvPr>
        </p:nvSpPr>
        <p:spPr>
          <a:xfrm>
            <a:off x="766764" y="2596896"/>
            <a:ext cx="4948236" cy="3493008"/>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mn-lt"/>
                <a:sym typeface="Wingdings" panose="05000000000000000000" pitchFamily="2" charset="2"/>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p:txBody>
      </p:sp>
      <p:sp>
        <p:nvSpPr>
          <p:cNvPr id="6" name="Content Placeholder 22">
            <a:extLst>
              <a:ext uri="{FF2B5EF4-FFF2-40B4-BE49-F238E27FC236}">
                <a16:creationId xmlns:a16="http://schemas.microsoft.com/office/drawing/2014/main" id="{1F8D1EDC-16DC-1E49-9140-329AB89F3C31}"/>
              </a:ext>
            </a:extLst>
          </p:cNvPr>
          <p:cNvSpPr>
            <a:spLocks noGrp="1"/>
          </p:cNvSpPr>
          <p:nvPr>
            <p:ph sz="quarter" idx="23" hasCustomPrompt="1"/>
          </p:nvPr>
        </p:nvSpPr>
        <p:spPr>
          <a:xfrm>
            <a:off x="6477000" y="2596896"/>
            <a:ext cx="4948238" cy="3493008"/>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1800">
                <a:solidFill>
                  <a:schemeClr val="tx1"/>
                </a:solidFill>
                <a:latin typeface="+mn-lt"/>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p:txBody>
      </p:sp>
      <p:sp>
        <p:nvSpPr>
          <p:cNvPr id="2" name="Footer Placeholder 1">
            <a:extLst>
              <a:ext uri="{FF2B5EF4-FFF2-40B4-BE49-F238E27FC236}">
                <a16:creationId xmlns:a16="http://schemas.microsoft.com/office/drawing/2014/main" id="{73C12582-05E0-5B2C-89FF-F113AF238E94}"/>
              </a:ext>
              <a:ext uri="{C183D7F6-B498-43B3-948B-1728B52AA6E4}">
                <adec:decorative xmlns:adec="http://schemas.microsoft.com/office/drawing/2017/decorative" val="1"/>
              </a:ext>
            </a:extLst>
          </p:cNvPr>
          <p:cNvSpPr>
            <a:spLocks noGrp="1"/>
          </p:cNvSpPr>
          <p:nvPr>
            <p:ph type="ftr" sz="quarter" idx="30"/>
          </p:nvPr>
        </p:nvSpPr>
        <p:spPr/>
        <p:txBody>
          <a:bodyPr/>
          <a:lstStyle/>
          <a:p>
            <a:endParaRPr lang="en-US" noProof="0"/>
          </a:p>
        </p:txBody>
      </p:sp>
      <p:sp>
        <p:nvSpPr>
          <p:cNvPr id="11" name="Slide Number Placeholder 10">
            <a:extLst>
              <a:ext uri="{FF2B5EF4-FFF2-40B4-BE49-F238E27FC236}">
                <a16:creationId xmlns:a16="http://schemas.microsoft.com/office/drawing/2014/main" id="{675B9730-DEC2-8164-11CC-C7C739119DDC}"/>
              </a:ext>
              <a:ext uri="{C183D7F6-B498-43B3-948B-1728B52AA6E4}">
                <adec:decorative xmlns:adec="http://schemas.microsoft.com/office/drawing/2017/decorative" val="1"/>
              </a:ext>
            </a:extLst>
          </p:cNvPr>
          <p:cNvSpPr>
            <a:spLocks noGrp="1"/>
          </p:cNvSpPr>
          <p:nvPr>
            <p:ph type="sldNum" sz="quarter" idx="29"/>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534062148"/>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x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6164E1B-F377-3638-C24B-ED2381394C66}"/>
              </a:ext>
            </a:extLst>
          </p:cNvPr>
          <p:cNvSpPr>
            <a:spLocks noGrp="1"/>
          </p:cNvSpPr>
          <p:nvPr>
            <p:ph type="title" hasCustomPrompt="1"/>
          </p:nvPr>
        </p:nvSpPr>
        <p:spPr/>
        <p:txBody>
          <a:bodyPr/>
          <a:lstStyle/>
          <a:p>
            <a:r>
              <a:rPr lang="en-US"/>
              <a:t>Comparison slide with 2 columns + 2 headings – click to add title</a:t>
            </a:r>
          </a:p>
        </p:txBody>
      </p:sp>
      <p:sp>
        <p:nvSpPr>
          <p:cNvPr id="9" name="Text Placeholder 8">
            <a:extLst>
              <a:ext uri="{FF2B5EF4-FFF2-40B4-BE49-F238E27FC236}">
                <a16:creationId xmlns:a16="http://schemas.microsoft.com/office/drawing/2014/main" id="{846CD6E4-AE64-57BA-532A-9A08227631D1}"/>
              </a:ext>
            </a:extLst>
          </p:cNvPr>
          <p:cNvSpPr>
            <a:spLocks noGrp="1"/>
          </p:cNvSpPr>
          <p:nvPr>
            <p:ph type="body" sz="quarter" idx="28" hasCustomPrompt="1"/>
          </p:nvPr>
        </p:nvSpPr>
        <p:spPr>
          <a:xfrm>
            <a:off x="766763" y="1527048"/>
            <a:ext cx="4946650" cy="832104"/>
          </a:xfrm>
          <a:prstGeom prst="rect">
            <a:avLst/>
          </a:prstGeom>
        </p:spPr>
        <p:txBody>
          <a:bodyPr lIns="0" tIns="0" rIns="0" bIns="0" anchor="b"/>
          <a:lstStyle>
            <a:lvl1pPr marL="0" indent="0">
              <a:buNone/>
              <a:defRPr sz="2000">
                <a:latin typeface="+mj-lt"/>
              </a:defRPr>
            </a:lvl1pPr>
          </a:lstStyle>
          <a:p>
            <a:pPr lvl="0"/>
            <a:r>
              <a:rPr lang="en-US" noProof="0"/>
              <a:t>Click to add heading</a:t>
            </a:r>
          </a:p>
        </p:txBody>
      </p:sp>
      <p:sp>
        <p:nvSpPr>
          <p:cNvPr id="5" name="Content Placeholder 21">
            <a:extLst>
              <a:ext uri="{FF2B5EF4-FFF2-40B4-BE49-F238E27FC236}">
                <a16:creationId xmlns:a16="http://schemas.microsoft.com/office/drawing/2014/main" id="{04642528-8FF6-2D41-9E96-06B28BC27D1F}"/>
              </a:ext>
            </a:extLst>
          </p:cNvPr>
          <p:cNvSpPr>
            <a:spLocks noGrp="1"/>
          </p:cNvSpPr>
          <p:nvPr>
            <p:ph sz="quarter" idx="17" hasCustomPrompt="1"/>
          </p:nvPr>
        </p:nvSpPr>
        <p:spPr>
          <a:xfrm>
            <a:off x="766764" y="2596896"/>
            <a:ext cx="4948236" cy="3493008"/>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12" name="Text Placeholder 8">
            <a:extLst>
              <a:ext uri="{FF2B5EF4-FFF2-40B4-BE49-F238E27FC236}">
                <a16:creationId xmlns:a16="http://schemas.microsoft.com/office/drawing/2014/main" id="{022C64A1-C224-0E82-D864-8E5D3ABE313D}"/>
              </a:ext>
            </a:extLst>
          </p:cNvPr>
          <p:cNvSpPr>
            <a:spLocks noGrp="1"/>
          </p:cNvSpPr>
          <p:nvPr>
            <p:ph type="body" sz="quarter" idx="29" hasCustomPrompt="1"/>
          </p:nvPr>
        </p:nvSpPr>
        <p:spPr>
          <a:xfrm>
            <a:off x="6475413" y="1527048"/>
            <a:ext cx="4946650" cy="832104"/>
          </a:xfrm>
          <a:prstGeom prst="rect">
            <a:avLst/>
          </a:prstGeom>
        </p:spPr>
        <p:txBody>
          <a:bodyPr lIns="0" tIns="0" rIns="0" bIns="0" anchor="b"/>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6" name="Content Placeholder 22">
            <a:extLst>
              <a:ext uri="{FF2B5EF4-FFF2-40B4-BE49-F238E27FC236}">
                <a16:creationId xmlns:a16="http://schemas.microsoft.com/office/drawing/2014/main" id="{1F8D1EDC-16DC-1E49-9140-329AB89F3C31}"/>
              </a:ext>
            </a:extLst>
          </p:cNvPr>
          <p:cNvSpPr>
            <a:spLocks noGrp="1"/>
          </p:cNvSpPr>
          <p:nvPr>
            <p:ph sz="quarter" idx="23" hasCustomPrompt="1"/>
          </p:nvPr>
        </p:nvSpPr>
        <p:spPr>
          <a:xfrm>
            <a:off x="6477000" y="2596896"/>
            <a:ext cx="4948238" cy="3493008"/>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mn-lt"/>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rgbClr val="000000"/>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D8CA95F5-6310-5153-6F18-F9AA8ED3FB61}"/>
              </a:ext>
              <a:ext uri="{C183D7F6-B498-43B3-948B-1728B52AA6E4}">
                <adec:decorative xmlns:adec="http://schemas.microsoft.com/office/drawing/2017/decorative" val="1"/>
              </a:ext>
            </a:extLst>
          </p:cNvPr>
          <p:cNvSpPr>
            <a:spLocks noGrp="1"/>
          </p:cNvSpPr>
          <p:nvPr>
            <p:ph type="ftr" sz="quarter" idx="33"/>
          </p:nvPr>
        </p:nvSpPr>
        <p:spPr/>
        <p:txBody>
          <a:bodyPr/>
          <a:lstStyle/>
          <a:p>
            <a:endParaRPr lang="en-US" noProof="0"/>
          </a:p>
        </p:txBody>
      </p:sp>
      <p:sp>
        <p:nvSpPr>
          <p:cNvPr id="10" name="Slide Number Placeholder 9">
            <a:extLst>
              <a:ext uri="{FF2B5EF4-FFF2-40B4-BE49-F238E27FC236}">
                <a16:creationId xmlns:a16="http://schemas.microsoft.com/office/drawing/2014/main" id="{DDF268E6-3D9E-CD3C-8CC7-469874AC31A0}"/>
              </a:ext>
              <a:ext uri="{C183D7F6-B498-43B3-948B-1728B52AA6E4}">
                <adec:decorative xmlns:adec="http://schemas.microsoft.com/office/drawing/2017/decorative" val="1"/>
              </a:ext>
            </a:extLst>
          </p:cNvPr>
          <p:cNvSpPr>
            <a:spLocks noGrp="1"/>
          </p:cNvSpPr>
          <p:nvPr>
            <p:ph type="sldNum" sz="quarter" idx="32"/>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8763217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x3 (L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40CA416-0719-4312-1AE0-0E3860FA3C0B}"/>
              </a:ext>
            </a:extLst>
          </p:cNvPr>
          <p:cNvSpPr>
            <a:spLocks noGrp="1"/>
          </p:cNvSpPr>
          <p:nvPr>
            <p:ph type="title" hasCustomPrompt="1"/>
          </p:nvPr>
        </p:nvSpPr>
        <p:spPr/>
        <p:txBody>
          <a:bodyPr/>
          <a:lstStyle/>
          <a:p>
            <a:r>
              <a:rPr lang="en-US"/>
              <a:t>Comparison slide with 3 columns + 3 headings – click to add title</a:t>
            </a:r>
          </a:p>
        </p:txBody>
      </p:sp>
      <p:sp>
        <p:nvSpPr>
          <p:cNvPr id="5" name="Textbox title 1">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2" y="1527175"/>
            <a:ext cx="3044952" cy="828811"/>
          </a:xfrm>
          <a:prstGeom prst="rect">
            <a:avLst/>
          </a:prstGeom>
        </p:spPr>
        <p:txBody>
          <a:bodyPr lIns="0" tIns="0" rIns="0" bIns="0" anchor="b">
            <a:noAutofit/>
          </a:bodyPr>
          <a:lstStyle>
            <a:lvl1pPr marL="0" indent="0">
              <a:buNone/>
              <a:defRPr sz="2000">
                <a:solidFill>
                  <a:schemeClr val="tx1"/>
                </a:solidFill>
                <a:latin typeface="+mj-lt"/>
              </a:defRPr>
            </a:lvl1pPr>
          </a:lstStyle>
          <a:p>
            <a:pPr lvl="0"/>
            <a:r>
              <a:rPr lang="en-US" noProof="0"/>
              <a:t>Click to add heading. </a:t>
            </a:r>
          </a:p>
        </p:txBody>
      </p:sp>
      <p:sp>
        <p:nvSpPr>
          <p:cNvPr id="10" name="Content Placeholder 1">
            <a:extLst>
              <a:ext uri="{FF2B5EF4-FFF2-40B4-BE49-F238E27FC236}">
                <a16:creationId xmlns:a16="http://schemas.microsoft.com/office/drawing/2014/main" id="{C549CB31-46D0-77B4-39C0-176F159ACF92}"/>
              </a:ext>
            </a:extLst>
          </p:cNvPr>
          <p:cNvSpPr>
            <a:spLocks noGrp="1"/>
          </p:cNvSpPr>
          <p:nvPr>
            <p:ph sz="quarter" idx="20" hasCustomPrompt="1"/>
          </p:nvPr>
        </p:nvSpPr>
        <p:spPr>
          <a:xfrm>
            <a:off x="765737" y="2596896"/>
            <a:ext cx="3044952"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5" name="Textbox title 2">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4572000" y="1527175"/>
            <a:ext cx="3044952"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14" name="Content Placeholder 2">
            <a:extLst>
              <a:ext uri="{FF2B5EF4-FFF2-40B4-BE49-F238E27FC236}">
                <a16:creationId xmlns:a16="http://schemas.microsoft.com/office/drawing/2014/main" id="{300F928B-5FF8-07F3-0B9C-EC136E85B136}"/>
              </a:ext>
            </a:extLst>
          </p:cNvPr>
          <p:cNvSpPr>
            <a:spLocks noGrp="1"/>
          </p:cNvSpPr>
          <p:nvPr>
            <p:ph sz="quarter" idx="22" hasCustomPrompt="1"/>
          </p:nvPr>
        </p:nvSpPr>
        <p:spPr>
          <a:xfrm>
            <a:off x="4572000" y="2596896"/>
            <a:ext cx="3044952"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6" name="Textbox title 3">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8379742" y="1527175"/>
            <a:ext cx="3044952"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16" name="Content Placeholder 3">
            <a:extLst>
              <a:ext uri="{FF2B5EF4-FFF2-40B4-BE49-F238E27FC236}">
                <a16:creationId xmlns:a16="http://schemas.microsoft.com/office/drawing/2014/main" id="{4A208FFE-6EFD-D156-AA23-3E7CDCF7FECF}"/>
              </a:ext>
            </a:extLst>
          </p:cNvPr>
          <p:cNvSpPr>
            <a:spLocks noGrp="1"/>
          </p:cNvSpPr>
          <p:nvPr>
            <p:ph sz="quarter" idx="23" hasCustomPrompt="1"/>
          </p:nvPr>
        </p:nvSpPr>
        <p:spPr>
          <a:xfrm>
            <a:off x="8375904" y="2596896"/>
            <a:ext cx="3044952"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 name="Footer Placeholder 1">
            <a:extLst>
              <a:ext uri="{FF2B5EF4-FFF2-40B4-BE49-F238E27FC236}">
                <a16:creationId xmlns:a16="http://schemas.microsoft.com/office/drawing/2014/main" id="{DF7DC966-BB0B-F0CA-5981-D87E196C12C9}"/>
              </a:ext>
              <a:ext uri="{C183D7F6-B498-43B3-948B-1728B52AA6E4}">
                <adec:decorative xmlns:adec="http://schemas.microsoft.com/office/drawing/2017/decorative" val="1"/>
              </a:ext>
            </a:extLst>
          </p:cNvPr>
          <p:cNvSpPr>
            <a:spLocks noGrp="1"/>
          </p:cNvSpPr>
          <p:nvPr>
            <p:ph type="ftr" sz="quarter" idx="27"/>
          </p:nvPr>
        </p:nvSpPr>
        <p:spPr/>
        <p:txBody>
          <a:bodyPr/>
          <a:lstStyle>
            <a:lvl1pPr>
              <a:defRPr>
                <a:solidFill>
                  <a:srgbClr val="E6E6E6"/>
                </a:solidFill>
              </a:defRPr>
            </a:lvl1pPr>
          </a:lstStyle>
          <a:p>
            <a:endParaRPr lang="en-US" noProof="0"/>
          </a:p>
        </p:txBody>
      </p:sp>
      <p:sp>
        <p:nvSpPr>
          <p:cNvPr id="7" name="Slide Number Placeholder 6">
            <a:extLst>
              <a:ext uri="{FF2B5EF4-FFF2-40B4-BE49-F238E27FC236}">
                <a16:creationId xmlns:a16="http://schemas.microsoft.com/office/drawing/2014/main" id="{9546D298-729B-09F7-0711-9A41AB283E83}"/>
              </a:ext>
              <a:ext uri="{C183D7F6-B498-43B3-948B-1728B52AA6E4}">
                <adec:decorative xmlns:adec="http://schemas.microsoft.com/office/drawing/2017/decorative" val="1"/>
              </a:ext>
            </a:extLst>
          </p:cNvPr>
          <p:cNvSpPr>
            <a:spLocks noGrp="1"/>
          </p:cNvSpPr>
          <p:nvPr>
            <p:ph type="sldNum" sz="quarter" idx="26"/>
          </p:nvPr>
        </p:nvSpPr>
        <p:spPr/>
        <p:txBody>
          <a:bodyPr/>
          <a:lstStyle>
            <a:lvl1pPr>
              <a:defRPr>
                <a:solidFill>
                  <a:srgbClr val="E6E6E6"/>
                </a:solidFill>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348420122"/>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x3 (L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677150-E2E2-87B1-82B2-61A3264EE34E}"/>
              </a:ext>
            </a:extLst>
          </p:cNvPr>
          <p:cNvSpPr>
            <a:spLocks noGrp="1"/>
          </p:cNvSpPr>
          <p:nvPr>
            <p:ph type="title" hasCustomPrompt="1"/>
          </p:nvPr>
        </p:nvSpPr>
        <p:spPr>
          <a:noFill/>
        </p:spPr>
        <p:txBody>
          <a:bodyPr/>
          <a:lstStyle>
            <a:lvl1pPr>
              <a:defRPr/>
            </a:lvl1pPr>
          </a:lstStyle>
          <a:p>
            <a:r>
              <a:rPr lang="en-US" noProof="0"/>
              <a:t>Comparison slide with 3 columns (layout 2) – click to add title</a:t>
            </a:r>
          </a:p>
        </p:txBody>
      </p:sp>
      <p:sp>
        <p:nvSpPr>
          <p:cNvPr id="6" name="Content Placeholder 1">
            <a:extLst>
              <a:ext uri="{FF2B5EF4-FFF2-40B4-BE49-F238E27FC236}">
                <a16:creationId xmlns:a16="http://schemas.microsoft.com/office/drawing/2014/main" id="{1F01DE49-5620-98F5-132A-81DF9D9DB5B0}"/>
              </a:ext>
            </a:extLst>
          </p:cNvPr>
          <p:cNvSpPr>
            <a:spLocks noGrp="1"/>
          </p:cNvSpPr>
          <p:nvPr>
            <p:ph sz="quarter" idx="25" hasCustomPrompt="1"/>
          </p:nvPr>
        </p:nvSpPr>
        <p:spPr>
          <a:xfrm>
            <a:off x="768096" y="1527048"/>
            <a:ext cx="3043236" cy="28895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p:txBody>
      </p:sp>
      <p:sp>
        <p:nvSpPr>
          <p:cNvPr id="16" name="Content Placeholder 2">
            <a:extLst>
              <a:ext uri="{FF2B5EF4-FFF2-40B4-BE49-F238E27FC236}">
                <a16:creationId xmlns:a16="http://schemas.microsoft.com/office/drawing/2014/main" id="{BC03956D-46EB-3F49-A20A-7C378E0B76A2}"/>
              </a:ext>
            </a:extLst>
          </p:cNvPr>
          <p:cNvSpPr>
            <a:spLocks noGrp="1"/>
          </p:cNvSpPr>
          <p:nvPr>
            <p:ph sz="quarter" idx="17" hasCustomPrompt="1"/>
          </p:nvPr>
        </p:nvSpPr>
        <p:spPr>
          <a:xfrm>
            <a:off x="766764" y="4587460"/>
            <a:ext cx="3043236" cy="1505365"/>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7" name="Content Placeholder 3">
            <a:extLst>
              <a:ext uri="{FF2B5EF4-FFF2-40B4-BE49-F238E27FC236}">
                <a16:creationId xmlns:a16="http://schemas.microsoft.com/office/drawing/2014/main" id="{0349B463-A002-CADC-B028-A857A9D2B775}"/>
              </a:ext>
            </a:extLst>
          </p:cNvPr>
          <p:cNvSpPr>
            <a:spLocks noGrp="1"/>
          </p:cNvSpPr>
          <p:nvPr>
            <p:ph sz="quarter" idx="26" hasCustomPrompt="1"/>
          </p:nvPr>
        </p:nvSpPr>
        <p:spPr>
          <a:xfrm>
            <a:off x="4572000" y="1527048"/>
            <a:ext cx="3043236" cy="28895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17" name="Content Placeholder 4">
            <a:extLst>
              <a:ext uri="{FF2B5EF4-FFF2-40B4-BE49-F238E27FC236}">
                <a16:creationId xmlns:a16="http://schemas.microsoft.com/office/drawing/2014/main" id="{7A005D06-9E5F-7443-9230-0698D255E511}"/>
              </a:ext>
            </a:extLst>
          </p:cNvPr>
          <p:cNvSpPr>
            <a:spLocks noGrp="1"/>
          </p:cNvSpPr>
          <p:nvPr>
            <p:ph sz="quarter" idx="22" hasCustomPrompt="1"/>
          </p:nvPr>
        </p:nvSpPr>
        <p:spPr>
          <a:xfrm>
            <a:off x="4572000" y="4587460"/>
            <a:ext cx="3044952" cy="1505366"/>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a:p>
            <a:pPr lvl="0"/>
            <a:endParaRPr lang="en-US" noProof="0"/>
          </a:p>
        </p:txBody>
      </p:sp>
      <p:sp>
        <p:nvSpPr>
          <p:cNvPr id="8" name="Content Placeholder 5">
            <a:extLst>
              <a:ext uri="{FF2B5EF4-FFF2-40B4-BE49-F238E27FC236}">
                <a16:creationId xmlns:a16="http://schemas.microsoft.com/office/drawing/2014/main" id="{97B64D4C-EC56-7FFB-E206-D30E4C52DE50}"/>
              </a:ext>
            </a:extLst>
          </p:cNvPr>
          <p:cNvSpPr>
            <a:spLocks noGrp="1"/>
          </p:cNvSpPr>
          <p:nvPr>
            <p:ph sz="quarter" idx="27" hasCustomPrompt="1"/>
          </p:nvPr>
        </p:nvSpPr>
        <p:spPr>
          <a:xfrm>
            <a:off x="8381458" y="1527048"/>
            <a:ext cx="3043236" cy="28895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18" name="Content Placeholder 6">
            <a:extLst>
              <a:ext uri="{FF2B5EF4-FFF2-40B4-BE49-F238E27FC236}">
                <a16:creationId xmlns:a16="http://schemas.microsoft.com/office/drawing/2014/main" id="{01123FBB-4A46-6B4A-BA45-B31DC6905E51}"/>
              </a:ext>
            </a:extLst>
          </p:cNvPr>
          <p:cNvSpPr>
            <a:spLocks noGrp="1"/>
          </p:cNvSpPr>
          <p:nvPr>
            <p:ph sz="quarter" idx="23" hasCustomPrompt="1"/>
          </p:nvPr>
        </p:nvSpPr>
        <p:spPr>
          <a:xfrm>
            <a:off x="8382000" y="4587460"/>
            <a:ext cx="3043238" cy="1505366"/>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a:p>
            <a:pPr lvl="0"/>
            <a:endParaRPr lang="en-US" noProof="0"/>
          </a:p>
        </p:txBody>
      </p:sp>
      <p:sp>
        <p:nvSpPr>
          <p:cNvPr id="2" name="Footer Placeholder 1">
            <a:extLst>
              <a:ext uri="{FF2B5EF4-FFF2-40B4-BE49-F238E27FC236}">
                <a16:creationId xmlns:a16="http://schemas.microsoft.com/office/drawing/2014/main" id="{7C7B240D-EC07-BCEC-A132-C2589A9E1A4B}"/>
              </a:ext>
              <a:ext uri="{C183D7F6-B498-43B3-948B-1728B52AA6E4}">
                <adec:decorative xmlns:adec="http://schemas.microsoft.com/office/drawing/2017/decorative" val="1"/>
              </a:ext>
            </a:extLst>
          </p:cNvPr>
          <p:cNvSpPr>
            <a:spLocks noGrp="1"/>
          </p:cNvSpPr>
          <p:nvPr>
            <p:ph type="ftr" sz="quarter" idx="31"/>
          </p:nvPr>
        </p:nvSpPr>
        <p:spPr/>
        <p:txBody>
          <a:bodyPr/>
          <a:lstStyle/>
          <a:p>
            <a:endParaRPr lang="en-US" noProof="0"/>
          </a:p>
        </p:txBody>
      </p:sp>
      <p:sp>
        <p:nvSpPr>
          <p:cNvPr id="11" name="Slide Number Placeholder 10">
            <a:extLst>
              <a:ext uri="{FF2B5EF4-FFF2-40B4-BE49-F238E27FC236}">
                <a16:creationId xmlns:a16="http://schemas.microsoft.com/office/drawing/2014/main" id="{54326F86-700F-6DBD-58F6-906FF1E22AE8}"/>
              </a:ext>
              <a:ext uri="{C183D7F6-B498-43B3-948B-1728B52AA6E4}">
                <adec:decorative xmlns:adec="http://schemas.microsoft.com/office/drawing/2017/decorative" val="1"/>
              </a:ext>
            </a:extLst>
          </p:cNvPr>
          <p:cNvSpPr>
            <a:spLocks noGrp="1"/>
          </p:cNvSpPr>
          <p:nvPr>
            <p:ph type="sldNum" sz="quarter" idx="30"/>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233582093"/>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x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F4163AD-C768-E2F0-CB6B-BF3797DF1E58}"/>
              </a:ext>
            </a:extLst>
          </p:cNvPr>
          <p:cNvSpPr>
            <a:spLocks noGrp="1"/>
          </p:cNvSpPr>
          <p:nvPr>
            <p:ph type="title" hasCustomPrompt="1"/>
          </p:nvPr>
        </p:nvSpPr>
        <p:spPr/>
        <p:txBody>
          <a:bodyPr/>
          <a:lstStyle/>
          <a:p>
            <a:r>
              <a:rPr lang="en-US"/>
              <a:t>Comparison slide with 4 columns + 4 headings – click to add title</a:t>
            </a:r>
          </a:p>
        </p:txBody>
      </p:sp>
      <p:sp>
        <p:nvSpPr>
          <p:cNvPr id="5" name="Textbox title 1">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3" y="1527175"/>
            <a:ext cx="2281237"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7" name="Content Placeholder 1">
            <a:extLst>
              <a:ext uri="{FF2B5EF4-FFF2-40B4-BE49-F238E27FC236}">
                <a16:creationId xmlns:a16="http://schemas.microsoft.com/office/drawing/2014/main" id="{50812A03-61D4-6576-F299-AA737E4AB323}"/>
              </a:ext>
            </a:extLst>
          </p:cNvPr>
          <p:cNvSpPr>
            <a:spLocks noGrp="1"/>
          </p:cNvSpPr>
          <p:nvPr>
            <p:ph sz="quarter" idx="20" hasCustomPrompt="1"/>
          </p:nvPr>
        </p:nvSpPr>
        <p:spPr>
          <a:xfrm>
            <a:off x="765737"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5" name="Textbox title 2">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3562096" y="1527175"/>
            <a:ext cx="228600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0" name="Content Placeholder 2">
            <a:extLst>
              <a:ext uri="{FF2B5EF4-FFF2-40B4-BE49-F238E27FC236}">
                <a16:creationId xmlns:a16="http://schemas.microsoft.com/office/drawing/2014/main" id="{13DA1DF9-2B1D-FFD3-6085-B2E25AE04DF5}"/>
              </a:ext>
            </a:extLst>
          </p:cNvPr>
          <p:cNvSpPr>
            <a:spLocks noGrp="1"/>
          </p:cNvSpPr>
          <p:nvPr>
            <p:ph sz="quarter" idx="22" hasCustomPrompt="1"/>
          </p:nvPr>
        </p:nvSpPr>
        <p:spPr>
          <a:xfrm>
            <a:off x="3566160"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6" name="Textbox title 3">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6353048" y="1527175"/>
            <a:ext cx="228600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4" name="Content Placeholder 3">
            <a:extLst>
              <a:ext uri="{FF2B5EF4-FFF2-40B4-BE49-F238E27FC236}">
                <a16:creationId xmlns:a16="http://schemas.microsoft.com/office/drawing/2014/main" id="{4BEAA0E5-BD9F-0137-9891-EB0A8405A44E}"/>
              </a:ext>
            </a:extLst>
          </p:cNvPr>
          <p:cNvSpPr>
            <a:spLocks noGrp="1"/>
          </p:cNvSpPr>
          <p:nvPr>
            <p:ph sz="quarter" idx="23" hasCustomPrompt="1"/>
          </p:nvPr>
        </p:nvSpPr>
        <p:spPr>
          <a:xfrm>
            <a:off x="6355080"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7" name="Textbox title 4">
            <a:extLst>
              <a:ext uri="{FF2B5EF4-FFF2-40B4-BE49-F238E27FC236}">
                <a16:creationId xmlns:a16="http://schemas.microsoft.com/office/drawing/2014/main" id="{2E44F90D-4F8F-6A4F-96CB-3485E90F31A2}"/>
              </a:ext>
            </a:extLst>
          </p:cNvPr>
          <p:cNvSpPr>
            <a:spLocks noGrp="1"/>
          </p:cNvSpPr>
          <p:nvPr>
            <p:ph type="body" sz="quarter" idx="13" hasCustomPrompt="1"/>
          </p:nvPr>
        </p:nvSpPr>
        <p:spPr>
          <a:xfrm>
            <a:off x="9144000" y="1527175"/>
            <a:ext cx="228600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6" name="Content Placeholder 4">
            <a:extLst>
              <a:ext uri="{FF2B5EF4-FFF2-40B4-BE49-F238E27FC236}">
                <a16:creationId xmlns:a16="http://schemas.microsoft.com/office/drawing/2014/main" id="{13766EE0-2835-554A-4436-60DF6FA56BD0}"/>
              </a:ext>
            </a:extLst>
          </p:cNvPr>
          <p:cNvSpPr>
            <a:spLocks noGrp="1"/>
          </p:cNvSpPr>
          <p:nvPr>
            <p:ph sz="quarter" idx="24" hasCustomPrompt="1"/>
          </p:nvPr>
        </p:nvSpPr>
        <p:spPr>
          <a:xfrm>
            <a:off x="9144000"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 name="Footer Placeholder 1">
            <a:extLst>
              <a:ext uri="{FF2B5EF4-FFF2-40B4-BE49-F238E27FC236}">
                <a16:creationId xmlns:a16="http://schemas.microsoft.com/office/drawing/2014/main" id="{0F1F58D9-2A99-AC15-43B6-ABC2F633C61D}"/>
              </a:ext>
              <a:ext uri="{C183D7F6-B498-43B3-948B-1728B52AA6E4}">
                <adec:decorative xmlns:adec="http://schemas.microsoft.com/office/drawing/2017/decorative" val="1"/>
              </a:ext>
            </a:extLst>
          </p:cNvPr>
          <p:cNvSpPr>
            <a:spLocks noGrp="1"/>
          </p:cNvSpPr>
          <p:nvPr>
            <p:ph type="ftr" sz="quarter" idx="28"/>
          </p:nvPr>
        </p:nvSpPr>
        <p:spPr/>
        <p:txBody>
          <a:bodyPr/>
          <a:lstStyle/>
          <a:p>
            <a:endParaRPr lang="en-US" noProof="0"/>
          </a:p>
        </p:txBody>
      </p:sp>
      <p:sp>
        <p:nvSpPr>
          <p:cNvPr id="8" name="Slide Number Placeholder 7">
            <a:extLst>
              <a:ext uri="{FF2B5EF4-FFF2-40B4-BE49-F238E27FC236}">
                <a16:creationId xmlns:a16="http://schemas.microsoft.com/office/drawing/2014/main" id="{9C4917EC-02AC-2660-29AF-216C61AD20B2}"/>
              </a:ext>
              <a:ext uri="{C183D7F6-B498-43B3-948B-1728B52AA6E4}">
                <adec:decorative xmlns:adec="http://schemas.microsoft.com/office/drawing/2017/decorative" val="1"/>
              </a:ext>
            </a:extLst>
          </p:cNvPr>
          <p:cNvSpPr>
            <a:spLocks noGrp="1"/>
          </p:cNvSpPr>
          <p:nvPr>
            <p:ph type="sldNum" sz="quarter" idx="27"/>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514919638"/>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x5">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786B940-E6A0-53BD-76E5-3F59767B127D}"/>
              </a:ext>
            </a:extLst>
          </p:cNvPr>
          <p:cNvSpPr>
            <a:spLocks noGrp="1"/>
          </p:cNvSpPr>
          <p:nvPr>
            <p:ph type="title" hasCustomPrompt="1"/>
          </p:nvPr>
        </p:nvSpPr>
        <p:spPr/>
        <p:txBody>
          <a:bodyPr/>
          <a:lstStyle/>
          <a:p>
            <a:r>
              <a:rPr lang="en-US"/>
              <a:t>Comparison slide with 5 columns + 5 headings – click to add title</a:t>
            </a:r>
          </a:p>
        </p:txBody>
      </p:sp>
      <p:sp>
        <p:nvSpPr>
          <p:cNvPr id="5" name="Textbox title 1">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3" y="1527175"/>
            <a:ext cx="1874520"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7" name="Content Placeholder 1">
            <a:extLst>
              <a:ext uri="{FF2B5EF4-FFF2-40B4-BE49-F238E27FC236}">
                <a16:creationId xmlns:a16="http://schemas.microsoft.com/office/drawing/2014/main" id="{50812A03-61D4-6576-F299-AA737E4AB323}"/>
              </a:ext>
            </a:extLst>
          </p:cNvPr>
          <p:cNvSpPr>
            <a:spLocks noGrp="1"/>
          </p:cNvSpPr>
          <p:nvPr>
            <p:ph sz="quarter" idx="20" hasCustomPrompt="1"/>
          </p:nvPr>
        </p:nvSpPr>
        <p:spPr>
          <a:xfrm>
            <a:off x="765737"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5" name="Textbox title 2">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2962616"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0" name="Content Placeholder 2">
            <a:extLst>
              <a:ext uri="{FF2B5EF4-FFF2-40B4-BE49-F238E27FC236}">
                <a16:creationId xmlns:a16="http://schemas.microsoft.com/office/drawing/2014/main" id="{13DA1DF9-2B1D-FFD3-6085-B2E25AE04DF5}"/>
              </a:ext>
            </a:extLst>
          </p:cNvPr>
          <p:cNvSpPr>
            <a:spLocks noGrp="1"/>
          </p:cNvSpPr>
          <p:nvPr>
            <p:ph sz="quarter" idx="22" hasCustomPrompt="1"/>
          </p:nvPr>
        </p:nvSpPr>
        <p:spPr>
          <a:xfrm>
            <a:off x="2961846"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3" name="Textbox title 3">
            <a:extLst>
              <a:ext uri="{FF2B5EF4-FFF2-40B4-BE49-F238E27FC236}">
                <a16:creationId xmlns:a16="http://schemas.microsoft.com/office/drawing/2014/main" id="{4FFF4BFE-0073-ED16-634B-0B6BDEFA18E2}"/>
              </a:ext>
            </a:extLst>
          </p:cNvPr>
          <p:cNvSpPr>
            <a:spLocks noGrp="1"/>
          </p:cNvSpPr>
          <p:nvPr>
            <p:ph type="body" sz="quarter" idx="25" hasCustomPrompt="1"/>
          </p:nvPr>
        </p:nvSpPr>
        <p:spPr>
          <a:xfrm>
            <a:off x="5158469"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4" name="Content Placeholder 3">
            <a:extLst>
              <a:ext uri="{FF2B5EF4-FFF2-40B4-BE49-F238E27FC236}">
                <a16:creationId xmlns:a16="http://schemas.microsoft.com/office/drawing/2014/main" id="{969A739C-D330-3625-7AA0-907C0CFEC7C2}"/>
              </a:ext>
            </a:extLst>
          </p:cNvPr>
          <p:cNvSpPr>
            <a:spLocks noGrp="1"/>
          </p:cNvSpPr>
          <p:nvPr>
            <p:ph sz="quarter" idx="26" hasCustomPrompt="1"/>
          </p:nvPr>
        </p:nvSpPr>
        <p:spPr>
          <a:xfrm>
            <a:off x="5157955"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6" name="Textbox title 3">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7354322"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4" name="Content Placeholder 3">
            <a:extLst>
              <a:ext uri="{FF2B5EF4-FFF2-40B4-BE49-F238E27FC236}">
                <a16:creationId xmlns:a16="http://schemas.microsoft.com/office/drawing/2014/main" id="{4BEAA0E5-BD9F-0137-9891-EB0A8405A44E}"/>
              </a:ext>
            </a:extLst>
          </p:cNvPr>
          <p:cNvSpPr>
            <a:spLocks noGrp="1"/>
          </p:cNvSpPr>
          <p:nvPr>
            <p:ph sz="quarter" idx="23" hasCustomPrompt="1"/>
          </p:nvPr>
        </p:nvSpPr>
        <p:spPr>
          <a:xfrm>
            <a:off x="7354064"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7" name="Textbox title 4">
            <a:extLst>
              <a:ext uri="{FF2B5EF4-FFF2-40B4-BE49-F238E27FC236}">
                <a16:creationId xmlns:a16="http://schemas.microsoft.com/office/drawing/2014/main" id="{2E44F90D-4F8F-6A4F-96CB-3485E90F31A2}"/>
              </a:ext>
            </a:extLst>
          </p:cNvPr>
          <p:cNvSpPr>
            <a:spLocks noGrp="1"/>
          </p:cNvSpPr>
          <p:nvPr>
            <p:ph type="body" sz="quarter" idx="13" hasCustomPrompt="1"/>
          </p:nvPr>
        </p:nvSpPr>
        <p:spPr>
          <a:xfrm>
            <a:off x="9550174"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6" name="Content Placeholder 4">
            <a:extLst>
              <a:ext uri="{FF2B5EF4-FFF2-40B4-BE49-F238E27FC236}">
                <a16:creationId xmlns:a16="http://schemas.microsoft.com/office/drawing/2014/main" id="{13766EE0-2835-554A-4436-60DF6FA56BD0}"/>
              </a:ext>
            </a:extLst>
          </p:cNvPr>
          <p:cNvSpPr>
            <a:spLocks noGrp="1"/>
          </p:cNvSpPr>
          <p:nvPr>
            <p:ph sz="quarter" idx="24" hasCustomPrompt="1"/>
          </p:nvPr>
        </p:nvSpPr>
        <p:spPr>
          <a:xfrm>
            <a:off x="9550174"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 name="Footer Placeholder 1">
            <a:extLst>
              <a:ext uri="{FF2B5EF4-FFF2-40B4-BE49-F238E27FC236}">
                <a16:creationId xmlns:a16="http://schemas.microsoft.com/office/drawing/2014/main" id="{B8D49C1D-8B0E-1BD4-61F5-F8E3EF4993DB}"/>
              </a:ext>
              <a:ext uri="{C183D7F6-B498-43B3-948B-1728B52AA6E4}">
                <adec:decorative xmlns:adec="http://schemas.microsoft.com/office/drawing/2017/decorative" val="1"/>
              </a:ext>
            </a:extLst>
          </p:cNvPr>
          <p:cNvSpPr>
            <a:spLocks noGrp="1"/>
          </p:cNvSpPr>
          <p:nvPr>
            <p:ph type="ftr" sz="quarter" idx="30"/>
          </p:nvPr>
        </p:nvSpPr>
        <p:spPr/>
        <p:txBody>
          <a:bodyPr/>
          <a:lstStyle/>
          <a:p>
            <a:endParaRPr lang="en-US" noProof="0"/>
          </a:p>
        </p:txBody>
      </p:sp>
      <p:sp>
        <p:nvSpPr>
          <p:cNvPr id="12" name="Slide Number Placeholder 11">
            <a:extLst>
              <a:ext uri="{FF2B5EF4-FFF2-40B4-BE49-F238E27FC236}">
                <a16:creationId xmlns:a16="http://schemas.microsoft.com/office/drawing/2014/main" id="{34A65B4A-1014-D76A-81D8-0C8244F33ADB}"/>
              </a:ext>
              <a:ext uri="{C183D7F6-B498-43B3-948B-1728B52AA6E4}">
                <adec:decorative xmlns:adec="http://schemas.microsoft.com/office/drawing/2017/decorative" val="1"/>
              </a:ext>
            </a:extLst>
          </p:cNvPr>
          <p:cNvSpPr>
            <a:spLocks noGrp="1"/>
          </p:cNvSpPr>
          <p:nvPr>
            <p:ph type="sldNum" sz="quarter" idx="29"/>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32456954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rge image right+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0E22E1-2CCF-9AA7-4663-E0C5B011C1A9}"/>
              </a:ext>
            </a:extLst>
          </p:cNvPr>
          <p:cNvSpPr>
            <a:spLocks noGrp="1"/>
          </p:cNvSpPr>
          <p:nvPr>
            <p:ph type="title" hasCustomPrompt="1"/>
          </p:nvPr>
        </p:nvSpPr>
        <p:spPr>
          <a:xfrm>
            <a:off x="766763" y="682514"/>
            <a:ext cx="4572000" cy="532765"/>
          </a:xfrm>
        </p:spPr>
        <p:txBody>
          <a:bodyPr/>
          <a:lstStyle/>
          <a:p>
            <a:r>
              <a:rPr lang="en-US"/>
              <a:t>Click to add title</a:t>
            </a:r>
          </a:p>
        </p:txBody>
      </p:sp>
      <p:sp>
        <p:nvSpPr>
          <p:cNvPr id="6" name="Content Placeholder 20">
            <a:extLst>
              <a:ext uri="{FF2B5EF4-FFF2-40B4-BE49-F238E27FC236}">
                <a16:creationId xmlns:a16="http://schemas.microsoft.com/office/drawing/2014/main" id="{33476934-CF78-2D44-A533-364A3E20704C}"/>
              </a:ext>
            </a:extLst>
          </p:cNvPr>
          <p:cNvSpPr>
            <a:spLocks noGrp="1"/>
          </p:cNvSpPr>
          <p:nvPr>
            <p:ph sz="quarter" idx="17" hasCustomPrompt="1"/>
          </p:nvPr>
        </p:nvSpPr>
        <p:spPr>
          <a:xfrm>
            <a:off x="766763" y="1527175"/>
            <a:ext cx="4567237" cy="4565651"/>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p:txBody>
      </p:sp>
      <p:sp>
        <p:nvSpPr>
          <p:cNvPr id="2" name="Footer Placeholder 1">
            <a:extLst>
              <a:ext uri="{FF2B5EF4-FFF2-40B4-BE49-F238E27FC236}">
                <a16:creationId xmlns:a16="http://schemas.microsoft.com/office/drawing/2014/main" id="{A2777F67-088D-169E-D23B-911C753C5CE2}"/>
              </a:ext>
              <a:ext uri="{C183D7F6-B498-43B3-948B-1728B52AA6E4}">
                <adec:decorative xmlns:adec="http://schemas.microsoft.com/office/drawing/2017/decorative" val="1"/>
              </a:ext>
            </a:extLst>
          </p:cNvPr>
          <p:cNvSpPr>
            <a:spLocks noGrp="1"/>
          </p:cNvSpPr>
          <p:nvPr>
            <p:ph type="ftr" sz="quarter" idx="21"/>
          </p:nvPr>
        </p:nvSpPr>
        <p:spPr/>
        <p:txBody>
          <a:bodyPr/>
          <a:lstStyle/>
          <a:p>
            <a:endParaRPr lang="en-US" noProof="0"/>
          </a:p>
        </p:txBody>
      </p:sp>
      <p:sp>
        <p:nvSpPr>
          <p:cNvPr id="10" name="Slide Number Placeholder 9">
            <a:extLst>
              <a:ext uri="{FF2B5EF4-FFF2-40B4-BE49-F238E27FC236}">
                <a16:creationId xmlns:a16="http://schemas.microsoft.com/office/drawing/2014/main" id="{B0190D9E-5F99-B4FA-2E16-8DFE9960A3B1}"/>
              </a:ext>
              <a:ext uri="{C183D7F6-B498-43B3-948B-1728B52AA6E4}">
                <adec:decorative xmlns:adec="http://schemas.microsoft.com/office/drawing/2017/decorative" val="1"/>
              </a:ext>
            </a:extLst>
          </p:cNvPr>
          <p:cNvSpPr>
            <a:spLocks noGrp="1"/>
          </p:cNvSpPr>
          <p:nvPr>
            <p:ph type="sldNum" sz="quarter" idx="20"/>
          </p:nvPr>
        </p:nvSpPr>
        <p:spPr/>
        <p:txBody>
          <a:bodyPr/>
          <a:lstStyle/>
          <a:p>
            <a:fld id="{525A3C56-E491-49B2-93F3-63532DF516BC}" type="slidenum">
              <a:rPr lang="en-US" noProof="0" smtClean="0"/>
              <a:pPr/>
              <a:t>‹#›</a:t>
            </a:fld>
            <a:endParaRPr lang="en-US" noProof="0"/>
          </a:p>
        </p:txBody>
      </p:sp>
      <p:sp>
        <p:nvSpPr>
          <p:cNvPr id="4" name="Picture Placeholder 13">
            <a:extLst>
              <a:ext uri="{FF2B5EF4-FFF2-40B4-BE49-F238E27FC236}">
                <a16:creationId xmlns:a16="http://schemas.microsoft.com/office/drawing/2014/main" id="{F81F20BE-1A75-9622-C675-7A66B2B00211}"/>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en-GB"/>
              <a:t>Click icon to add picture</a:t>
            </a:r>
            <a:endParaRPr lang="en-GB" dirty="0"/>
          </a:p>
        </p:txBody>
      </p:sp>
      <p:sp>
        <p:nvSpPr>
          <p:cNvPr id="8" name="Freeform 7" descr="CGI cornerstone">
            <a:extLst>
              <a:ext uri="{FF2B5EF4-FFF2-40B4-BE49-F238E27FC236}">
                <a16:creationId xmlns:a16="http://schemas.microsoft.com/office/drawing/2014/main" id="{99515FB6-455C-4CD5-9EC4-D28B84B6F078}"/>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6000">
                <a:srgbClr val="FF6A00"/>
              </a:gs>
              <a:gs pos="33000">
                <a:srgbClr val="E31937"/>
              </a:gs>
              <a:gs pos="0">
                <a:srgbClr val="991F3D"/>
              </a:gs>
              <a:gs pos="10000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3767757441"/>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rge title +right imag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17AC7F31-D848-7A42-9ED8-A1A89D3409FC}"/>
              </a:ext>
            </a:extLst>
          </p:cNvPr>
          <p:cNvSpPr>
            <a:spLocks noGrp="1"/>
          </p:cNvSpPr>
          <p:nvPr>
            <p:ph type="title" hasCustomPrompt="1"/>
          </p:nvPr>
        </p:nvSpPr>
        <p:spPr>
          <a:xfrm>
            <a:off x="766764" y="619403"/>
            <a:ext cx="4567237"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a:t>Click to add title</a:t>
            </a:r>
          </a:p>
        </p:txBody>
      </p:sp>
      <p:sp>
        <p:nvSpPr>
          <p:cNvPr id="5" name="Content Placeholder 20">
            <a:extLst>
              <a:ext uri="{FF2B5EF4-FFF2-40B4-BE49-F238E27FC236}">
                <a16:creationId xmlns:a16="http://schemas.microsoft.com/office/drawing/2014/main" id="{B70092EE-877E-F647-8457-99B829A53438}"/>
              </a:ext>
            </a:extLst>
          </p:cNvPr>
          <p:cNvSpPr>
            <a:spLocks noGrp="1"/>
          </p:cNvSpPr>
          <p:nvPr>
            <p:ph sz="quarter" idx="17" hasCustomPrompt="1"/>
          </p:nvPr>
        </p:nvSpPr>
        <p:spPr>
          <a:xfrm>
            <a:off x="766764" y="3429000"/>
            <a:ext cx="4567237" cy="2663825"/>
          </a:xfrm>
          <a:prstGeom prst="rect">
            <a:avLst/>
          </a:prstGeom>
          <a:noFill/>
        </p:spPr>
        <p:txBody>
          <a:bodyPr lIns="0" tIns="0" rIns="0" bIns="0">
            <a:noAutofit/>
          </a:bodyPr>
          <a:lstStyle>
            <a:lvl1pPr marL="0" indent="0">
              <a:spcBef>
                <a:spcPts val="500"/>
              </a:spcBef>
              <a:buClr>
                <a:schemeClr val="tx1"/>
              </a:buClr>
              <a:buSzPct val="110000"/>
              <a:buFont typeface="Arial" pitchFamily="34" charset="0"/>
              <a:buNone/>
              <a:defRPr sz="2000" b="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6" name="Picture Placeholder 2" descr="Image placeholder. Click icon to add image. Images are available to download from the Brand Source image library.&#10;">
            <a:extLst>
              <a:ext uri="{FF2B5EF4-FFF2-40B4-BE49-F238E27FC236}">
                <a16:creationId xmlns:a16="http://schemas.microsoft.com/office/drawing/2014/main" id="{84A30FA9-EFE0-BD49-888A-59263379F2F6}"/>
              </a:ext>
              <a:ext uri="{C183D7F6-B498-43B3-948B-1728B52AA6E4}">
                <adec:decorative xmlns:adec="http://schemas.microsoft.com/office/drawing/2017/decorative" val="0"/>
              </a:ext>
            </a:extLst>
          </p:cNvPr>
          <p:cNvSpPr>
            <a:spLocks noGrp="1"/>
          </p:cNvSpPr>
          <p:nvPr>
            <p:ph type="pic" sz="quarter" idx="18" hasCustomPrompt="1"/>
          </p:nvPr>
        </p:nvSpPr>
        <p:spPr>
          <a:xfrm>
            <a:off x="6096000" y="765174"/>
            <a:ext cx="5329239" cy="5327651"/>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4AD02D09-217C-4FEB-7C49-069EB2FC1E2B}"/>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5D94A19A-67D7-850F-8887-B4BFAF0A2CED}"/>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764821314"/>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arge title+right graphic device">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EBAC359-7971-3346-8D90-684CC25CF1B3}"/>
              </a:ext>
            </a:extLst>
          </p:cNvPr>
          <p:cNvSpPr>
            <a:spLocks noGrp="1"/>
          </p:cNvSpPr>
          <p:nvPr>
            <p:ph type="title" hasCustomPrompt="1"/>
          </p:nvPr>
        </p:nvSpPr>
        <p:spPr>
          <a:xfrm>
            <a:off x="767700" y="619403"/>
            <a:ext cx="4556776"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a:t>Click to add title</a:t>
            </a:r>
          </a:p>
        </p:txBody>
      </p:sp>
      <p:sp>
        <p:nvSpPr>
          <p:cNvPr id="10" name="Content Placeholder 20">
            <a:extLst>
              <a:ext uri="{FF2B5EF4-FFF2-40B4-BE49-F238E27FC236}">
                <a16:creationId xmlns:a16="http://schemas.microsoft.com/office/drawing/2014/main" id="{724BBC96-0D1F-2C4D-B3B5-A7EE6A8D87D1}"/>
              </a:ext>
            </a:extLst>
          </p:cNvPr>
          <p:cNvSpPr>
            <a:spLocks noGrp="1"/>
          </p:cNvSpPr>
          <p:nvPr>
            <p:ph sz="quarter" idx="18" hasCustomPrompt="1"/>
          </p:nvPr>
        </p:nvSpPr>
        <p:spPr>
          <a:xfrm>
            <a:off x="766763" y="3429000"/>
            <a:ext cx="4567237" cy="2663825"/>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mn-lt"/>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6" name="Picture placeholder 8" descr="Image placeholder. Click icon to add image. Images are available to download from the Brand Source image library.&#10;">
            <a:extLst>
              <a:ext uri="{FF2B5EF4-FFF2-40B4-BE49-F238E27FC236}">
                <a16:creationId xmlns:a16="http://schemas.microsoft.com/office/drawing/2014/main" id="{C4B7093F-77F3-3449-9E60-BC70230FC0A3}"/>
              </a:ext>
              <a:ext uri="{C183D7F6-B498-43B3-948B-1728B52AA6E4}">
                <adec:decorative xmlns:adec="http://schemas.microsoft.com/office/drawing/2017/decorative" val="0"/>
              </a:ext>
            </a:extLst>
          </p:cNvPr>
          <p:cNvSpPr>
            <a:spLocks noGrp="1" noChangeAspect="1"/>
          </p:cNvSpPr>
          <p:nvPr>
            <p:ph type="pic" sz="quarter" idx="15" hasCustomPrompt="1"/>
          </p:nvPr>
        </p:nvSpPr>
        <p:spPr>
          <a:xfrm>
            <a:off x="6096000" y="765175"/>
            <a:ext cx="5332037" cy="5332038"/>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a:noFill/>
        </p:spPr>
        <p:txBody>
          <a:bodyPr wrap="square">
            <a:noAutofit/>
          </a:bodyPr>
          <a:lstStyle>
            <a:lvl1pPr marL="0" indent="0">
              <a:buNone/>
              <a:defRPr sz="1800">
                <a:sym typeface="Wingdings" panose="05000000000000000000" pitchFamily="2" charset="2"/>
              </a:defRPr>
            </a:lvl1pPr>
          </a:lstStyle>
          <a:p>
            <a:r>
              <a:rPr lang="en-US" sz="1800" noProof="0">
                <a:cs typeface="Arial" pitchFamily="34" charset="0"/>
              </a:rPr>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ADB4C667-0FA7-D609-1ADA-EB0C16E0746E}"/>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9" name="Slide Number Placeholder 8">
            <a:extLst>
              <a:ext uri="{FF2B5EF4-FFF2-40B4-BE49-F238E27FC236}">
                <a16:creationId xmlns:a16="http://schemas.microsoft.com/office/drawing/2014/main" id="{B2D0C67A-81E4-24D5-8D9F-71A927E7E326}"/>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598027867"/>
      </p:ext>
    </p:extLst>
  </p:cSld>
  <p:clrMapOvr>
    <a:masterClrMapping/>
  </p:clrMapOvr>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arge image left+content">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3E14D4F1-0AFF-214C-92AA-BD02450E38BA}"/>
              </a:ext>
            </a:extLst>
          </p:cNvPr>
          <p:cNvSpPr>
            <a:spLocks noGrp="1"/>
          </p:cNvSpPr>
          <p:nvPr>
            <p:ph type="title" hasCustomPrompt="1"/>
          </p:nvPr>
        </p:nvSpPr>
        <p:spPr>
          <a:xfrm>
            <a:off x="6858000" y="684000"/>
            <a:ext cx="4568023" cy="530352"/>
          </a:xfrm>
          <a:prstGeom prst="rect">
            <a:avLst/>
          </a:prstGeom>
        </p:spPr>
        <p:txBody>
          <a:bodyPr vert="horz" lIns="0" tIns="0" rIns="0" bIns="0" rtlCol="0" anchor="t" anchorCtr="0">
            <a:noAutofit/>
          </a:bodyPr>
          <a:lstStyle>
            <a:lvl1pPr>
              <a:defRPr>
                <a:solidFill>
                  <a:schemeClr val="tx1"/>
                </a:solidFill>
              </a:defRPr>
            </a:lvl1pPr>
          </a:lstStyle>
          <a:p>
            <a:r>
              <a:rPr lang="en-US" noProof="0"/>
              <a:t>Click to add title</a:t>
            </a:r>
          </a:p>
        </p:txBody>
      </p:sp>
      <p:sp>
        <p:nvSpPr>
          <p:cNvPr id="5" name="Content Placeholder 20">
            <a:extLst>
              <a:ext uri="{FF2B5EF4-FFF2-40B4-BE49-F238E27FC236}">
                <a16:creationId xmlns:a16="http://schemas.microsoft.com/office/drawing/2014/main" id="{6855D02E-339D-5043-B91B-5FF8B79BA5F8}"/>
              </a:ext>
            </a:extLst>
          </p:cNvPr>
          <p:cNvSpPr>
            <a:spLocks noGrp="1"/>
          </p:cNvSpPr>
          <p:nvPr>
            <p:ph sz="quarter" idx="17" hasCustomPrompt="1"/>
          </p:nvPr>
        </p:nvSpPr>
        <p:spPr>
          <a:xfrm>
            <a:off x="6858000" y="1527175"/>
            <a:ext cx="4566107"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a:p>
            <a:pPr lvl="0"/>
            <a:endParaRPr lang="en-US" noProof="0"/>
          </a:p>
        </p:txBody>
      </p:sp>
      <p:sp>
        <p:nvSpPr>
          <p:cNvPr id="2" name="Footer Placeholder 1">
            <a:extLst>
              <a:ext uri="{FF2B5EF4-FFF2-40B4-BE49-F238E27FC236}">
                <a16:creationId xmlns:a16="http://schemas.microsoft.com/office/drawing/2014/main" id="{EFCFB3ED-7781-D4EF-E83D-C48F05F58FB6}"/>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D049E518-0D49-2B58-4476-F2561B342B8E}"/>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a:p>
        </p:txBody>
      </p:sp>
      <p:sp>
        <p:nvSpPr>
          <p:cNvPr id="3" name="Picture Placeholder 13">
            <a:extLst>
              <a:ext uri="{FF2B5EF4-FFF2-40B4-BE49-F238E27FC236}">
                <a16:creationId xmlns:a16="http://schemas.microsoft.com/office/drawing/2014/main" id="{54964ECE-1B55-A207-005C-25E1C69E84A6}"/>
              </a:ext>
            </a:extLst>
          </p:cNvPr>
          <p:cNvSpPr>
            <a:spLocks noGrp="1"/>
          </p:cNvSpPr>
          <p:nvPr>
            <p:ph type="pic" sz="quarter" idx="16"/>
          </p:nvPr>
        </p:nvSpPr>
        <p:spPr>
          <a:xfrm>
            <a:off x="765978"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en-GB"/>
              <a:t>Click icon to add picture</a:t>
            </a:r>
            <a:endParaRPr lang="en-GB" dirty="0"/>
          </a:p>
        </p:txBody>
      </p:sp>
      <p:sp>
        <p:nvSpPr>
          <p:cNvPr id="6" name="Freeform 5" descr="CGI cornerstone">
            <a:extLst>
              <a:ext uri="{FF2B5EF4-FFF2-40B4-BE49-F238E27FC236}">
                <a16:creationId xmlns:a16="http://schemas.microsoft.com/office/drawing/2014/main" id="{6627F970-A1AA-A82F-55DE-1F22D0418728}"/>
              </a:ext>
              <a:ext uri="{C183D7F6-B498-43B3-948B-1728B52AA6E4}">
                <adec:decorative xmlns:adec="http://schemas.microsoft.com/office/drawing/2017/decorative" val="0"/>
              </a:ext>
            </a:extLst>
          </p:cNvPr>
          <p:cNvSpPr>
            <a:spLocks/>
          </p:cNvSpPr>
          <p:nvPr userDrawn="1"/>
        </p:nvSpPr>
        <p:spPr bwMode="auto">
          <a:xfrm rot="16200000" flipH="1">
            <a:off x="765977"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1201815292"/>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rge title +left imag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4E82D4CB-D75A-1A45-B05D-E33B4030488F}"/>
              </a:ext>
            </a:extLst>
          </p:cNvPr>
          <p:cNvSpPr>
            <a:spLocks noGrp="1"/>
          </p:cNvSpPr>
          <p:nvPr>
            <p:ph type="title" hasCustomPrompt="1"/>
          </p:nvPr>
        </p:nvSpPr>
        <p:spPr>
          <a:xfrm>
            <a:off x="6858001" y="621792"/>
            <a:ext cx="4567238" cy="2511382"/>
          </a:xfrm>
          <a:prstGeom prst="rect">
            <a:avLst/>
          </a:prstGeom>
        </p:spPr>
        <p:txBody>
          <a:bodyPr vert="horz" lIns="0" tIns="0" rIns="0" bIns="0" rtlCol="0" anchor="t" anchorCtr="0">
            <a:noAutofit/>
          </a:bodyPr>
          <a:lstStyle>
            <a:lvl1pPr>
              <a:defRPr sz="4800">
                <a:solidFill>
                  <a:schemeClr val="tx1"/>
                </a:solidFill>
              </a:defRPr>
            </a:lvl1pPr>
          </a:lstStyle>
          <a:p>
            <a:r>
              <a:rPr lang="en-US" noProof="0"/>
              <a:t>Click to add title</a:t>
            </a:r>
          </a:p>
        </p:txBody>
      </p:sp>
      <p:sp>
        <p:nvSpPr>
          <p:cNvPr id="6" name="Picture Placeholder 2" descr="Image placeholder. Click icon to add image. Images are available to download from the Brand Source image library.&#10;">
            <a:extLst>
              <a:ext uri="{FF2B5EF4-FFF2-40B4-BE49-F238E27FC236}">
                <a16:creationId xmlns:a16="http://schemas.microsoft.com/office/drawing/2014/main" id="{A46A2561-43A0-D843-B868-9E14FD55F20B}"/>
              </a:ext>
              <a:ext uri="{C183D7F6-B498-43B3-948B-1728B52AA6E4}">
                <adec:decorative xmlns:adec="http://schemas.microsoft.com/office/drawing/2017/decorative" val="0"/>
              </a:ext>
            </a:extLst>
          </p:cNvPr>
          <p:cNvSpPr>
            <a:spLocks noGrp="1"/>
          </p:cNvSpPr>
          <p:nvPr>
            <p:ph type="pic" sz="quarter" idx="18" hasCustomPrompt="1"/>
          </p:nvPr>
        </p:nvSpPr>
        <p:spPr>
          <a:xfrm>
            <a:off x="766763" y="765175"/>
            <a:ext cx="5329237" cy="5327650"/>
          </a:xfrm>
          <a:prstGeom prst="rect">
            <a:avLst/>
          </a:prstGeom>
        </p:spPr>
        <p:txBody>
          <a:bodyPr anchor="t" anchorCtr="0">
            <a:noAutofit/>
          </a:bodyPr>
          <a:lstStyle>
            <a:lvl1pPr marL="0" indent="0" algn="l">
              <a:buNone/>
              <a:defRPr sz="1800">
                <a:latin typeface="+mn-lt"/>
                <a:sym typeface="Wingdings" panose="05000000000000000000" pitchFamily="2" charset="2"/>
              </a:defRPr>
            </a:lvl1pPr>
          </a:lstStyle>
          <a:p>
            <a:r>
              <a:rPr lang="en-US" noProof="0"/>
              <a:t>Click icon to add image. Images are available to download from the Brand Source image library  brand.cgi.com</a:t>
            </a:r>
          </a:p>
        </p:txBody>
      </p:sp>
      <p:sp>
        <p:nvSpPr>
          <p:cNvPr id="5" name="Content Placeholder 20">
            <a:extLst>
              <a:ext uri="{FF2B5EF4-FFF2-40B4-BE49-F238E27FC236}">
                <a16:creationId xmlns:a16="http://schemas.microsoft.com/office/drawing/2014/main" id="{78BAFC30-690F-6A41-BE1B-8B7925B9B41A}"/>
              </a:ext>
            </a:extLst>
          </p:cNvPr>
          <p:cNvSpPr>
            <a:spLocks noGrp="1"/>
          </p:cNvSpPr>
          <p:nvPr>
            <p:ph sz="quarter" idx="17" hasCustomPrompt="1"/>
          </p:nvPr>
        </p:nvSpPr>
        <p:spPr>
          <a:xfrm>
            <a:off x="6858001" y="3429000"/>
            <a:ext cx="4567238" cy="2660904"/>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mn-lt"/>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2" name="Footer Placeholder 1">
            <a:extLst>
              <a:ext uri="{FF2B5EF4-FFF2-40B4-BE49-F238E27FC236}">
                <a16:creationId xmlns:a16="http://schemas.microsoft.com/office/drawing/2014/main" id="{1BB5AD0C-44EC-32B8-F1EF-E2197F69C25A}"/>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C26774E6-82FA-9467-E28A-C4CC98B3DEA3}"/>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43528866"/>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arge graphic device left+content">
    <p:spTree>
      <p:nvGrpSpPr>
        <p:cNvPr id="1" name=""/>
        <p:cNvGrpSpPr/>
        <p:nvPr/>
      </p:nvGrpSpPr>
      <p:grpSpPr>
        <a:xfrm>
          <a:off x="0" y="0"/>
          <a:ext cx="0" cy="0"/>
          <a:chOff x="0" y="0"/>
          <a:chExt cx="0" cy="0"/>
        </a:xfrm>
      </p:grpSpPr>
      <p:sp>
        <p:nvSpPr>
          <p:cNvPr id="8" name="Title 4">
            <a:extLst>
              <a:ext uri="{FF2B5EF4-FFF2-40B4-BE49-F238E27FC236}">
                <a16:creationId xmlns:a16="http://schemas.microsoft.com/office/drawing/2014/main" id="{B83A3C21-1796-71D9-30EA-EAA78864551D}"/>
              </a:ext>
            </a:extLst>
          </p:cNvPr>
          <p:cNvSpPr>
            <a:spLocks noGrp="1"/>
          </p:cNvSpPr>
          <p:nvPr>
            <p:ph type="title" hasCustomPrompt="1"/>
          </p:nvPr>
        </p:nvSpPr>
        <p:spPr>
          <a:xfrm>
            <a:off x="6858000" y="621792"/>
            <a:ext cx="4572000" cy="2514600"/>
          </a:xfrm>
        </p:spPr>
        <p:txBody>
          <a:bodyPr>
            <a:noAutofit/>
          </a:bodyPr>
          <a:lstStyle>
            <a:lvl1pPr>
              <a:defRPr sz="4800"/>
            </a:lvl1pPr>
          </a:lstStyle>
          <a:p>
            <a:r>
              <a:rPr lang="en-US" noProof="0"/>
              <a:t>Click to add title</a:t>
            </a:r>
          </a:p>
        </p:txBody>
      </p:sp>
      <p:sp>
        <p:nvSpPr>
          <p:cNvPr id="3" name="Picture placeholder 8" descr="Image placeholder. Click icon to add image. Images are available to download from the Brand Source image library.&#10;">
            <a:extLst>
              <a:ext uri="{FF2B5EF4-FFF2-40B4-BE49-F238E27FC236}">
                <a16:creationId xmlns:a16="http://schemas.microsoft.com/office/drawing/2014/main" id="{A421830E-43AD-2D8E-C6C8-BCE3A9BF6F1E}"/>
              </a:ext>
              <a:ext uri="{C183D7F6-B498-43B3-948B-1728B52AA6E4}">
                <adec:decorative xmlns:adec="http://schemas.microsoft.com/office/drawing/2017/decorative" val="0"/>
              </a:ext>
            </a:extLst>
          </p:cNvPr>
          <p:cNvSpPr>
            <a:spLocks noGrp="1" noChangeAspect="1"/>
          </p:cNvSpPr>
          <p:nvPr>
            <p:ph type="pic" sz="quarter" idx="15" hasCustomPrompt="1"/>
          </p:nvPr>
        </p:nvSpPr>
        <p:spPr>
          <a:xfrm>
            <a:off x="768096" y="765175"/>
            <a:ext cx="5332037" cy="5332038"/>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a:noFill/>
        </p:spPr>
        <p:txBody>
          <a:bodyPr wrap="square">
            <a:noAutofit/>
          </a:bodyPr>
          <a:lstStyle>
            <a:lvl1pPr marL="0" indent="0">
              <a:buNone/>
              <a:defRPr sz="1800">
                <a:sym typeface="Wingdings" panose="05000000000000000000" pitchFamily="2" charset="2"/>
              </a:defRPr>
            </a:lvl1pPr>
          </a:lstStyle>
          <a:p>
            <a:r>
              <a:rPr lang="en-US" sz="1800" noProof="0">
                <a:cs typeface="Arial" pitchFamily="34" charset="0"/>
              </a:rPr>
              <a:t>Click icon to add image. Images are available to download from the Brand Source image library  brand.cgi.com</a:t>
            </a:r>
          </a:p>
        </p:txBody>
      </p:sp>
      <p:sp>
        <p:nvSpPr>
          <p:cNvPr id="7" name="Content Placeholder 20">
            <a:extLst>
              <a:ext uri="{FF2B5EF4-FFF2-40B4-BE49-F238E27FC236}">
                <a16:creationId xmlns:a16="http://schemas.microsoft.com/office/drawing/2014/main" id="{0E9648EC-C942-EFC6-8E33-CAB1FAB99C7C}"/>
              </a:ext>
            </a:extLst>
          </p:cNvPr>
          <p:cNvSpPr>
            <a:spLocks noGrp="1"/>
          </p:cNvSpPr>
          <p:nvPr>
            <p:ph sz="quarter" idx="20" hasCustomPrompt="1"/>
          </p:nvPr>
        </p:nvSpPr>
        <p:spPr>
          <a:xfrm>
            <a:off x="6858002" y="3429000"/>
            <a:ext cx="4567237" cy="2660904"/>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2" name="Footer Placeholder 1">
            <a:extLst>
              <a:ext uri="{FF2B5EF4-FFF2-40B4-BE49-F238E27FC236}">
                <a16:creationId xmlns:a16="http://schemas.microsoft.com/office/drawing/2014/main" id="{5F2D5990-B71C-813A-9F27-4810CBA2E1F3}"/>
              </a:ext>
              <a:ext uri="{C183D7F6-B498-43B3-948B-1728B52AA6E4}">
                <adec:decorative xmlns:adec="http://schemas.microsoft.com/office/drawing/2017/decorative" val="1"/>
              </a:ext>
            </a:extLst>
          </p:cNvPr>
          <p:cNvSpPr>
            <a:spLocks noGrp="1"/>
          </p:cNvSpPr>
          <p:nvPr>
            <p:ph type="ftr" sz="quarter" idx="24"/>
          </p:nvPr>
        </p:nvSpPr>
        <p:spPr/>
        <p:txBody>
          <a:bodyPr/>
          <a:lstStyle/>
          <a:p>
            <a:endParaRPr lang="en-US" noProof="0"/>
          </a:p>
        </p:txBody>
      </p:sp>
      <p:sp>
        <p:nvSpPr>
          <p:cNvPr id="12" name="Slide Number Placeholder 11">
            <a:extLst>
              <a:ext uri="{FF2B5EF4-FFF2-40B4-BE49-F238E27FC236}">
                <a16:creationId xmlns:a16="http://schemas.microsoft.com/office/drawing/2014/main" id="{1463B1C6-8C17-350A-261D-406041A96245}"/>
              </a:ext>
              <a:ext uri="{C183D7F6-B498-43B3-948B-1728B52AA6E4}">
                <adec:decorative xmlns:adec="http://schemas.microsoft.com/office/drawing/2017/decorative" val="1"/>
              </a:ext>
            </a:extLst>
          </p:cNvPr>
          <p:cNvSpPr>
            <a:spLocks noGrp="1"/>
          </p:cNvSpPr>
          <p:nvPr>
            <p:ph type="sldNum" sz="quarter" idx="23"/>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699746258"/>
      </p:ext>
    </p:extLst>
  </p:cSld>
  <p:clrMapOvr>
    <a:masterClrMapping/>
  </p:clrMapOvr>
  <p:transition/>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uter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p:txBody>
          <a:bodyPr lIns="0"/>
          <a:lstStyle>
            <a:lvl1pPr>
              <a:defRPr/>
            </a:lvl1pPr>
          </a:lstStyle>
          <a:p>
            <a:r>
              <a:rPr lang="en-US" noProof="0"/>
              <a:t>Content slide with editable computer screen – click to add title</a:t>
            </a:r>
          </a:p>
        </p:txBody>
      </p:sp>
      <p:pic>
        <p:nvPicPr>
          <p:cNvPr id="4" name="Picture 3">
            <a:extLst>
              <a:ext uri="{FF2B5EF4-FFF2-40B4-BE49-F238E27FC236}">
                <a16:creationId xmlns:a16="http://schemas.microsoft.com/office/drawing/2014/main" id="{8CACD659-21BD-FF75-6930-8221A796EB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20545" y="1594918"/>
            <a:ext cx="5404149" cy="4580569"/>
          </a:xfrm>
          <a:prstGeom prst="rect">
            <a:avLst/>
          </a:prstGeom>
        </p:spPr>
      </p:pic>
      <p:sp>
        <p:nvSpPr>
          <p:cNvPr id="3" name="Footer Placeholder 2">
            <a:extLst>
              <a:ext uri="{FF2B5EF4-FFF2-40B4-BE49-F238E27FC236}">
                <a16:creationId xmlns:a16="http://schemas.microsoft.com/office/drawing/2014/main" id="{CCD897C4-E2F2-4CF8-5229-A76A4CC36652}"/>
              </a:ext>
              <a:ext uri="{C183D7F6-B498-43B3-948B-1728B52AA6E4}">
                <adec:decorative xmlns:adec="http://schemas.microsoft.com/office/drawing/2017/decorative" val="1"/>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13B1A9B0-8D59-83A5-4DBA-D7CE9A694A31}"/>
              </a:ext>
              <a:ext uri="{C183D7F6-B498-43B3-948B-1728B52AA6E4}">
                <adec:decorative xmlns:adec="http://schemas.microsoft.com/office/drawing/2017/decorative" val="1"/>
              </a:ext>
            </a:extLst>
          </p:cNvPr>
          <p:cNvSpPr>
            <a:spLocks noGrp="1"/>
          </p:cNvSpPr>
          <p:nvPr userDrawn="1">
            <p:ph type="sldNum" sz="quarter" idx="22"/>
          </p:nvPr>
        </p:nvSpPr>
        <p:spPr/>
        <p:txBody>
          <a:bodyPr/>
          <a:lstStyle/>
          <a:p>
            <a:fld id="{525A3C56-E491-49B2-93F3-63532DF516BC}" type="slidenum">
              <a:rPr lang="en-US" noProof="0" smtClean="0"/>
              <a:pPr/>
              <a:t>‹#›</a:t>
            </a:fld>
            <a:endParaRPr lang="en-US" noProof="0"/>
          </a:p>
        </p:txBody>
      </p:sp>
      <p:sp>
        <p:nvSpPr>
          <p:cNvPr id="7" name="Picture Placeholder 6">
            <a:extLst>
              <a:ext uri="{FF2B5EF4-FFF2-40B4-BE49-F238E27FC236}">
                <a16:creationId xmlns:a16="http://schemas.microsoft.com/office/drawing/2014/main" id="{52F58082-4E21-8983-9822-25F161D8E6C4}"/>
              </a:ext>
            </a:extLst>
          </p:cNvPr>
          <p:cNvSpPr>
            <a:spLocks noGrp="1"/>
          </p:cNvSpPr>
          <p:nvPr>
            <p:ph type="pic" sz="quarter" idx="24"/>
          </p:nvPr>
        </p:nvSpPr>
        <p:spPr>
          <a:xfrm>
            <a:off x="6199632" y="1783080"/>
            <a:ext cx="5038344" cy="2907792"/>
          </a:xfrm>
        </p:spPr>
        <p:txBody>
          <a:bodyPr lIns="91440" tIns="91440" rIns="91440" bIns="91440"/>
          <a:lstStyle>
            <a:lvl1pPr>
              <a:defRPr sz="2000"/>
            </a:lvl1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GB" noProof="0"/>
              <a:t>Click icon to add picture</a:t>
            </a:r>
            <a:endParaRPr lang="en-US" noProof="0"/>
          </a:p>
        </p:txBody>
      </p:sp>
      <p:sp>
        <p:nvSpPr>
          <p:cNvPr id="5" name="Content Placeholder 20">
            <a:extLst>
              <a:ext uri="{FF2B5EF4-FFF2-40B4-BE49-F238E27FC236}">
                <a16:creationId xmlns:a16="http://schemas.microsoft.com/office/drawing/2014/main" id="{7A5DC591-0F3B-CC93-78B8-9BED5DE66560}"/>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spTree>
    <p:extLst>
      <p:ext uri="{BB962C8B-B14F-4D97-AF65-F5344CB8AC3E}">
        <p14:creationId xmlns:p14="http://schemas.microsoft.com/office/powerpoint/2010/main" val="351479667"/>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aptop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p:txBody>
          <a:bodyPr/>
          <a:lstStyle>
            <a:lvl1pPr>
              <a:defRPr/>
            </a:lvl1pPr>
          </a:lstStyle>
          <a:p>
            <a:r>
              <a:rPr lang="en-US" noProof="0"/>
              <a:t>Content slide with editable laptop screen – click to add title</a:t>
            </a:r>
          </a:p>
        </p:txBody>
      </p:sp>
      <p:sp>
        <p:nvSpPr>
          <p:cNvPr id="14" name="Content Placeholder 20">
            <a:extLst>
              <a:ext uri="{FF2B5EF4-FFF2-40B4-BE49-F238E27FC236}">
                <a16:creationId xmlns:a16="http://schemas.microsoft.com/office/drawing/2014/main" id="{27B262E3-C2DF-AD9E-2069-876FCA1C8464}"/>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pic>
        <p:nvPicPr>
          <p:cNvPr id="4" name="Laptop" descr="Laptop">
            <a:extLst>
              <a:ext uri="{FF2B5EF4-FFF2-40B4-BE49-F238E27FC236}">
                <a16:creationId xmlns:a16="http://schemas.microsoft.com/office/drawing/2014/main" id="{2AADE652-AE35-AFBD-A1C4-B2BCED871A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78171" y="1532674"/>
            <a:ext cx="6913829" cy="4413037"/>
          </a:xfrm>
          <a:prstGeom prst="rect">
            <a:avLst/>
          </a:prstGeom>
        </p:spPr>
      </p:pic>
      <p:sp>
        <p:nvSpPr>
          <p:cNvPr id="5" name="Picture Placeholder 2" descr="Photograph of information aligning with slide content, displayed on a computer screen.">
            <a:extLst>
              <a:ext uri="{FF2B5EF4-FFF2-40B4-BE49-F238E27FC236}">
                <a16:creationId xmlns:a16="http://schemas.microsoft.com/office/drawing/2014/main" id="{91948F71-FA03-3475-4DF8-8A1530870041}"/>
              </a:ext>
              <a:ext uri="{C183D7F6-B498-43B3-948B-1728B52AA6E4}">
                <adec:decorative xmlns:adec="http://schemas.microsoft.com/office/drawing/2017/decorative" val="0"/>
              </a:ext>
            </a:extLst>
          </p:cNvPr>
          <p:cNvSpPr>
            <a:spLocks noGrp="1"/>
          </p:cNvSpPr>
          <p:nvPr>
            <p:ph type="pic" sz="quarter" idx="24"/>
          </p:nvPr>
        </p:nvSpPr>
        <p:spPr>
          <a:xfrm>
            <a:off x="6629400" y="1767176"/>
            <a:ext cx="5562600" cy="3607904"/>
          </a:xfrm>
          <a:prstGeom prst="rect">
            <a:avLst/>
          </a:prstGeom>
          <a:noFill/>
        </p:spPr>
        <p:txBody>
          <a:bodyPr lIns="91440" tIns="91440" rIns="91440" bIns="91440" anchor="t" anchorCtr="0">
            <a:normAutofit/>
          </a:bodyPr>
          <a:lstStyle>
            <a:lvl1pPr marL="0" indent="0" algn="l">
              <a:buNone/>
              <a:defRPr sz="2000"/>
            </a:lvl1pPr>
          </a:lstStyle>
          <a:p>
            <a:r>
              <a:rPr lang="en-GB" noProof="0"/>
              <a:t>Click icon to add picture</a:t>
            </a:r>
            <a:endParaRPr lang="en-US" noProof="0"/>
          </a:p>
        </p:txBody>
      </p:sp>
      <p:sp>
        <p:nvSpPr>
          <p:cNvPr id="3" name="Footer Placeholder 2">
            <a:extLst>
              <a:ext uri="{FF2B5EF4-FFF2-40B4-BE49-F238E27FC236}">
                <a16:creationId xmlns:a16="http://schemas.microsoft.com/office/drawing/2014/main" id="{6E47998D-D816-211C-2B52-20DC56458634}"/>
              </a:ext>
              <a:ext uri="{C183D7F6-B498-43B3-948B-1728B52AA6E4}">
                <adec:decorative xmlns:adec="http://schemas.microsoft.com/office/drawing/2017/decorative" val="0"/>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53447895-D093-DE49-C329-17565F7FABBB}"/>
              </a:ext>
            </a:extLst>
          </p:cNvPr>
          <p:cNvSpPr>
            <a:spLocks noGrp="1"/>
          </p:cNvSpPr>
          <p:nvPr userDrawn="1">
            <p:ph type="sldNum" sz="quarter" idx="22"/>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637006035"/>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t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a:noFill/>
        </p:spPr>
        <p:txBody>
          <a:bodyPr/>
          <a:lstStyle>
            <a:lvl1pPr>
              <a:defRPr/>
            </a:lvl1pPr>
          </a:lstStyle>
          <a:p>
            <a:r>
              <a:rPr lang="en-US" noProof="0"/>
              <a:t>Content slide with editable tablet screen – click to add title</a:t>
            </a:r>
          </a:p>
        </p:txBody>
      </p:sp>
      <p:pic>
        <p:nvPicPr>
          <p:cNvPr id="4" name="Picture 3" descr="Tablet with blank screen.">
            <a:extLst>
              <a:ext uri="{FF2B5EF4-FFF2-40B4-BE49-F238E27FC236}">
                <a16:creationId xmlns:a16="http://schemas.microsoft.com/office/drawing/2014/main" id="{CD542B68-861B-4C30-90C5-5016FA3109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44053" y="1578394"/>
            <a:ext cx="4075070" cy="4642813"/>
          </a:xfrm>
          <a:prstGeom prst="rect">
            <a:avLst/>
          </a:prstGeom>
        </p:spPr>
      </p:pic>
      <p:sp>
        <p:nvSpPr>
          <p:cNvPr id="11" name="Picture Placeholder 2" descr="Placeholder to add picture of information aligning with slide content, displayed on a tablet screen.">
            <a:extLst>
              <a:ext uri="{FF2B5EF4-FFF2-40B4-BE49-F238E27FC236}">
                <a16:creationId xmlns:a16="http://schemas.microsoft.com/office/drawing/2014/main" id="{08B77F00-A11D-0CF2-7AE7-A86D95DA19EA}"/>
              </a:ext>
              <a:ext uri="{C183D7F6-B498-43B3-948B-1728B52AA6E4}">
                <adec:decorative xmlns:adec="http://schemas.microsoft.com/office/drawing/2017/decorative" val="0"/>
              </a:ext>
            </a:extLst>
          </p:cNvPr>
          <p:cNvSpPr>
            <a:spLocks noGrp="1"/>
          </p:cNvSpPr>
          <p:nvPr>
            <p:ph type="pic" sz="quarter" idx="18"/>
          </p:nvPr>
        </p:nvSpPr>
        <p:spPr>
          <a:xfrm>
            <a:off x="7022592" y="1920240"/>
            <a:ext cx="2907792" cy="3749040"/>
          </a:xfrm>
          <a:prstGeom prst="rect">
            <a:avLst/>
          </a:prstGeom>
          <a:noFill/>
          <a:ln>
            <a:noFill/>
          </a:ln>
        </p:spPr>
        <p:txBody>
          <a:bodyPr lIns="91440" tIns="91440" rIns="91440" bIns="91440" anchor="t" anchorCtr="0"/>
          <a:lstStyle>
            <a:lvl1pPr marL="0" indent="0" algn="ctr">
              <a:buNone/>
              <a:defRPr sz="2000"/>
            </a:lvl1pPr>
          </a:lstStyle>
          <a:p>
            <a:r>
              <a:rPr lang="en-GB" noProof="0"/>
              <a:t>Click icon to add picture</a:t>
            </a:r>
            <a:endParaRPr lang="en-US" noProof="0"/>
          </a:p>
        </p:txBody>
      </p:sp>
      <p:sp>
        <p:nvSpPr>
          <p:cNvPr id="3" name="Footer Placeholder 2">
            <a:extLst>
              <a:ext uri="{FF2B5EF4-FFF2-40B4-BE49-F238E27FC236}">
                <a16:creationId xmlns:a16="http://schemas.microsoft.com/office/drawing/2014/main" id="{551FF1A3-1160-C4C4-A626-206C16181D21}"/>
              </a:ext>
              <a:ext uri="{C183D7F6-B498-43B3-948B-1728B52AA6E4}">
                <adec:decorative xmlns:adec="http://schemas.microsoft.com/office/drawing/2017/decorative" val="1"/>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9E659B3B-343D-4046-633E-2244C47D9ED4}"/>
              </a:ext>
              <a:ext uri="{C183D7F6-B498-43B3-948B-1728B52AA6E4}">
                <adec:decorative xmlns:adec="http://schemas.microsoft.com/office/drawing/2017/decorative" val="1"/>
              </a:ext>
            </a:extLst>
          </p:cNvPr>
          <p:cNvSpPr>
            <a:spLocks noGrp="1"/>
          </p:cNvSpPr>
          <p:nvPr userDrawn="1">
            <p:ph type="sldNum" sz="quarter" idx="22"/>
          </p:nvPr>
        </p:nvSpPr>
        <p:spPr/>
        <p:txBody>
          <a:bodyPr/>
          <a:lstStyle/>
          <a:p>
            <a:fld id="{525A3C56-E491-49B2-93F3-63532DF516BC}" type="slidenum">
              <a:rPr lang="en-US" noProof="0" smtClean="0"/>
              <a:pPr/>
              <a:t>‹#›</a:t>
            </a:fld>
            <a:endParaRPr lang="en-US" noProof="0"/>
          </a:p>
        </p:txBody>
      </p:sp>
      <p:sp>
        <p:nvSpPr>
          <p:cNvPr id="5" name="Content Placeholder 20">
            <a:extLst>
              <a:ext uri="{FF2B5EF4-FFF2-40B4-BE49-F238E27FC236}">
                <a16:creationId xmlns:a16="http://schemas.microsoft.com/office/drawing/2014/main" id="{5E6282E1-2EC2-E37A-5839-3290768DE8BE}"/>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spTree>
    <p:extLst>
      <p:ext uri="{BB962C8B-B14F-4D97-AF65-F5344CB8AC3E}">
        <p14:creationId xmlns:p14="http://schemas.microsoft.com/office/powerpoint/2010/main" val="2571257292"/>
      </p:ext>
    </p:extLst>
  </p:cSld>
  <p:clrMapOvr>
    <a:masterClrMapping/>
  </p:clrMapOvr>
  <p:transition/>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Mobile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p:txBody>
          <a:bodyPr/>
          <a:lstStyle>
            <a:lvl1pPr>
              <a:defRPr/>
            </a:lvl1pPr>
          </a:lstStyle>
          <a:p>
            <a:r>
              <a:rPr lang="en-US" noProof="0"/>
              <a:t>Content slide with editable mobile phone screen – click to add title</a:t>
            </a:r>
          </a:p>
        </p:txBody>
      </p:sp>
      <p:pic>
        <p:nvPicPr>
          <p:cNvPr id="4" name="Picture 3">
            <a:extLst>
              <a:ext uri="{FF2B5EF4-FFF2-40B4-BE49-F238E27FC236}">
                <a16:creationId xmlns:a16="http://schemas.microsoft.com/office/drawing/2014/main" id="{4C0811E1-3F8E-2C46-3C75-8CFD0806D4F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370657" y="1532674"/>
            <a:ext cx="2797893" cy="4727592"/>
          </a:xfrm>
          <a:prstGeom prst="rect">
            <a:avLst/>
          </a:prstGeom>
        </p:spPr>
      </p:pic>
      <p:sp>
        <p:nvSpPr>
          <p:cNvPr id="3" name="Footer Placeholder 2">
            <a:extLst>
              <a:ext uri="{FF2B5EF4-FFF2-40B4-BE49-F238E27FC236}">
                <a16:creationId xmlns:a16="http://schemas.microsoft.com/office/drawing/2014/main" id="{4DC01B46-EE15-3169-76FA-5E007386196A}"/>
              </a:ext>
              <a:ext uri="{C183D7F6-B498-43B3-948B-1728B52AA6E4}">
                <adec:decorative xmlns:adec="http://schemas.microsoft.com/office/drawing/2017/decorative" val="1"/>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230ED152-8F64-205C-DD05-E8E32791A0E3}"/>
              </a:ext>
              <a:ext uri="{C183D7F6-B498-43B3-948B-1728B52AA6E4}">
                <adec:decorative xmlns:adec="http://schemas.microsoft.com/office/drawing/2017/decorative" val="1"/>
              </a:ext>
            </a:extLst>
          </p:cNvPr>
          <p:cNvSpPr>
            <a:spLocks noGrp="1"/>
          </p:cNvSpPr>
          <p:nvPr userDrawn="1">
            <p:ph type="sldNum" sz="quarter" idx="22"/>
          </p:nvPr>
        </p:nvSpPr>
        <p:spPr/>
        <p:txBody>
          <a:bodyPr/>
          <a:lstStyle/>
          <a:p>
            <a:fld id="{525A3C56-E491-49B2-93F3-63532DF516BC}" type="slidenum">
              <a:rPr lang="en-US" noProof="0" smtClean="0"/>
              <a:pPr/>
              <a:t>‹#›</a:t>
            </a:fld>
            <a:endParaRPr lang="en-US" noProof="0"/>
          </a:p>
        </p:txBody>
      </p:sp>
      <p:sp>
        <p:nvSpPr>
          <p:cNvPr id="7" name="Picture Placeholder 6">
            <a:extLst>
              <a:ext uri="{FF2B5EF4-FFF2-40B4-BE49-F238E27FC236}">
                <a16:creationId xmlns:a16="http://schemas.microsoft.com/office/drawing/2014/main" id="{7AAACC6F-A2B2-201C-1143-00C234082089}"/>
              </a:ext>
            </a:extLst>
          </p:cNvPr>
          <p:cNvSpPr>
            <a:spLocks noGrp="1"/>
          </p:cNvSpPr>
          <p:nvPr>
            <p:ph type="pic" sz="quarter" idx="24"/>
          </p:nvPr>
        </p:nvSpPr>
        <p:spPr>
          <a:xfrm>
            <a:off x="7772400" y="1911096"/>
            <a:ext cx="1993392" cy="3803904"/>
          </a:xfrm>
        </p:spPr>
        <p:txBody>
          <a:bodyPr lIns="91440" tIns="91440" rIns="91440" bIns="91440"/>
          <a:lstStyle>
            <a:lvl1pPr>
              <a:defRPr sz="2000"/>
            </a:lvl1pPr>
          </a:lstStyle>
          <a:p>
            <a:r>
              <a:rPr lang="en-GB" noProof="0"/>
              <a:t>Click icon to add picture</a:t>
            </a:r>
            <a:endParaRPr lang="en-US" noProof="0"/>
          </a:p>
        </p:txBody>
      </p:sp>
      <p:sp>
        <p:nvSpPr>
          <p:cNvPr id="5" name="Content Placeholder 20">
            <a:extLst>
              <a:ext uri="{FF2B5EF4-FFF2-40B4-BE49-F238E27FC236}">
                <a16:creationId xmlns:a16="http://schemas.microsoft.com/office/drawing/2014/main" id="{B92E25EB-FFDE-E9E0-7CEA-6BF2B9F0A6DF}"/>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spTree>
    <p:extLst>
      <p:ext uri="{BB962C8B-B14F-4D97-AF65-F5344CB8AC3E}">
        <p14:creationId xmlns:p14="http://schemas.microsoft.com/office/powerpoint/2010/main" val="2816947622"/>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only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794BB4-8070-CB70-06F6-0F69C001300A}"/>
              </a:ext>
            </a:extLst>
          </p:cNvPr>
          <p:cNvSpPr>
            <a:spLocks noGrp="1"/>
          </p:cNvSpPr>
          <p:nvPr>
            <p:ph type="title" hasCustomPrompt="1"/>
          </p:nvPr>
        </p:nvSpPr>
        <p:spPr/>
        <p:txBody>
          <a:bodyPr/>
          <a:lstStyle/>
          <a:p>
            <a:r>
              <a:rPr lang="en-US"/>
              <a:t>Title only slide – click to add title</a:t>
            </a:r>
          </a:p>
        </p:txBody>
      </p:sp>
      <p:sp>
        <p:nvSpPr>
          <p:cNvPr id="2" name="Footer Placeholder 1">
            <a:extLst>
              <a:ext uri="{FF2B5EF4-FFF2-40B4-BE49-F238E27FC236}">
                <a16:creationId xmlns:a16="http://schemas.microsoft.com/office/drawing/2014/main" id="{F2C87742-AE32-5B9D-5FE2-AFB515A3B860}"/>
              </a:ext>
            </a:extLst>
          </p:cNvPr>
          <p:cNvSpPr>
            <a:spLocks noGrp="1"/>
          </p:cNvSpPr>
          <p:nvPr>
            <p:ph type="ftr" sz="quarter" idx="13"/>
          </p:nvPr>
        </p:nvSpPr>
        <p:spPr>
          <a:xfrm>
            <a:off x="4038600" y="6965950"/>
            <a:ext cx="4114800" cy="137160"/>
          </a:xfrm>
        </p:spPr>
        <p:txBody>
          <a:bodyPr/>
          <a:lstStyle/>
          <a:p>
            <a:endParaRPr lang="en-US" noProof="0"/>
          </a:p>
        </p:txBody>
      </p:sp>
      <p:sp>
        <p:nvSpPr>
          <p:cNvPr id="7" name="Slide Number Placeholder 6">
            <a:extLst>
              <a:ext uri="{FF2B5EF4-FFF2-40B4-BE49-F238E27FC236}">
                <a16:creationId xmlns:a16="http://schemas.microsoft.com/office/drawing/2014/main" id="{0CD77F76-3BCB-7CAC-C7D7-E0AAD9A90688}"/>
              </a:ext>
            </a:extLst>
          </p:cNvPr>
          <p:cNvSpPr>
            <a:spLocks noGrp="1"/>
          </p:cNvSpPr>
          <p:nvPr>
            <p:ph type="sldNum" sz="quarter" idx="12"/>
          </p:nvPr>
        </p:nvSpPr>
        <p:spPr>
          <a:xfrm>
            <a:off x="11163034" y="6965950"/>
            <a:ext cx="261660" cy="137160"/>
          </a:xfrm>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140486627"/>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Read Only 3">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CV &amp; team layouts</a:t>
            </a:r>
            <a:endParaRPr lang="en-US" sz="16600">
              <a:solidFill>
                <a:schemeClr val="bg1"/>
              </a:solidFill>
            </a:endParaRPr>
          </a:p>
        </p:txBody>
      </p:sp>
    </p:spTree>
    <p:extLst>
      <p:ext uri="{BB962C8B-B14F-4D97-AF65-F5344CB8AC3E}">
        <p14:creationId xmlns:p14="http://schemas.microsoft.com/office/powerpoint/2010/main" val="3702379852"/>
      </p:ext>
    </p:extLst>
  </p:cSld>
  <p:clrMapOvr>
    <a:masterClrMapping/>
  </p:clrMapOvr>
  <p:transition/>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V/Resume slide – Layout 2B">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EC2A7C9A-86BC-42EC-9662-AAB1B6F0FB07}"/>
              </a:ext>
            </a:extLst>
          </p:cNvPr>
          <p:cNvSpPr>
            <a:spLocks noGrp="1"/>
          </p:cNvSpPr>
          <p:nvPr>
            <p:ph type="title" hasCustomPrompt="1"/>
          </p:nvPr>
        </p:nvSpPr>
        <p:spPr>
          <a:xfrm>
            <a:off x="2293112" y="685800"/>
            <a:ext cx="6839712" cy="530352"/>
          </a:xfrm>
        </p:spPr>
        <p:txBody>
          <a:bodyPr>
            <a:noAutofit/>
          </a:bodyPr>
          <a:lstStyle>
            <a:lvl1pPr marL="0" indent="0">
              <a:buFont typeface="Arial" panose="020B0604020202020204" pitchFamily="34" charset="0"/>
              <a:buNone/>
              <a:defRPr sz="2800">
                <a:solidFill>
                  <a:schemeClr val="tx1"/>
                </a:solidFill>
                <a:latin typeface="+mj-lt"/>
              </a:defRPr>
            </a:lvl1pPr>
          </a:lstStyle>
          <a:p>
            <a:r>
              <a:rPr lang="en-US" noProof="0"/>
              <a:t>CV/Resume layout 2B – click to add name</a:t>
            </a:r>
          </a:p>
        </p:txBody>
      </p:sp>
      <p:sp>
        <p:nvSpPr>
          <p:cNvPr id="3" name="Cornerstone">
            <a:extLst>
              <a:ext uri="{FF2B5EF4-FFF2-40B4-BE49-F238E27FC236}">
                <a16:creationId xmlns:a16="http://schemas.microsoft.com/office/drawing/2014/main" id="{20503735-E700-A08F-CA56-1716FA65B6B7}"/>
              </a:ext>
              <a:ext uri="{C183D7F6-B498-43B3-948B-1728B52AA6E4}">
                <adec:decorative xmlns:adec="http://schemas.microsoft.com/office/drawing/2017/decorative" val="1"/>
              </a:ext>
            </a:extLst>
          </p:cNvPr>
          <p:cNvSpPr>
            <a:spLocks noChangeAspect="1"/>
          </p:cNvSpPr>
          <p:nvPr userDrawn="1"/>
        </p:nvSpPr>
        <p:spPr bwMode="gray">
          <a:xfrm rot="16200000">
            <a:off x="10119233" y="770932"/>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a:gsLst>
              <a:gs pos="0">
                <a:srgbClr val="FFCDD2"/>
              </a:gs>
              <a:gs pos="33000">
                <a:srgbClr val="FF6A00"/>
              </a:gs>
              <a:gs pos="66000">
                <a:srgbClr val="E31937"/>
              </a:gs>
              <a:gs pos="100000">
                <a:srgbClr val="991F3D"/>
              </a:gs>
            </a:gsLst>
            <a:lin ang="5400000" scaled="0"/>
          </a:gradFill>
        </p:spPr>
        <p:txBody>
          <a:bodyPr vert="horz" wrap="square" lIns="0" tIns="0" rIns="0" bIns="0" rtlCol="0" anchor="t" anchorCtr="0">
            <a:normAutofit/>
          </a:bodyPr>
          <a:lstStyle/>
          <a:p>
            <a:pPr lvl="0"/>
            <a:endParaRPr lang="en-US" noProof="0"/>
          </a:p>
        </p:txBody>
      </p:sp>
      <p:sp>
        <p:nvSpPr>
          <p:cNvPr id="20" name="Picture Placeholder 2" descr="Photograph of Name (person the slide is referencing)">
            <a:extLst>
              <a:ext uri="{FF2B5EF4-FFF2-40B4-BE49-F238E27FC236}">
                <a16:creationId xmlns:a16="http://schemas.microsoft.com/office/drawing/2014/main" id="{E1DAC4B7-C35F-7044-83C8-D938420F6B74}"/>
              </a:ext>
            </a:extLst>
          </p:cNvPr>
          <p:cNvSpPr>
            <a:spLocks noGrp="1"/>
          </p:cNvSpPr>
          <p:nvPr>
            <p:ph type="pic" sz="quarter" idx="11"/>
          </p:nvPr>
        </p:nvSpPr>
        <p:spPr>
          <a:xfrm>
            <a:off x="766763" y="770931"/>
            <a:ext cx="1268099" cy="1268099"/>
          </a:xfrm>
          <a:prstGeom prst="rect">
            <a:avLst/>
          </a:prstGeom>
        </p:spPr>
        <p:txBody>
          <a:bodyPr/>
          <a:lstStyle>
            <a:lvl1pPr marL="0" indent="0">
              <a:buNone/>
              <a:defRPr sz="1400"/>
            </a:lvl1pPr>
          </a:lstStyle>
          <a:p>
            <a:r>
              <a:rPr lang="en-GB" noProof="0"/>
              <a:t>Click icon to add picture</a:t>
            </a:r>
            <a:endParaRPr lang="en-US" noProof="0"/>
          </a:p>
        </p:txBody>
      </p:sp>
      <p:sp>
        <p:nvSpPr>
          <p:cNvPr id="22" name="Job Title Placeholder 3">
            <a:extLst>
              <a:ext uri="{FF2B5EF4-FFF2-40B4-BE49-F238E27FC236}">
                <a16:creationId xmlns:a16="http://schemas.microsoft.com/office/drawing/2014/main" id="{EF63D75B-27D2-1A46-8CF6-000336CAFAEB}"/>
              </a:ext>
            </a:extLst>
          </p:cNvPr>
          <p:cNvSpPr>
            <a:spLocks noGrp="1"/>
          </p:cNvSpPr>
          <p:nvPr>
            <p:ph type="body" sz="quarter" idx="14" hasCustomPrompt="1"/>
          </p:nvPr>
        </p:nvSpPr>
        <p:spPr>
          <a:xfrm>
            <a:off x="2295992" y="1390015"/>
            <a:ext cx="6840388" cy="242304"/>
          </a:xfrm>
          <a:prstGeom prst="rect">
            <a:avLst/>
          </a:prstGeom>
        </p:spPr>
        <p:txBody>
          <a:bodyPr lIns="0" tIns="0" rIns="0" bIns="0"/>
          <a:lstStyle>
            <a:lvl1pPr>
              <a:buNone/>
              <a:defRPr sz="1400" b="1">
                <a:solidFill>
                  <a:srgbClr val="E31937"/>
                </a:solidFill>
              </a:defRPr>
            </a:lvl1pPr>
          </a:lstStyle>
          <a:p>
            <a:pPr lvl="0"/>
            <a:r>
              <a:rPr lang="en-US" noProof="0"/>
              <a:t>Insert your title here</a:t>
            </a:r>
          </a:p>
        </p:txBody>
      </p:sp>
      <p:sp>
        <p:nvSpPr>
          <p:cNvPr id="23" name="Years experience and field placeholder 4">
            <a:extLst>
              <a:ext uri="{FF2B5EF4-FFF2-40B4-BE49-F238E27FC236}">
                <a16:creationId xmlns:a16="http://schemas.microsoft.com/office/drawing/2014/main" id="{4D12600E-F927-204E-9785-6D21E75B2E9D}"/>
              </a:ext>
            </a:extLst>
          </p:cNvPr>
          <p:cNvSpPr>
            <a:spLocks noGrp="1"/>
          </p:cNvSpPr>
          <p:nvPr>
            <p:ph type="body" sz="quarter" idx="16" hasCustomPrompt="1"/>
          </p:nvPr>
        </p:nvSpPr>
        <p:spPr>
          <a:xfrm>
            <a:off x="2295992" y="1644886"/>
            <a:ext cx="6840388" cy="269303"/>
          </a:xfrm>
          <a:prstGeom prst="rect">
            <a:avLst/>
          </a:prstGeom>
        </p:spPr>
        <p:txBody>
          <a:bodyPr lIns="0" tIns="0" rIns="0" bIns="0"/>
          <a:lstStyle>
            <a:lvl1pPr marL="0">
              <a:buNone/>
              <a:defRPr sz="1400"/>
            </a:lvl1pPr>
          </a:lstStyle>
          <a:p>
            <a:pPr lvl="0"/>
            <a:r>
              <a:rPr lang="en-US" noProof="0"/>
              <a:t>Insert years of experience and specify your field</a:t>
            </a:r>
          </a:p>
        </p:txBody>
      </p:sp>
      <p:cxnSp>
        <p:nvCxnSpPr>
          <p:cNvPr id="24" name="Black divider line">
            <a:extLst>
              <a:ext uri="{FF2B5EF4-FFF2-40B4-BE49-F238E27FC236}">
                <a16:creationId xmlns:a16="http://schemas.microsoft.com/office/drawing/2014/main" id="{88D1CEE3-25F9-A644-B5D1-88B5CE31DFE8}"/>
              </a:ext>
              <a:ext uri="{C183D7F6-B498-43B3-948B-1728B52AA6E4}">
                <adec:decorative xmlns:adec="http://schemas.microsoft.com/office/drawing/2017/decorative" val="1"/>
              </a:ext>
            </a:extLst>
          </p:cNvPr>
          <p:cNvCxnSpPr>
            <a:cxnSpLocks/>
          </p:cNvCxnSpPr>
          <p:nvPr userDrawn="1"/>
        </p:nvCxnSpPr>
        <p:spPr bwMode="gray">
          <a:xfrm>
            <a:off x="2286000" y="2039050"/>
            <a:ext cx="1524000" cy="0"/>
          </a:xfrm>
          <a:prstGeom prst="line">
            <a:avLst/>
          </a:prstGeom>
          <a:noFill/>
          <a:ln w="12700">
            <a:solidFill>
              <a:schemeClr val="tx1"/>
            </a:solidFill>
            <a:round/>
          </a:ln>
          <a:effectLst/>
        </p:spPr>
      </p:cxnSp>
      <p:sp>
        <p:nvSpPr>
          <p:cNvPr id="17" name="Education heading 9">
            <a:extLst>
              <a:ext uri="{FF2B5EF4-FFF2-40B4-BE49-F238E27FC236}">
                <a16:creationId xmlns:a16="http://schemas.microsoft.com/office/drawing/2014/main" id="{E4AA569B-C28D-AD47-9953-D0588135086D}"/>
              </a:ext>
            </a:extLst>
          </p:cNvPr>
          <p:cNvSpPr>
            <a:spLocks noGrp="1"/>
          </p:cNvSpPr>
          <p:nvPr>
            <p:ph type="body" sz="quarter" idx="24" hasCustomPrompt="1"/>
          </p:nvPr>
        </p:nvSpPr>
        <p:spPr>
          <a:xfrm>
            <a:off x="766618" y="2176272"/>
            <a:ext cx="1271016" cy="176230"/>
          </a:xfrm>
          <a:prstGeom prst="rect">
            <a:avLst/>
          </a:prstGeom>
        </p:spPr>
        <p:txBody>
          <a:bodyPr lIns="0" tIns="0" rIns="0" bIns="0"/>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Education</a:t>
            </a:r>
            <a:endParaRPr lang="en-US" noProof="0"/>
          </a:p>
        </p:txBody>
      </p:sp>
      <p:sp>
        <p:nvSpPr>
          <p:cNvPr id="33" name="Education placeholder 10">
            <a:extLst>
              <a:ext uri="{FF2B5EF4-FFF2-40B4-BE49-F238E27FC236}">
                <a16:creationId xmlns:a16="http://schemas.microsoft.com/office/drawing/2014/main" id="{0E6E6EE5-3E45-724C-B03C-6AF0B9F54EB7}"/>
              </a:ext>
            </a:extLst>
          </p:cNvPr>
          <p:cNvSpPr>
            <a:spLocks noGrp="1"/>
          </p:cNvSpPr>
          <p:nvPr>
            <p:ph type="body" sz="quarter" idx="17" hasCustomPrompt="1"/>
          </p:nvPr>
        </p:nvSpPr>
        <p:spPr>
          <a:xfrm>
            <a:off x="767409" y="2397065"/>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5" name="Trainings and Certifications heading 11">
            <a:extLst>
              <a:ext uri="{FF2B5EF4-FFF2-40B4-BE49-F238E27FC236}">
                <a16:creationId xmlns:a16="http://schemas.microsoft.com/office/drawing/2014/main" id="{3B4038C1-CF32-5E8E-A8EC-A1AA657A5CE7}"/>
              </a:ext>
            </a:extLst>
          </p:cNvPr>
          <p:cNvSpPr>
            <a:spLocks noGrp="1"/>
          </p:cNvSpPr>
          <p:nvPr>
            <p:ph type="body" sz="quarter" idx="26" hasCustomPrompt="1"/>
          </p:nvPr>
        </p:nvSpPr>
        <p:spPr>
          <a:xfrm>
            <a:off x="766618" y="3355559"/>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Trainings and certifications</a:t>
            </a:r>
          </a:p>
        </p:txBody>
      </p:sp>
      <p:sp>
        <p:nvSpPr>
          <p:cNvPr id="6" name="Trainings and Certifications placeholder 12">
            <a:extLst>
              <a:ext uri="{FF2B5EF4-FFF2-40B4-BE49-F238E27FC236}">
                <a16:creationId xmlns:a16="http://schemas.microsoft.com/office/drawing/2014/main" id="{DE764737-C8EE-6D98-6071-BDC90207FC65}"/>
              </a:ext>
            </a:extLst>
          </p:cNvPr>
          <p:cNvSpPr>
            <a:spLocks noGrp="1"/>
          </p:cNvSpPr>
          <p:nvPr>
            <p:ph type="body" sz="quarter" idx="27" hasCustomPrompt="1"/>
          </p:nvPr>
        </p:nvSpPr>
        <p:spPr>
          <a:xfrm>
            <a:off x="767409" y="3770628"/>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7" name="Industry Experience heading 13">
            <a:extLst>
              <a:ext uri="{FF2B5EF4-FFF2-40B4-BE49-F238E27FC236}">
                <a16:creationId xmlns:a16="http://schemas.microsoft.com/office/drawing/2014/main" id="{C5F521A6-3EB1-E1C7-732A-10CFF53ADBFA}"/>
              </a:ext>
            </a:extLst>
          </p:cNvPr>
          <p:cNvSpPr>
            <a:spLocks noGrp="1"/>
          </p:cNvSpPr>
          <p:nvPr>
            <p:ph type="body" sz="quarter" idx="28" hasCustomPrompt="1"/>
          </p:nvPr>
        </p:nvSpPr>
        <p:spPr>
          <a:xfrm>
            <a:off x="766618" y="4723251"/>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Industry experience </a:t>
            </a:r>
          </a:p>
        </p:txBody>
      </p:sp>
      <p:sp>
        <p:nvSpPr>
          <p:cNvPr id="8" name="Industry Experience placeholder 14">
            <a:extLst>
              <a:ext uri="{FF2B5EF4-FFF2-40B4-BE49-F238E27FC236}">
                <a16:creationId xmlns:a16="http://schemas.microsoft.com/office/drawing/2014/main" id="{7915FE71-ED13-F277-0F2A-FF9B823EBB58}"/>
              </a:ext>
            </a:extLst>
          </p:cNvPr>
          <p:cNvSpPr>
            <a:spLocks noGrp="1"/>
          </p:cNvSpPr>
          <p:nvPr>
            <p:ph type="body" sz="quarter" idx="29" hasCustomPrompt="1"/>
          </p:nvPr>
        </p:nvSpPr>
        <p:spPr>
          <a:xfrm>
            <a:off x="767409" y="5143529"/>
            <a:ext cx="1271016" cy="928087"/>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27" name="Profile heading 5">
            <a:extLst>
              <a:ext uri="{FF2B5EF4-FFF2-40B4-BE49-F238E27FC236}">
                <a16:creationId xmlns:a16="http://schemas.microsoft.com/office/drawing/2014/main" id="{FBFE1A4F-1319-5F40-82D6-46309EFFB0F2}"/>
              </a:ext>
            </a:extLst>
          </p:cNvPr>
          <p:cNvSpPr>
            <a:spLocks noGrp="1"/>
          </p:cNvSpPr>
          <p:nvPr>
            <p:ph type="body" sz="quarter" idx="20" hasCustomPrompt="1"/>
          </p:nvPr>
        </p:nvSpPr>
        <p:spPr>
          <a:xfrm>
            <a:off x="2295992" y="2176272"/>
            <a:ext cx="9115474" cy="173736"/>
          </a:xfrm>
          <a:prstGeom prst="rect">
            <a:avLst/>
          </a:prstGeom>
        </p:spPr>
        <p:txBody>
          <a:bodyPr lIns="0" tIns="0" rIns="0" bIns="0"/>
          <a:lstStyle>
            <a:lvl1pPr marL="0" indent="0">
              <a:spcBef>
                <a:spcPct val="0"/>
              </a:spcBef>
              <a:buNone/>
              <a:defRPr sz="1200" b="1">
                <a:solidFill>
                  <a:srgbClr val="5236AB"/>
                </a:solidFill>
                <a:latin typeface="+mj-lt"/>
              </a:defRPr>
            </a:lvl1pPr>
          </a:lstStyle>
          <a:p>
            <a:r>
              <a:rPr lang="en-US" noProof="0"/>
              <a:t>Profile</a:t>
            </a:r>
          </a:p>
        </p:txBody>
      </p:sp>
      <p:sp>
        <p:nvSpPr>
          <p:cNvPr id="29" name="Profile text Placeholder 6">
            <a:extLst>
              <a:ext uri="{FF2B5EF4-FFF2-40B4-BE49-F238E27FC236}">
                <a16:creationId xmlns:a16="http://schemas.microsoft.com/office/drawing/2014/main" id="{EE8A863E-8FBF-724E-80FA-10640EBD0C4C}"/>
              </a:ext>
            </a:extLst>
          </p:cNvPr>
          <p:cNvSpPr>
            <a:spLocks noGrp="1"/>
          </p:cNvSpPr>
          <p:nvPr>
            <p:ph type="body" sz="quarter" idx="19" hasCustomPrompt="1"/>
          </p:nvPr>
        </p:nvSpPr>
        <p:spPr>
          <a:xfrm>
            <a:off x="2295992" y="2397784"/>
            <a:ext cx="9116568" cy="903855"/>
          </a:xfrm>
          <a:prstGeom prst="rect">
            <a:avLst/>
          </a:prstGeom>
        </p:spPr>
        <p:txBody>
          <a:bodyPr lIns="0" tIns="0" rIns="0" bIns="0"/>
          <a:lstStyle>
            <a:lvl1pPr marL="0" indent="-102625">
              <a:lnSpc>
                <a:spcPct val="140000"/>
              </a:lnSpc>
              <a:spcBef>
                <a:spcPct val="0"/>
              </a:spcBef>
              <a:buFont typeface="Arial" pitchFamily="34" charset="0"/>
              <a:buNone/>
              <a:defRPr sz="1000" b="0">
                <a:solidFill>
                  <a:schemeClr val="tx1"/>
                </a:solidFill>
              </a:defRPr>
            </a:lvl1pPr>
          </a:lstStyle>
          <a:p>
            <a:pPr lvl="0"/>
            <a:r>
              <a:rPr lang="en-US" noProof="0"/>
              <a:t>Text</a:t>
            </a:r>
          </a:p>
        </p:txBody>
      </p:sp>
      <p:sp>
        <p:nvSpPr>
          <p:cNvPr id="28" name="CGI experience heading 7">
            <a:extLst>
              <a:ext uri="{FF2B5EF4-FFF2-40B4-BE49-F238E27FC236}">
                <a16:creationId xmlns:a16="http://schemas.microsoft.com/office/drawing/2014/main" id="{2DF68F94-DB4D-3642-8310-76BAD8D95A68}"/>
              </a:ext>
            </a:extLst>
          </p:cNvPr>
          <p:cNvSpPr>
            <a:spLocks noGrp="1"/>
          </p:cNvSpPr>
          <p:nvPr>
            <p:ph type="body" sz="quarter" idx="22" hasCustomPrompt="1"/>
          </p:nvPr>
        </p:nvSpPr>
        <p:spPr>
          <a:xfrm>
            <a:off x="2295992" y="3355559"/>
            <a:ext cx="9115474" cy="173736"/>
          </a:xfrm>
          <a:prstGeom prst="rect">
            <a:avLst/>
          </a:prstGeom>
        </p:spPr>
        <p:txBody>
          <a:bodyPr lIns="0" tIns="0" rIns="0" bIns="0"/>
          <a:lstStyle>
            <a:lvl1pPr marL="0" indent="0">
              <a:spcBef>
                <a:spcPct val="0"/>
              </a:spcBef>
              <a:buFont typeface="Arial" pitchFamily="34" charset="0"/>
              <a:buNone/>
              <a:defRPr sz="1200" b="1">
                <a:solidFill>
                  <a:srgbClr val="5236AB"/>
                </a:solidFill>
                <a:latin typeface="+mj-lt"/>
              </a:defRPr>
            </a:lvl1pPr>
          </a:lstStyle>
          <a:p>
            <a:pPr indent="0">
              <a:buFont typeface="Arial" pitchFamily="34" charset="0"/>
              <a:buNone/>
            </a:pPr>
            <a:r>
              <a:rPr lang="en-US" noProof="0"/>
              <a:t>CGI Experience</a:t>
            </a:r>
            <a:endParaRPr lang="en-US" sz="800" b="1" noProof="0">
              <a:solidFill>
                <a:schemeClr val="accent3"/>
              </a:solidFill>
            </a:endParaRPr>
          </a:p>
        </p:txBody>
      </p:sp>
      <p:sp>
        <p:nvSpPr>
          <p:cNvPr id="12" name="CGI experience placeholder 8">
            <a:extLst>
              <a:ext uri="{FF2B5EF4-FFF2-40B4-BE49-F238E27FC236}">
                <a16:creationId xmlns:a16="http://schemas.microsoft.com/office/drawing/2014/main" id="{3ED21DB0-6FD4-6DC8-7B82-36996F4C90D9}"/>
              </a:ext>
            </a:extLst>
          </p:cNvPr>
          <p:cNvSpPr>
            <a:spLocks noGrp="1"/>
          </p:cNvSpPr>
          <p:nvPr>
            <p:ph type="body" sz="quarter" idx="30" hasCustomPrompt="1"/>
          </p:nvPr>
        </p:nvSpPr>
        <p:spPr>
          <a:xfrm>
            <a:off x="2295144" y="3562212"/>
            <a:ext cx="9116568" cy="2509404"/>
          </a:xfrm>
          <a:prstGeom prst="rect">
            <a:avLst/>
          </a:prstGeom>
          <a:noFill/>
        </p:spPr>
        <p:txBody>
          <a:bodyPr lIns="0" tIns="0" rIns="0" bIns="0" numCol="2"/>
          <a:lstStyle>
            <a:lvl1pPr marL="0" indent="0">
              <a:lnSpc>
                <a:spcPct val="140000"/>
              </a:lnSpc>
              <a:spcBef>
                <a:spcPts val="0"/>
              </a:spcBef>
              <a:buFont typeface="Arial" panose="020B0604020202020204" pitchFamily="34" charset="0"/>
              <a:buNone/>
              <a:defRPr sz="1000">
                <a:solidFill>
                  <a:srgbClr val="E31937"/>
                </a:solidFill>
              </a:defRPr>
            </a:lvl1pPr>
            <a:lvl2pPr marL="169863" indent="-169863">
              <a:lnSpc>
                <a:spcPct val="140000"/>
              </a:lnSpc>
              <a:spcBef>
                <a:spcPts val="0"/>
              </a:spcBef>
              <a:buFont typeface="Arial" panose="020B0604020202020204" pitchFamily="34" charset="0"/>
              <a:buChar char="•"/>
              <a:defRPr sz="1000"/>
            </a:lvl2pPr>
            <a:lvl3pPr marL="457200" indent="-223838">
              <a:lnSpc>
                <a:spcPct val="140000"/>
              </a:lnSpc>
              <a:spcBef>
                <a:spcPts val="0"/>
              </a:spcBef>
              <a:buFont typeface="Arial" panose="020B0604020202020204" pitchFamily="34" charset="0"/>
              <a:buChar char="─"/>
              <a:defRPr sz="1000"/>
            </a:lvl3pPr>
          </a:lstStyle>
          <a:p>
            <a:pPr lvl="0"/>
            <a:r>
              <a:rPr lang="en-US" noProof="0"/>
              <a:t>Client, Project description (Dates mm/</a:t>
            </a:r>
            <a:r>
              <a:rPr lang="en-US" noProof="0" err="1"/>
              <a:t>yy</a:t>
            </a:r>
            <a:r>
              <a:rPr lang="en-US" noProof="0"/>
              <a:t> to mm/</a:t>
            </a:r>
            <a:r>
              <a:rPr lang="en-US" noProof="0" err="1"/>
              <a:t>yy</a:t>
            </a:r>
            <a:r>
              <a:rPr lang="en-US" noProof="0"/>
              <a:t>)</a:t>
            </a:r>
          </a:p>
          <a:p>
            <a:pPr lvl="1"/>
            <a:r>
              <a:rPr lang="en-US" noProof="0"/>
              <a:t>Provide a brief project description or your tasks in a short paragraph</a:t>
            </a:r>
          </a:p>
          <a:p>
            <a:pPr lvl="2"/>
            <a:r>
              <a:rPr lang="en-US" noProof="0"/>
              <a:t>Third level</a:t>
            </a:r>
          </a:p>
        </p:txBody>
      </p:sp>
      <p:sp>
        <p:nvSpPr>
          <p:cNvPr id="2" name="Footer Placeholder 1">
            <a:extLst>
              <a:ext uri="{FF2B5EF4-FFF2-40B4-BE49-F238E27FC236}">
                <a16:creationId xmlns:a16="http://schemas.microsoft.com/office/drawing/2014/main" id="{EEC5DF5F-46C2-4ECF-5DCA-52469D23C82C}"/>
              </a:ext>
              <a:ext uri="{C183D7F6-B498-43B3-948B-1728B52AA6E4}">
                <adec:decorative xmlns:adec="http://schemas.microsoft.com/office/drawing/2017/decorative" val="1"/>
              </a:ext>
            </a:extLst>
          </p:cNvPr>
          <p:cNvSpPr>
            <a:spLocks noGrp="1"/>
          </p:cNvSpPr>
          <p:nvPr>
            <p:ph type="ftr" sz="quarter" idx="32"/>
          </p:nvPr>
        </p:nvSpPr>
        <p:spPr/>
        <p:txBody>
          <a:bodyPr/>
          <a:lstStyle/>
          <a:p>
            <a:endParaRPr lang="en-US" noProof="0"/>
          </a:p>
        </p:txBody>
      </p:sp>
      <p:sp>
        <p:nvSpPr>
          <p:cNvPr id="4" name="Slide Number Placeholder 16">
            <a:extLst>
              <a:ext uri="{FF2B5EF4-FFF2-40B4-BE49-F238E27FC236}">
                <a16:creationId xmlns:a16="http://schemas.microsoft.com/office/drawing/2014/main" id="{005CB31B-89C5-283F-C517-9A4F6C810093}"/>
              </a:ext>
              <a:ext uri="{C183D7F6-B498-43B3-948B-1728B52AA6E4}">
                <adec:decorative xmlns:adec="http://schemas.microsoft.com/office/drawing/2017/decorative" val="1"/>
              </a:ext>
            </a:extLst>
          </p:cNvPr>
          <p:cNvSpPr>
            <a:spLocks noGrp="1"/>
          </p:cNvSpPr>
          <p:nvPr>
            <p:ph type="sldNum" sz="quarter" idx="40"/>
          </p:nvPr>
        </p:nvSpPr>
        <p:spPr>
          <a:xfrm>
            <a:off x="11162244" y="6967728"/>
            <a:ext cx="261660" cy="137160"/>
          </a:xfrm>
        </p:spPr>
        <p:txBody>
          <a:bodyPr/>
          <a:lstStyle/>
          <a:p>
            <a:fld id="{525A3C56-E491-49B2-93F3-63532DF516BC}" type="slidenum">
              <a:rPr lang="en-US" noProof="0" smtClean="0"/>
              <a:pPr/>
              <a:t>‹#›</a:t>
            </a:fld>
            <a:endParaRPr lang="en-US" noProof="0"/>
          </a:p>
        </p:txBody>
      </p:sp>
      <p:pic>
        <p:nvPicPr>
          <p:cNvPr id="9" name="CGI Logo">
            <a:extLst>
              <a:ext uri="{FF2B5EF4-FFF2-40B4-BE49-F238E27FC236}">
                <a16:creationId xmlns:a16="http://schemas.microsoft.com/office/drawing/2014/main" id="{0901D6D2-00BE-E7A2-05BB-60202B6574E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68000" y="6123539"/>
            <a:ext cx="773004" cy="359708"/>
          </a:xfrm>
          <a:prstGeom prst="rect">
            <a:avLst/>
          </a:prstGeom>
          <a:solidFill>
            <a:schemeClr val="bg1"/>
          </a:solidFill>
        </p:spPr>
      </p:pic>
    </p:spTree>
    <p:extLst>
      <p:ext uri="{BB962C8B-B14F-4D97-AF65-F5344CB8AC3E}">
        <p14:creationId xmlns:p14="http://schemas.microsoft.com/office/powerpoint/2010/main" val="4108952717"/>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am - 1">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latin typeface="+mj-lt"/>
              </a:defRPr>
            </a:lvl1pPr>
          </a:lstStyle>
          <a:p>
            <a:r>
              <a:rPr lang="en-US" noProof="0"/>
              <a:t>Team slide with 1 individual – click to add title</a:t>
            </a:r>
          </a:p>
        </p:txBody>
      </p:sp>
      <p:sp>
        <p:nvSpPr>
          <p:cNvPr id="2" name="Picture Placeholder 9" descr="Photograph of First and Last name &#10;(person the slide is referencing)">
            <a:extLst>
              <a:ext uri="{FF2B5EF4-FFF2-40B4-BE49-F238E27FC236}">
                <a16:creationId xmlns:a16="http://schemas.microsoft.com/office/drawing/2014/main" id="{231AFE98-6A5E-D4D3-B165-B845C3DD26D1}"/>
              </a:ext>
            </a:extLst>
          </p:cNvPr>
          <p:cNvSpPr>
            <a:spLocks noGrp="1"/>
          </p:cNvSpPr>
          <p:nvPr>
            <p:ph type="pic" sz="quarter" idx="13" hasCustomPrompt="1"/>
          </p:nvPr>
        </p:nvSpPr>
        <p:spPr>
          <a:xfrm>
            <a:off x="1522413" y="2423694"/>
            <a:ext cx="2268538" cy="2268000"/>
          </a:xfrm>
          <a:custGeom>
            <a:avLst/>
            <a:gdLst>
              <a:gd name="connsiteX0" fmla="*/ 0 w 2268538"/>
              <a:gd name="connsiteY0" fmla="*/ 0 h 2268000"/>
              <a:gd name="connsiteX1" fmla="*/ 2268538 w 2268538"/>
              <a:gd name="connsiteY1" fmla="*/ 0 h 2268000"/>
              <a:gd name="connsiteX2" fmla="*/ 2268538 w 2268538"/>
              <a:gd name="connsiteY2" fmla="*/ 2268000 h 2268000"/>
              <a:gd name="connsiteX3" fmla="*/ 763200 w 2268538"/>
              <a:gd name="connsiteY3" fmla="*/ 2268000 h 2268000"/>
              <a:gd name="connsiteX4" fmla="*/ 763200 w 2268538"/>
              <a:gd name="connsiteY4" fmla="*/ 1504800 h 2268000"/>
              <a:gd name="connsiteX5" fmla="*/ 0 w 2268538"/>
              <a:gd name="connsiteY5" fmla="*/ 1504800 h 226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68538" h="2268000">
                <a:moveTo>
                  <a:pt x="0" y="0"/>
                </a:moveTo>
                <a:lnTo>
                  <a:pt x="2268538" y="0"/>
                </a:lnTo>
                <a:lnTo>
                  <a:pt x="2268538" y="2268000"/>
                </a:lnTo>
                <a:lnTo>
                  <a:pt x="763200" y="2268000"/>
                </a:lnTo>
                <a:lnTo>
                  <a:pt x="763200" y="1504800"/>
                </a:lnTo>
                <a:lnTo>
                  <a:pt x="0" y="1504800"/>
                </a:lnTo>
                <a:close/>
              </a:path>
            </a:pathLst>
          </a:custGeom>
        </p:spPr>
        <p:txBody>
          <a:bodyPr wrap="square">
            <a:noAutofit/>
          </a:bodyPr>
          <a:lstStyle>
            <a:lvl1pPr marL="0" indent="0" algn="ctr">
              <a:buNone/>
              <a:defRPr sz="1400"/>
            </a:lvl1pPr>
          </a:lstStyle>
          <a:p>
            <a:r>
              <a:rPr lang="en-US" noProof="0"/>
              <a:t>Click on icon to add photo</a:t>
            </a:r>
          </a:p>
        </p:txBody>
      </p:sp>
      <p:sp>
        <p:nvSpPr>
          <p:cNvPr id="5" name="Name placeholder">
            <a:extLst>
              <a:ext uri="{FF2B5EF4-FFF2-40B4-BE49-F238E27FC236}">
                <a16:creationId xmlns:a16="http://schemas.microsoft.com/office/drawing/2014/main" id="{6679637A-741D-5947-2DB7-086DDC016755}"/>
              </a:ext>
            </a:extLst>
          </p:cNvPr>
          <p:cNvSpPr>
            <a:spLocks noGrp="1"/>
          </p:cNvSpPr>
          <p:nvPr>
            <p:ph type="body" sz="quarter" idx="29" hasCustomPrompt="1"/>
          </p:nvPr>
        </p:nvSpPr>
        <p:spPr>
          <a:xfrm>
            <a:off x="4314026" y="2423649"/>
            <a:ext cx="6353973" cy="472710"/>
          </a:xfrm>
          <a:prstGeom prst="rect">
            <a:avLst/>
          </a:prstGeom>
        </p:spPr>
        <p:txBody>
          <a:bodyPr lIns="0" tIns="0" rIns="0" bIns="0" anchor="ctr">
            <a:noAutofit/>
          </a:bodyPr>
          <a:lstStyle>
            <a:lvl1pPr marL="0" indent="0" algn="l">
              <a:spcBef>
                <a:spcPts val="0"/>
              </a:spcBef>
              <a:buNone/>
              <a:defRPr sz="1600" b="1">
                <a:solidFill>
                  <a:schemeClr val="tx1"/>
                </a:solidFill>
                <a:latin typeface="+mj-lt"/>
              </a:defRPr>
            </a:lvl1pPr>
            <a:lvl4pPr marL="1371600" indent="0">
              <a:buNone/>
              <a:defRPr/>
            </a:lvl4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a:t>First and Last name</a:t>
            </a:r>
          </a:p>
        </p:txBody>
      </p:sp>
      <p:sp>
        <p:nvSpPr>
          <p:cNvPr id="6" name="Text placeholder">
            <a:extLst>
              <a:ext uri="{FF2B5EF4-FFF2-40B4-BE49-F238E27FC236}">
                <a16:creationId xmlns:a16="http://schemas.microsoft.com/office/drawing/2014/main" id="{F7A2D79E-F40F-3EAF-8DB2-4BBCB968920B}"/>
              </a:ext>
            </a:extLst>
          </p:cNvPr>
          <p:cNvSpPr>
            <a:spLocks noGrp="1"/>
          </p:cNvSpPr>
          <p:nvPr>
            <p:ph type="body" sz="quarter" idx="30" hasCustomPrompt="1"/>
          </p:nvPr>
        </p:nvSpPr>
        <p:spPr>
          <a:xfrm>
            <a:off x="4314027" y="3056433"/>
            <a:ext cx="6353972" cy="1635215"/>
          </a:xfrm>
          <a:prstGeom prst="rect">
            <a:avLst/>
          </a:prstGeom>
        </p:spPr>
        <p:txBody>
          <a:bodyPr lIns="0" tIns="0" rIns="0" bIns="0">
            <a:noAutofit/>
          </a:bodyPr>
          <a:lstStyle>
            <a:lvl1pPr marL="0" indent="0" algn="l">
              <a:spcBef>
                <a:spcPts val="0"/>
              </a:spcBef>
              <a:buNone/>
              <a:defRPr sz="1600" b="0">
                <a:solidFill>
                  <a:schemeClr val="tx1"/>
                </a:solidFill>
              </a:defRPr>
            </a:lvl1pPr>
            <a:lvl4pPr marL="1371600" indent="0">
              <a:buNone/>
              <a:defRPr/>
            </a:lvl4pPr>
          </a:lstStyle>
          <a:p>
            <a:pPr lvl="0"/>
            <a:r>
              <a:rPr lang="en-US" noProof="0"/>
              <a:t>Job title</a:t>
            </a:r>
          </a:p>
          <a:p>
            <a:pPr lvl="0"/>
            <a:r>
              <a:rPr lang="en-US" noProof="0"/>
              <a:t>Division</a:t>
            </a:r>
          </a:p>
          <a:p>
            <a:pPr lvl="0"/>
            <a:r>
              <a:rPr lang="en-US" noProof="0"/>
              <a:t>Office</a:t>
            </a:r>
          </a:p>
        </p:txBody>
      </p:sp>
      <p:sp>
        <p:nvSpPr>
          <p:cNvPr id="7" name="Cornerstone">
            <a:extLst>
              <a:ext uri="{FF2B5EF4-FFF2-40B4-BE49-F238E27FC236}">
                <a16:creationId xmlns:a16="http://schemas.microsoft.com/office/drawing/2014/main" id="{3FEF4AF0-5102-D72C-A0D3-2C61B18F3D90}"/>
              </a:ext>
              <a:ext uri="{C183D7F6-B498-43B3-948B-1728B52AA6E4}">
                <adec:decorative xmlns:adec="http://schemas.microsoft.com/office/drawing/2017/decorative" val="1"/>
              </a:ext>
            </a:extLst>
          </p:cNvPr>
          <p:cNvSpPr>
            <a:spLocks noChangeAspect="1"/>
          </p:cNvSpPr>
          <p:nvPr userDrawn="1"/>
        </p:nvSpPr>
        <p:spPr bwMode="gray">
          <a:xfrm rot="16200000">
            <a:off x="1522413" y="3924894"/>
            <a:ext cx="766800" cy="766799"/>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3" name="Footer Placeholder 2">
            <a:extLst>
              <a:ext uri="{FF2B5EF4-FFF2-40B4-BE49-F238E27FC236}">
                <a16:creationId xmlns:a16="http://schemas.microsoft.com/office/drawing/2014/main" id="{0E106856-5803-3126-21B5-742CEC17F429}"/>
              </a:ext>
              <a:ext uri="{C183D7F6-B498-43B3-948B-1728B52AA6E4}">
                <adec:decorative xmlns:adec="http://schemas.microsoft.com/office/drawing/2017/decorative" val="1"/>
              </a:ext>
            </a:extLst>
          </p:cNvPr>
          <p:cNvSpPr>
            <a:spLocks noGrp="1"/>
          </p:cNvSpPr>
          <p:nvPr>
            <p:ph type="ftr" sz="quarter" idx="34"/>
          </p:nvPr>
        </p:nvSpPr>
        <p:spPr/>
        <p:txBody>
          <a:bodyPr/>
          <a:lstStyle>
            <a:lvl1pPr>
              <a:defRPr>
                <a:solidFill>
                  <a:srgbClr val="E6E6E6"/>
                </a:solidFill>
              </a:defRPr>
            </a:lvl1pPr>
          </a:lstStyle>
          <a:p>
            <a:endParaRPr lang="en-US" noProof="0"/>
          </a:p>
        </p:txBody>
      </p:sp>
      <p:sp>
        <p:nvSpPr>
          <p:cNvPr id="11" name="Slide Number Placeholder 10">
            <a:extLst>
              <a:ext uri="{FF2B5EF4-FFF2-40B4-BE49-F238E27FC236}">
                <a16:creationId xmlns:a16="http://schemas.microsoft.com/office/drawing/2014/main" id="{0F633D6F-3800-D2EE-F82B-3BCFB87E741C}"/>
              </a:ext>
              <a:ext uri="{C183D7F6-B498-43B3-948B-1728B52AA6E4}">
                <adec:decorative xmlns:adec="http://schemas.microsoft.com/office/drawing/2017/decorative" val="1"/>
              </a:ext>
            </a:extLst>
          </p:cNvPr>
          <p:cNvSpPr>
            <a:spLocks noGrp="1"/>
          </p:cNvSpPr>
          <p:nvPr>
            <p:ph type="sldNum" sz="quarter" idx="33"/>
          </p:nvPr>
        </p:nvSpPr>
        <p:spPr/>
        <p:txBody>
          <a:bodyPr/>
          <a:lstStyle>
            <a:lvl1pPr>
              <a:defRPr>
                <a:solidFill>
                  <a:srgbClr val="E6E6E6"/>
                </a:solidFill>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667626380"/>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am - 2A">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61904" cy="531097"/>
          </a:xfrm>
          <a:noFill/>
        </p:spPr>
        <p:txBody>
          <a:bodyPr>
            <a:noAutofit/>
          </a:bodyPr>
          <a:lstStyle>
            <a:lvl1pPr>
              <a:defRPr sz="2800">
                <a:solidFill>
                  <a:schemeClr val="tx1"/>
                </a:solidFill>
              </a:defRPr>
            </a:lvl1pPr>
          </a:lstStyle>
          <a:p>
            <a:r>
              <a:rPr lang="en-US" noProof="0"/>
              <a:t>Team slide with 2 individuals (layout A) – click to add title</a:t>
            </a:r>
          </a:p>
        </p:txBody>
      </p:sp>
      <p:grpSp>
        <p:nvGrpSpPr>
          <p:cNvPr id="4" name="Group 3">
            <a:extLst>
              <a:ext uri="{FF2B5EF4-FFF2-40B4-BE49-F238E27FC236}">
                <a16:creationId xmlns:a16="http://schemas.microsoft.com/office/drawing/2014/main" id="{D17F034D-7149-A614-1695-FEAB4805FE2F}"/>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4A519421-BBC9-E265-BC60-0732030545E4}"/>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061CB1A3-4B69-185D-4EF4-F12A804B76E6}"/>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8" name="Picture placeholder 5" descr="Photograph of First and Last name &#10;(person the slide is referencing)">
            <a:extLst>
              <a:ext uri="{FF2B5EF4-FFF2-40B4-BE49-F238E27FC236}">
                <a16:creationId xmlns:a16="http://schemas.microsoft.com/office/drawing/2014/main" id="{12EC7163-7641-E7F6-4273-34D71DCF4372}"/>
              </a:ext>
            </a:extLst>
          </p:cNvPr>
          <p:cNvSpPr>
            <a:spLocks noGrp="1" noChangeAspect="1"/>
          </p:cNvSpPr>
          <p:nvPr>
            <p:ph type="pic" sz="quarter" idx="12" hasCustomPrompt="1"/>
          </p:nvPr>
        </p:nvSpPr>
        <p:spPr>
          <a:xfrm>
            <a:off x="3744272"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5" name="Text placeholder 5">
            <a:extLst>
              <a:ext uri="{FF2B5EF4-FFF2-40B4-BE49-F238E27FC236}">
                <a16:creationId xmlns:a16="http://schemas.microsoft.com/office/drawing/2014/main" id="{5CAA202A-5196-3008-D768-8C9A0F9DB6EA}"/>
              </a:ext>
            </a:extLst>
          </p:cNvPr>
          <p:cNvSpPr>
            <a:spLocks noGrp="1"/>
          </p:cNvSpPr>
          <p:nvPr>
            <p:ph type="body" sz="quarter" idx="27" hasCustomPrompt="1"/>
          </p:nvPr>
        </p:nvSpPr>
        <p:spPr>
          <a:xfrm>
            <a:off x="3435781" y="409640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lvl="0"/>
            <a:r>
              <a:rPr lang="en-US" noProof="0"/>
              <a:t>First and Last name</a:t>
            </a:r>
          </a:p>
        </p:txBody>
      </p:sp>
      <p:sp>
        <p:nvSpPr>
          <p:cNvPr id="16" name="Text placeholder 5">
            <a:extLst>
              <a:ext uri="{FF2B5EF4-FFF2-40B4-BE49-F238E27FC236}">
                <a16:creationId xmlns:a16="http://schemas.microsoft.com/office/drawing/2014/main" id="{6B3AC22D-2FAC-715A-5263-BCA1A63D69BF}"/>
              </a:ext>
            </a:extLst>
          </p:cNvPr>
          <p:cNvSpPr>
            <a:spLocks noGrp="1"/>
          </p:cNvSpPr>
          <p:nvPr>
            <p:ph type="body" sz="quarter" idx="28" hasCustomPrompt="1"/>
          </p:nvPr>
        </p:nvSpPr>
        <p:spPr>
          <a:xfrm>
            <a:off x="3435781"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17" name="Picture placeholder 5" descr="Photograph of First and Last name &#10;(person the slide is referencing)">
            <a:extLst>
              <a:ext uri="{FF2B5EF4-FFF2-40B4-BE49-F238E27FC236}">
                <a16:creationId xmlns:a16="http://schemas.microsoft.com/office/drawing/2014/main" id="{C4D8F0BC-E3E7-4309-8BF4-8FF9C48BADC4}"/>
              </a:ext>
            </a:extLst>
          </p:cNvPr>
          <p:cNvSpPr>
            <a:spLocks noGrp="1" noChangeAspect="1"/>
          </p:cNvSpPr>
          <p:nvPr>
            <p:ph type="pic" sz="quarter" idx="33" hasCustomPrompt="1"/>
          </p:nvPr>
        </p:nvSpPr>
        <p:spPr>
          <a:xfrm>
            <a:off x="6795017"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8" name="Text placeholder 5">
            <a:extLst>
              <a:ext uri="{FF2B5EF4-FFF2-40B4-BE49-F238E27FC236}">
                <a16:creationId xmlns:a16="http://schemas.microsoft.com/office/drawing/2014/main" id="{15B83155-C75C-C6F4-37BD-7930F2097638}"/>
              </a:ext>
            </a:extLst>
          </p:cNvPr>
          <p:cNvSpPr>
            <a:spLocks noGrp="1"/>
          </p:cNvSpPr>
          <p:nvPr>
            <p:ph type="body" sz="quarter" idx="29" hasCustomPrompt="1"/>
          </p:nvPr>
        </p:nvSpPr>
        <p:spPr>
          <a:xfrm>
            <a:off x="6486526" y="40911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20" name="Text placeholder 5">
            <a:extLst>
              <a:ext uri="{FF2B5EF4-FFF2-40B4-BE49-F238E27FC236}">
                <a16:creationId xmlns:a16="http://schemas.microsoft.com/office/drawing/2014/main" id="{D15A1721-09B8-7D7D-B5E1-52EA7FD69E55}"/>
              </a:ext>
            </a:extLst>
          </p:cNvPr>
          <p:cNvSpPr>
            <a:spLocks noGrp="1"/>
          </p:cNvSpPr>
          <p:nvPr>
            <p:ph type="body" sz="quarter" idx="30" hasCustomPrompt="1"/>
          </p:nvPr>
        </p:nvSpPr>
        <p:spPr>
          <a:xfrm>
            <a:off x="6486526"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5D2F76E3-C68E-FACE-879D-228018A9A671}"/>
              </a:ext>
              <a:ext uri="{C183D7F6-B498-43B3-948B-1728B52AA6E4}">
                <adec:decorative xmlns:adec="http://schemas.microsoft.com/office/drawing/2017/decorative" val="1"/>
              </a:ext>
            </a:extLst>
          </p:cNvPr>
          <p:cNvSpPr>
            <a:spLocks noGrp="1"/>
          </p:cNvSpPr>
          <p:nvPr userDrawn="1">
            <p:ph type="ftr" sz="quarter" idx="37"/>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5FB2635F-AE60-4A1F-B4D8-39B721D0525E}"/>
              </a:ext>
              <a:ext uri="{C183D7F6-B498-43B3-948B-1728B52AA6E4}">
                <adec:decorative xmlns:adec="http://schemas.microsoft.com/office/drawing/2017/decorative" val="1"/>
              </a:ext>
            </a:extLst>
          </p:cNvPr>
          <p:cNvSpPr>
            <a:spLocks noGrp="1"/>
          </p:cNvSpPr>
          <p:nvPr userDrawn="1">
            <p:ph type="sldNum" sz="quarter" idx="36"/>
          </p:nvPr>
        </p:nvSpPr>
        <p:spPr/>
        <p:txBody>
          <a:bodyPr/>
          <a:lstStyle>
            <a:lvl1pPr>
              <a:defRPr>
                <a:solidFill>
                  <a:srgbClr val="E6E6E6"/>
                </a:solidFill>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446323688"/>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am - 2B">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727B934-DD85-9B55-DE17-672E2E708D16}"/>
              </a:ext>
            </a:extLst>
          </p:cNvPr>
          <p:cNvSpPr>
            <a:spLocks noGrp="1"/>
          </p:cNvSpPr>
          <p:nvPr>
            <p:ph type="title" hasCustomPrompt="1"/>
          </p:nvPr>
        </p:nvSpPr>
        <p:spPr>
          <a:xfrm>
            <a:off x="765737" y="683246"/>
            <a:ext cx="10661904" cy="531097"/>
          </a:xfrm>
          <a:noFill/>
        </p:spPr>
        <p:txBody>
          <a:bodyPr>
            <a:noAutofit/>
          </a:bodyPr>
          <a:lstStyle>
            <a:lvl1pPr>
              <a:defRPr sz="2800">
                <a:solidFill>
                  <a:schemeClr val="tx1"/>
                </a:solidFill>
              </a:defRPr>
            </a:lvl1pPr>
          </a:lstStyle>
          <a:p>
            <a:r>
              <a:rPr lang="en-US" noProof="0"/>
              <a:t>Team slide with 2 individuals (layout B) – click to add title</a:t>
            </a:r>
          </a:p>
        </p:txBody>
      </p:sp>
      <p:grpSp>
        <p:nvGrpSpPr>
          <p:cNvPr id="6" name="Group 5">
            <a:extLst>
              <a:ext uri="{FF2B5EF4-FFF2-40B4-BE49-F238E27FC236}">
                <a16:creationId xmlns:a16="http://schemas.microsoft.com/office/drawing/2014/main" id="{C7987D90-C3F5-2B7E-7C35-1164F51996A3}"/>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FFA13B3F-B6AF-32A2-DB2A-CE001985D351}"/>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2" name="TextBox 11">
              <a:extLst>
                <a:ext uri="{FF2B5EF4-FFF2-40B4-BE49-F238E27FC236}">
                  <a16:creationId xmlns:a16="http://schemas.microsoft.com/office/drawing/2014/main" id="{DB543F5C-9EF3-CCC2-FA51-6E974CB689E6}"/>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13" name="Picture placeholder 5" descr="Photograph of Name (person the slide is referencing)">
            <a:extLst>
              <a:ext uri="{FF2B5EF4-FFF2-40B4-BE49-F238E27FC236}">
                <a16:creationId xmlns:a16="http://schemas.microsoft.com/office/drawing/2014/main" id="{79F8553C-A3D0-7224-5D0C-66AD11A2B2C7}"/>
              </a:ext>
            </a:extLst>
          </p:cNvPr>
          <p:cNvSpPr>
            <a:spLocks noGrp="1" noChangeAspect="1"/>
          </p:cNvSpPr>
          <p:nvPr>
            <p:ph type="pic" sz="quarter" idx="12" hasCustomPrompt="1"/>
          </p:nvPr>
        </p:nvSpPr>
        <p:spPr>
          <a:xfrm>
            <a:off x="3744272"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4" name="Text placeholder 5">
            <a:extLst>
              <a:ext uri="{FF2B5EF4-FFF2-40B4-BE49-F238E27FC236}">
                <a16:creationId xmlns:a16="http://schemas.microsoft.com/office/drawing/2014/main" id="{09692D77-7355-D933-14D4-8DBE72881BDE}"/>
              </a:ext>
            </a:extLst>
          </p:cNvPr>
          <p:cNvSpPr>
            <a:spLocks noGrp="1"/>
          </p:cNvSpPr>
          <p:nvPr>
            <p:ph type="body" sz="quarter" idx="27" hasCustomPrompt="1"/>
          </p:nvPr>
        </p:nvSpPr>
        <p:spPr>
          <a:xfrm>
            <a:off x="3435781" y="409640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lvl="0"/>
            <a:r>
              <a:rPr lang="en-US" noProof="0"/>
              <a:t>First and Last name</a:t>
            </a:r>
          </a:p>
        </p:txBody>
      </p:sp>
      <p:sp>
        <p:nvSpPr>
          <p:cNvPr id="15" name="Text placeholder 5">
            <a:extLst>
              <a:ext uri="{FF2B5EF4-FFF2-40B4-BE49-F238E27FC236}">
                <a16:creationId xmlns:a16="http://schemas.microsoft.com/office/drawing/2014/main" id="{C1C1727B-B112-4ED5-6A77-DB479A2878A6}"/>
              </a:ext>
            </a:extLst>
          </p:cNvPr>
          <p:cNvSpPr>
            <a:spLocks noGrp="1"/>
          </p:cNvSpPr>
          <p:nvPr>
            <p:ph type="body" sz="quarter" idx="28" hasCustomPrompt="1"/>
          </p:nvPr>
        </p:nvSpPr>
        <p:spPr>
          <a:xfrm>
            <a:off x="3435781"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16" name="Picture placeholder 5" descr="Photograph of Name (person the slide is referencing)">
            <a:extLst>
              <a:ext uri="{FF2B5EF4-FFF2-40B4-BE49-F238E27FC236}">
                <a16:creationId xmlns:a16="http://schemas.microsoft.com/office/drawing/2014/main" id="{D650A5C8-835C-0D2C-C826-9957DB37A11E}"/>
              </a:ext>
            </a:extLst>
          </p:cNvPr>
          <p:cNvSpPr>
            <a:spLocks noGrp="1" noChangeAspect="1"/>
          </p:cNvSpPr>
          <p:nvPr>
            <p:ph type="pic" sz="quarter" idx="33" hasCustomPrompt="1"/>
          </p:nvPr>
        </p:nvSpPr>
        <p:spPr>
          <a:xfrm>
            <a:off x="6795017"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7" name="Text placeholder 5">
            <a:extLst>
              <a:ext uri="{FF2B5EF4-FFF2-40B4-BE49-F238E27FC236}">
                <a16:creationId xmlns:a16="http://schemas.microsoft.com/office/drawing/2014/main" id="{FA1F04B9-C968-8379-E3C5-A5067E2D4ADC}"/>
              </a:ext>
            </a:extLst>
          </p:cNvPr>
          <p:cNvSpPr>
            <a:spLocks noGrp="1"/>
          </p:cNvSpPr>
          <p:nvPr>
            <p:ph type="body" sz="quarter" idx="29" hasCustomPrompt="1"/>
          </p:nvPr>
        </p:nvSpPr>
        <p:spPr>
          <a:xfrm>
            <a:off x="6486526" y="40911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18" name="Text placeholder 5">
            <a:extLst>
              <a:ext uri="{FF2B5EF4-FFF2-40B4-BE49-F238E27FC236}">
                <a16:creationId xmlns:a16="http://schemas.microsoft.com/office/drawing/2014/main" id="{DD348EEE-01C9-D1C1-EA4D-5FA3A00701E7}"/>
              </a:ext>
            </a:extLst>
          </p:cNvPr>
          <p:cNvSpPr>
            <a:spLocks noGrp="1"/>
          </p:cNvSpPr>
          <p:nvPr>
            <p:ph type="body" sz="quarter" idx="30" hasCustomPrompt="1"/>
          </p:nvPr>
        </p:nvSpPr>
        <p:spPr>
          <a:xfrm>
            <a:off x="6486526"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62872E95-302C-66FA-6C40-2BBD7D970564}"/>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EAC654C8-21AC-A85D-C564-E231F952ACD5}"/>
              </a:ext>
            </a:extLst>
          </p:cNvPr>
          <p:cNvSpPr>
            <a:spLocks noGrp="1"/>
          </p:cNvSpPr>
          <p:nvPr>
            <p:ph type="sldNum" sz="quarter" idx="11"/>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268048041"/>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am - 3A">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3 individuals (layout A) – click to add title</a:t>
            </a:r>
          </a:p>
        </p:txBody>
      </p:sp>
      <p:grpSp>
        <p:nvGrpSpPr>
          <p:cNvPr id="8" name="Group 7">
            <a:extLst>
              <a:ext uri="{FF2B5EF4-FFF2-40B4-BE49-F238E27FC236}">
                <a16:creationId xmlns:a16="http://schemas.microsoft.com/office/drawing/2014/main" id="{86149398-F80F-87FC-8242-C9E2BA2A1C26}"/>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10" name="TextBox 9">
              <a:extLst>
                <a:ext uri="{FF2B5EF4-FFF2-40B4-BE49-F238E27FC236}">
                  <a16:creationId xmlns:a16="http://schemas.microsoft.com/office/drawing/2014/main" id="{B00B5B32-D9B0-9B27-C4FA-13F40088B660}"/>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1" name="TextBox 10">
              <a:extLst>
                <a:ext uri="{FF2B5EF4-FFF2-40B4-BE49-F238E27FC236}">
                  <a16:creationId xmlns:a16="http://schemas.microsoft.com/office/drawing/2014/main" id="{ABAF076D-C2D1-A806-7D2A-97FD8B319E23}"/>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20" name="Picture placeholder 5" descr="Photograph of First and Last name &#10;(person the slide is referencing)">
            <a:extLst>
              <a:ext uri="{FF2B5EF4-FFF2-40B4-BE49-F238E27FC236}">
                <a16:creationId xmlns:a16="http://schemas.microsoft.com/office/drawing/2014/main" id="{E09F7703-90ED-00AF-3067-E1A4CABBA8A5}"/>
              </a:ext>
            </a:extLst>
          </p:cNvPr>
          <p:cNvSpPr>
            <a:spLocks noGrp="1" noChangeAspect="1"/>
          </p:cNvSpPr>
          <p:nvPr>
            <p:ph type="pic" sz="quarter" idx="12" hasCustomPrompt="1"/>
          </p:nvPr>
        </p:nvSpPr>
        <p:spPr>
          <a:xfrm>
            <a:off x="2234504"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21" name="Text placeholder 5">
            <a:extLst>
              <a:ext uri="{FF2B5EF4-FFF2-40B4-BE49-F238E27FC236}">
                <a16:creationId xmlns:a16="http://schemas.microsoft.com/office/drawing/2014/main" id="{905BCF0A-2A4E-9CDE-1FF3-A3F38FD5DBF9}"/>
              </a:ext>
            </a:extLst>
          </p:cNvPr>
          <p:cNvSpPr>
            <a:spLocks noGrp="1"/>
          </p:cNvSpPr>
          <p:nvPr>
            <p:ph type="body" sz="quarter" idx="27" hasCustomPrompt="1"/>
          </p:nvPr>
        </p:nvSpPr>
        <p:spPr>
          <a:xfrm>
            <a:off x="1923603" y="40942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22" name="Text placeholder 5">
            <a:extLst>
              <a:ext uri="{FF2B5EF4-FFF2-40B4-BE49-F238E27FC236}">
                <a16:creationId xmlns:a16="http://schemas.microsoft.com/office/drawing/2014/main" id="{316168BE-32B5-A8EC-586B-CE369689C4D5}"/>
              </a:ext>
            </a:extLst>
          </p:cNvPr>
          <p:cNvSpPr>
            <a:spLocks noGrp="1"/>
          </p:cNvSpPr>
          <p:nvPr>
            <p:ph type="body" sz="quarter" idx="28" hasCustomPrompt="1"/>
          </p:nvPr>
        </p:nvSpPr>
        <p:spPr>
          <a:xfrm>
            <a:off x="1923603"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23" name="Picture placeholder 5" descr="Photograph of First and Last name &#10;(person the slide is referencing)">
            <a:extLst>
              <a:ext uri="{FF2B5EF4-FFF2-40B4-BE49-F238E27FC236}">
                <a16:creationId xmlns:a16="http://schemas.microsoft.com/office/drawing/2014/main" id="{FCBF45A8-285D-1449-6DC9-FBA5757D1E2C}"/>
              </a:ext>
            </a:extLst>
          </p:cNvPr>
          <p:cNvSpPr>
            <a:spLocks noGrp="1" noChangeAspect="1"/>
          </p:cNvSpPr>
          <p:nvPr>
            <p:ph type="pic" sz="quarter" idx="33" hasCustomPrompt="1"/>
          </p:nvPr>
        </p:nvSpPr>
        <p:spPr>
          <a:xfrm>
            <a:off x="528775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24" name="Text placeholder 5">
            <a:extLst>
              <a:ext uri="{FF2B5EF4-FFF2-40B4-BE49-F238E27FC236}">
                <a16:creationId xmlns:a16="http://schemas.microsoft.com/office/drawing/2014/main" id="{8DF36D87-44A8-CBBD-AD90-39493D55BD93}"/>
              </a:ext>
            </a:extLst>
          </p:cNvPr>
          <p:cNvSpPr>
            <a:spLocks noGrp="1"/>
          </p:cNvSpPr>
          <p:nvPr>
            <p:ph type="body" sz="quarter" idx="29" hasCustomPrompt="1"/>
          </p:nvPr>
        </p:nvSpPr>
        <p:spPr>
          <a:xfrm>
            <a:off x="497685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27" name="Text placeholder 5">
            <a:extLst>
              <a:ext uri="{FF2B5EF4-FFF2-40B4-BE49-F238E27FC236}">
                <a16:creationId xmlns:a16="http://schemas.microsoft.com/office/drawing/2014/main" id="{7C93CD8F-87F4-8D9A-3701-0AD84D3C9DBA}"/>
              </a:ext>
            </a:extLst>
          </p:cNvPr>
          <p:cNvSpPr>
            <a:spLocks noGrp="1"/>
          </p:cNvSpPr>
          <p:nvPr>
            <p:ph type="body" sz="quarter" idx="30" hasCustomPrompt="1"/>
          </p:nvPr>
        </p:nvSpPr>
        <p:spPr>
          <a:xfrm>
            <a:off x="497685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28" name="Picture placeholder 5" descr="Photograph of First and Last name &#10;(person the slide is referencing)">
            <a:extLst>
              <a:ext uri="{FF2B5EF4-FFF2-40B4-BE49-F238E27FC236}">
                <a16:creationId xmlns:a16="http://schemas.microsoft.com/office/drawing/2014/main" id="{7DC5D551-905D-0923-7AAC-4160C867D02A}"/>
              </a:ext>
            </a:extLst>
          </p:cNvPr>
          <p:cNvSpPr>
            <a:spLocks noGrp="1" noChangeAspect="1"/>
          </p:cNvSpPr>
          <p:nvPr>
            <p:ph type="pic" sz="quarter" idx="34" hasCustomPrompt="1"/>
          </p:nvPr>
        </p:nvSpPr>
        <p:spPr>
          <a:xfrm>
            <a:off x="831473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29" name="Text placeholder 5">
            <a:extLst>
              <a:ext uri="{FF2B5EF4-FFF2-40B4-BE49-F238E27FC236}">
                <a16:creationId xmlns:a16="http://schemas.microsoft.com/office/drawing/2014/main" id="{ED5944CA-F01F-8A47-30C9-BBFD710FF111}"/>
              </a:ext>
            </a:extLst>
          </p:cNvPr>
          <p:cNvSpPr>
            <a:spLocks noGrp="1"/>
          </p:cNvSpPr>
          <p:nvPr>
            <p:ph type="body" sz="quarter" idx="31" hasCustomPrompt="1"/>
          </p:nvPr>
        </p:nvSpPr>
        <p:spPr>
          <a:xfrm>
            <a:off x="800383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30" name="Text placeholder 5">
            <a:extLst>
              <a:ext uri="{FF2B5EF4-FFF2-40B4-BE49-F238E27FC236}">
                <a16:creationId xmlns:a16="http://schemas.microsoft.com/office/drawing/2014/main" id="{76531A7E-D51B-59B2-6103-980B07801D13}"/>
              </a:ext>
            </a:extLst>
          </p:cNvPr>
          <p:cNvSpPr>
            <a:spLocks noGrp="1"/>
          </p:cNvSpPr>
          <p:nvPr>
            <p:ph type="body" sz="quarter" idx="32" hasCustomPrompt="1"/>
          </p:nvPr>
        </p:nvSpPr>
        <p:spPr>
          <a:xfrm>
            <a:off x="800383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6C3D93CB-7754-3E30-DD83-9BDC0A151345}"/>
              </a:ext>
              <a:ext uri="{C183D7F6-B498-43B3-948B-1728B52AA6E4}">
                <adec:decorative xmlns:adec="http://schemas.microsoft.com/office/drawing/2017/decorative" val="1"/>
              </a:ext>
            </a:extLst>
          </p:cNvPr>
          <p:cNvSpPr>
            <a:spLocks noGrp="1"/>
          </p:cNvSpPr>
          <p:nvPr userDrawn="1">
            <p:ph type="ftr" sz="quarter" idx="38"/>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D36FF57C-3521-7C73-57FB-6E892812A006}"/>
              </a:ext>
              <a:ext uri="{C183D7F6-B498-43B3-948B-1728B52AA6E4}">
                <adec:decorative xmlns:adec="http://schemas.microsoft.com/office/drawing/2017/decorative" val="1"/>
              </a:ext>
            </a:extLst>
          </p:cNvPr>
          <p:cNvSpPr>
            <a:spLocks noGrp="1"/>
          </p:cNvSpPr>
          <p:nvPr userDrawn="1">
            <p:ph type="sldNum" sz="quarter" idx="37"/>
          </p:nvPr>
        </p:nvSpPr>
        <p:spPr/>
        <p:txBody>
          <a:bodyPr/>
          <a:lstStyle>
            <a:lvl1pPr>
              <a:defRPr>
                <a:solidFill>
                  <a:srgbClr val="E6E6E6"/>
                </a:solidFill>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352863577"/>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am - 3B">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3 individuals (layout B) – click to add title</a:t>
            </a:r>
          </a:p>
        </p:txBody>
      </p:sp>
      <p:grpSp>
        <p:nvGrpSpPr>
          <p:cNvPr id="4" name="Group 3">
            <a:extLst>
              <a:ext uri="{FF2B5EF4-FFF2-40B4-BE49-F238E27FC236}">
                <a16:creationId xmlns:a16="http://schemas.microsoft.com/office/drawing/2014/main" id="{D68E27BB-7AB7-CDC3-CFE0-440923FF4845}"/>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F1F6CB23-D104-A406-9015-092E7AA24078}"/>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248E3E26-04F2-0B45-9794-6AD7245045E4}"/>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35" name="Picture placeholder 5" descr="Photograph of First and Last name &#10;(person the slide is referencing)">
            <a:extLst>
              <a:ext uri="{FF2B5EF4-FFF2-40B4-BE49-F238E27FC236}">
                <a16:creationId xmlns:a16="http://schemas.microsoft.com/office/drawing/2014/main" id="{3A86A467-D855-8D1E-59EB-90310C8DADC0}"/>
              </a:ext>
            </a:extLst>
          </p:cNvPr>
          <p:cNvSpPr>
            <a:spLocks noGrp="1" noChangeAspect="1"/>
          </p:cNvSpPr>
          <p:nvPr>
            <p:ph type="pic" sz="quarter" idx="12" hasCustomPrompt="1"/>
          </p:nvPr>
        </p:nvSpPr>
        <p:spPr>
          <a:xfrm>
            <a:off x="2234504"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36" name="Text placeholder 5">
            <a:extLst>
              <a:ext uri="{FF2B5EF4-FFF2-40B4-BE49-F238E27FC236}">
                <a16:creationId xmlns:a16="http://schemas.microsoft.com/office/drawing/2014/main" id="{9D486887-C41D-5605-71FF-F9698270EAB5}"/>
              </a:ext>
            </a:extLst>
          </p:cNvPr>
          <p:cNvSpPr>
            <a:spLocks noGrp="1"/>
          </p:cNvSpPr>
          <p:nvPr>
            <p:ph type="body" sz="quarter" idx="27" hasCustomPrompt="1"/>
          </p:nvPr>
        </p:nvSpPr>
        <p:spPr>
          <a:xfrm>
            <a:off x="1923603" y="40942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37" name="Text placeholder 5">
            <a:extLst>
              <a:ext uri="{FF2B5EF4-FFF2-40B4-BE49-F238E27FC236}">
                <a16:creationId xmlns:a16="http://schemas.microsoft.com/office/drawing/2014/main" id="{6500EE20-5AC6-3657-3DD0-7AD97ED79638}"/>
              </a:ext>
            </a:extLst>
          </p:cNvPr>
          <p:cNvSpPr>
            <a:spLocks noGrp="1"/>
          </p:cNvSpPr>
          <p:nvPr>
            <p:ph type="body" sz="quarter" idx="28" hasCustomPrompt="1"/>
          </p:nvPr>
        </p:nvSpPr>
        <p:spPr>
          <a:xfrm>
            <a:off x="1923603"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8" name="Picture placeholder 5" descr="Photograph of First and Last name &#10;(person the slide is referencing)">
            <a:extLst>
              <a:ext uri="{FF2B5EF4-FFF2-40B4-BE49-F238E27FC236}">
                <a16:creationId xmlns:a16="http://schemas.microsoft.com/office/drawing/2014/main" id="{A494526E-4E99-DC68-7E49-D5A978CE9CBB}"/>
              </a:ext>
            </a:extLst>
          </p:cNvPr>
          <p:cNvSpPr>
            <a:spLocks noGrp="1" noChangeAspect="1"/>
          </p:cNvSpPr>
          <p:nvPr>
            <p:ph type="pic" sz="quarter" idx="33" hasCustomPrompt="1"/>
          </p:nvPr>
        </p:nvSpPr>
        <p:spPr>
          <a:xfrm>
            <a:off x="528775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39" name="Text placeholder 5">
            <a:extLst>
              <a:ext uri="{FF2B5EF4-FFF2-40B4-BE49-F238E27FC236}">
                <a16:creationId xmlns:a16="http://schemas.microsoft.com/office/drawing/2014/main" id="{B9D673A4-C543-9C26-7E55-8EB17385008B}"/>
              </a:ext>
            </a:extLst>
          </p:cNvPr>
          <p:cNvSpPr>
            <a:spLocks noGrp="1"/>
          </p:cNvSpPr>
          <p:nvPr>
            <p:ph type="body" sz="quarter" idx="29" hasCustomPrompt="1"/>
          </p:nvPr>
        </p:nvSpPr>
        <p:spPr>
          <a:xfrm>
            <a:off x="497685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40" name="Text placeholder 5">
            <a:extLst>
              <a:ext uri="{FF2B5EF4-FFF2-40B4-BE49-F238E27FC236}">
                <a16:creationId xmlns:a16="http://schemas.microsoft.com/office/drawing/2014/main" id="{185AC4BF-E6BF-D39D-A8E7-2505A33087F6}"/>
              </a:ext>
            </a:extLst>
          </p:cNvPr>
          <p:cNvSpPr>
            <a:spLocks noGrp="1"/>
          </p:cNvSpPr>
          <p:nvPr>
            <p:ph type="body" sz="quarter" idx="30" hasCustomPrompt="1"/>
          </p:nvPr>
        </p:nvSpPr>
        <p:spPr>
          <a:xfrm>
            <a:off x="497685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41" name="Picture placeholder 5" descr="Photograph of First and Last name &#10;(person the slide is referencing)">
            <a:extLst>
              <a:ext uri="{FF2B5EF4-FFF2-40B4-BE49-F238E27FC236}">
                <a16:creationId xmlns:a16="http://schemas.microsoft.com/office/drawing/2014/main" id="{ADB10A66-6145-1471-4C0C-5D7910FACEE1}"/>
              </a:ext>
            </a:extLst>
          </p:cNvPr>
          <p:cNvSpPr>
            <a:spLocks noGrp="1" noChangeAspect="1"/>
          </p:cNvSpPr>
          <p:nvPr>
            <p:ph type="pic" sz="quarter" idx="34" hasCustomPrompt="1"/>
          </p:nvPr>
        </p:nvSpPr>
        <p:spPr>
          <a:xfrm>
            <a:off x="831473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42" name="Text placeholder 5">
            <a:extLst>
              <a:ext uri="{FF2B5EF4-FFF2-40B4-BE49-F238E27FC236}">
                <a16:creationId xmlns:a16="http://schemas.microsoft.com/office/drawing/2014/main" id="{2ED88A52-6A17-2AA0-73AC-0F77A3B7B442}"/>
              </a:ext>
            </a:extLst>
          </p:cNvPr>
          <p:cNvSpPr>
            <a:spLocks noGrp="1"/>
          </p:cNvSpPr>
          <p:nvPr>
            <p:ph type="body" sz="quarter" idx="31" hasCustomPrompt="1"/>
          </p:nvPr>
        </p:nvSpPr>
        <p:spPr>
          <a:xfrm>
            <a:off x="800383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43" name="Text placeholder 5">
            <a:extLst>
              <a:ext uri="{FF2B5EF4-FFF2-40B4-BE49-F238E27FC236}">
                <a16:creationId xmlns:a16="http://schemas.microsoft.com/office/drawing/2014/main" id="{08B978EE-ED47-502D-A0D5-7392A7960FDE}"/>
              </a:ext>
            </a:extLst>
          </p:cNvPr>
          <p:cNvSpPr>
            <a:spLocks noGrp="1"/>
          </p:cNvSpPr>
          <p:nvPr>
            <p:ph type="body" sz="quarter" idx="32" hasCustomPrompt="1"/>
          </p:nvPr>
        </p:nvSpPr>
        <p:spPr>
          <a:xfrm>
            <a:off x="800383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94311A63-055C-B023-572C-AF762E30BA31}"/>
              </a:ext>
              <a:ext uri="{C183D7F6-B498-43B3-948B-1728B52AA6E4}">
                <adec:decorative xmlns:adec="http://schemas.microsoft.com/office/drawing/2017/decorative" val="1"/>
              </a:ext>
            </a:extLst>
          </p:cNvPr>
          <p:cNvSpPr>
            <a:spLocks noGrp="1"/>
          </p:cNvSpPr>
          <p:nvPr userDrawn="1">
            <p:ph type="ftr" sz="quarter" idx="38"/>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F97078C6-BBC5-8D5E-1DBF-9E32207B8A9F}"/>
              </a:ext>
              <a:ext uri="{C183D7F6-B498-43B3-948B-1728B52AA6E4}">
                <adec:decorative xmlns:adec="http://schemas.microsoft.com/office/drawing/2017/decorative" val="1"/>
              </a:ext>
            </a:extLst>
          </p:cNvPr>
          <p:cNvSpPr>
            <a:spLocks noGrp="1"/>
          </p:cNvSpPr>
          <p:nvPr userDrawn="1">
            <p:ph type="sldNum" sz="quarter" idx="37"/>
          </p:nvPr>
        </p:nvSpPr>
        <p:spPr/>
        <p:txBody>
          <a:bodyPr/>
          <a:lstStyle>
            <a:lvl1pPr>
              <a:defRPr>
                <a:solidFill>
                  <a:srgbClr val="E6E6E6"/>
                </a:solidFill>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15866489"/>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am - 4A">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3CDA66FE-4D5A-4E48-BDC4-6C987A8FA04A}"/>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4 individuals (layout A) – click to add title</a:t>
            </a:r>
          </a:p>
        </p:txBody>
      </p:sp>
      <p:grpSp>
        <p:nvGrpSpPr>
          <p:cNvPr id="4" name="Group 3">
            <a:extLst>
              <a:ext uri="{FF2B5EF4-FFF2-40B4-BE49-F238E27FC236}">
                <a16:creationId xmlns:a16="http://schemas.microsoft.com/office/drawing/2014/main" id="{839BD4E2-CAF1-660B-B621-322151500C37}"/>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78A6216E-2B23-859B-D779-ADD510296439}"/>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3E5F8A29-E0AF-3CF9-5179-EDB040F360EA}"/>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6" name="Picture placeholder 1" descr="Photograph of First and Last name &#10;(person the slide is referencing)">
            <a:extLst>
              <a:ext uri="{FF2B5EF4-FFF2-40B4-BE49-F238E27FC236}">
                <a16:creationId xmlns:a16="http://schemas.microsoft.com/office/drawing/2014/main" id="{61E355BA-E8F2-FA80-1060-127D34E1F29A}"/>
              </a:ext>
            </a:extLst>
          </p:cNvPr>
          <p:cNvSpPr>
            <a:spLocks noGrp="1"/>
          </p:cNvSpPr>
          <p:nvPr>
            <p:ph type="pic" sz="quarter" idx="12" hasCustomPrompt="1"/>
          </p:nvPr>
        </p:nvSpPr>
        <p:spPr>
          <a:xfrm>
            <a:off x="2021011" y="2276543"/>
            <a:ext cx="1319356" cy="132373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57" name="Name placeholder 1">
            <a:extLst>
              <a:ext uri="{FF2B5EF4-FFF2-40B4-BE49-F238E27FC236}">
                <a16:creationId xmlns:a16="http://schemas.microsoft.com/office/drawing/2014/main" id="{F8BE96B3-364D-CF0B-C4EE-FDD8FD85DB35}"/>
              </a:ext>
            </a:extLst>
          </p:cNvPr>
          <p:cNvSpPr>
            <a:spLocks noGrp="1"/>
          </p:cNvSpPr>
          <p:nvPr>
            <p:ph type="body" sz="quarter" idx="27" hasCustomPrompt="1"/>
          </p:nvPr>
        </p:nvSpPr>
        <p:spPr>
          <a:xfrm>
            <a:off x="1921089"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58" name="Title placeholder 1">
            <a:extLst>
              <a:ext uri="{FF2B5EF4-FFF2-40B4-BE49-F238E27FC236}">
                <a16:creationId xmlns:a16="http://schemas.microsoft.com/office/drawing/2014/main" id="{06D7070F-F243-4240-4F93-320217241765}"/>
              </a:ext>
            </a:extLst>
          </p:cNvPr>
          <p:cNvSpPr>
            <a:spLocks noGrp="1"/>
          </p:cNvSpPr>
          <p:nvPr>
            <p:ph type="body" sz="quarter" idx="28" hasCustomPrompt="1"/>
          </p:nvPr>
        </p:nvSpPr>
        <p:spPr>
          <a:xfrm>
            <a:off x="1921089"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59" name="Picture placeholder 2" descr="Photograph of First and Last name &#10;(person the slide is referencing)">
            <a:extLst>
              <a:ext uri="{FF2B5EF4-FFF2-40B4-BE49-F238E27FC236}">
                <a16:creationId xmlns:a16="http://schemas.microsoft.com/office/drawing/2014/main" id="{3D456D4E-6644-5DF9-A9D7-88C041B42206}"/>
              </a:ext>
            </a:extLst>
          </p:cNvPr>
          <p:cNvSpPr>
            <a:spLocks noGrp="1"/>
          </p:cNvSpPr>
          <p:nvPr>
            <p:ph type="pic" sz="quarter" idx="13" hasCustomPrompt="1"/>
          </p:nvPr>
        </p:nvSpPr>
        <p:spPr>
          <a:xfrm>
            <a:off x="4292620"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60" name="Name placeholder 2">
            <a:extLst>
              <a:ext uri="{FF2B5EF4-FFF2-40B4-BE49-F238E27FC236}">
                <a16:creationId xmlns:a16="http://schemas.microsoft.com/office/drawing/2014/main" id="{2BD28511-12ED-6273-45AB-79457976718F}"/>
              </a:ext>
            </a:extLst>
          </p:cNvPr>
          <p:cNvSpPr>
            <a:spLocks noGrp="1"/>
          </p:cNvSpPr>
          <p:nvPr>
            <p:ph type="body" sz="quarter" idx="29" hasCustomPrompt="1"/>
          </p:nvPr>
        </p:nvSpPr>
        <p:spPr>
          <a:xfrm>
            <a:off x="4192698"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61" name="Title placeholder 2">
            <a:extLst>
              <a:ext uri="{FF2B5EF4-FFF2-40B4-BE49-F238E27FC236}">
                <a16:creationId xmlns:a16="http://schemas.microsoft.com/office/drawing/2014/main" id="{CF8EC483-1935-30ED-F977-D8CFB5ECA5EA}"/>
              </a:ext>
            </a:extLst>
          </p:cNvPr>
          <p:cNvSpPr>
            <a:spLocks noGrp="1"/>
          </p:cNvSpPr>
          <p:nvPr>
            <p:ph type="body" sz="quarter" idx="30" hasCustomPrompt="1"/>
          </p:nvPr>
        </p:nvSpPr>
        <p:spPr>
          <a:xfrm>
            <a:off x="4192698"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62" name="Picture placeholder 3" descr="Photograph of First and Last name &#10;(person the slide is referencing)">
            <a:extLst>
              <a:ext uri="{FF2B5EF4-FFF2-40B4-BE49-F238E27FC236}">
                <a16:creationId xmlns:a16="http://schemas.microsoft.com/office/drawing/2014/main" id="{2951CF9E-670B-FB68-05C9-C84EE6E2B780}"/>
              </a:ext>
            </a:extLst>
          </p:cNvPr>
          <p:cNvSpPr>
            <a:spLocks noGrp="1"/>
          </p:cNvSpPr>
          <p:nvPr>
            <p:ph type="pic" sz="quarter" idx="15" hasCustomPrompt="1"/>
          </p:nvPr>
        </p:nvSpPr>
        <p:spPr>
          <a:xfrm>
            <a:off x="6580025"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63" name="Name placeholder 3">
            <a:extLst>
              <a:ext uri="{FF2B5EF4-FFF2-40B4-BE49-F238E27FC236}">
                <a16:creationId xmlns:a16="http://schemas.microsoft.com/office/drawing/2014/main" id="{858A0D1D-CB20-FBC4-5A9D-B1286D8A0908}"/>
              </a:ext>
            </a:extLst>
          </p:cNvPr>
          <p:cNvSpPr>
            <a:spLocks noGrp="1"/>
          </p:cNvSpPr>
          <p:nvPr>
            <p:ph type="body" sz="quarter" idx="31" hasCustomPrompt="1"/>
          </p:nvPr>
        </p:nvSpPr>
        <p:spPr>
          <a:xfrm>
            <a:off x="6480103"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64" name="Title placeholder 3">
            <a:extLst>
              <a:ext uri="{FF2B5EF4-FFF2-40B4-BE49-F238E27FC236}">
                <a16:creationId xmlns:a16="http://schemas.microsoft.com/office/drawing/2014/main" id="{0E3B37AD-C100-1938-BFC7-82820CCFF2A9}"/>
              </a:ext>
            </a:extLst>
          </p:cNvPr>
          <p:cNvSpPr>
            <a:spLocks noGrp="1"/>
          </p:cNvSpPr>
          <p:nvPr>
            <p:ph type="body" sz="quarter" idx="32" hasCustomPrompt="1"/>
          </p:nvPr>
        </p:nvSpPr>
        <p:spPr>
          <a:xfrm>
            <a:off x="6480103"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65" name="Picture placeholder 4" descr="Photograph of First and Last name &#10;(person the slide is referencing)">
            <a:extLst>
              <a:ext uri="{FF2B5EF4-FFF2-40B4-BE49-F238E27FC236}">
                <a16:creationId xmlns:a16="http://schemas.microsoft.com/office/drawing/2014/main" id="{C4496A7D-273A-76C6-B132-C131F661FA13}"/>
              </a:ext>
            </a:extLst>
          </p:cNvPr>
          <p:cNvSpPr>
            <a:spLocks noGrp="1"/>
          </p:cNvSpPr>
          <p:nvPr>
            <p:ph type="pic" sz="quarter" idx="14" hasCustomPrompt="1"/>
          </p:nvPr>
        </p:nvSpPr>
        <p:spPr>
          <a:xfrm>
            <a:off x="8859634"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66" name="Name placeholder 4">
            <a:extLst>
              <a:ext uri="{FF2B5EF4-FFF2-40B4-BE49-F238E27FC236}">
                <a16:creationId xmlns:a16="http://schemas.microsoft.com/office/drawing/2014/main" id="{97DBE2D5-E353-851D-37B3-4F25F0EFAF68}"/>
              </a:ext>
            </a:extLst>
          </p:cNvPr>
          <p:cNvSpPr>
            <a:spLocks noGrp="1"/>
          </p:cNvSpPr>
          <p:nvPr>
            <p:ph type="body" sz="quarter" idx="33" hasCustomPrompt="1"/>
          </p:nvPr>
        </p:nvSpPr>
        <p:spPr>
          <a:xfrm>
            <a:off x="8759712"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67" name="Text placeholder 4">
            <a:extLst>
              <a:ext uri="{FF2B5EF4-FFF2-40B4-BE49-F238E27FC236}">
                <a16:creationId xmlns:a16="http://schemas.microsoft.com/office/drawing/2014/main" id="{CB7A0617-2753-C524-D31E-9114CDB7112D}"/>
              </a:ext>
            </a:extLst>
          </p:cNvPr>
          <p:cNvSpPr>
            <a:spLocks noGrp="1"/>
          </p:cNvSpPr>
          <p:nvPr>
            <p:ph type="body" sz="quarter" idx="34" hasCustomPrompt="1"/>
          </p:nvPr>
        </p:nvSpPr>
        <p:spPr>
          <a:xfrm>
            <a:off x="8759712"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C643F272-716A-1371-7363-CAC9AC80ED7D}"/>
              </a:ext>
              <a:ext uri="{C183D7F6-B498-43B3-948B-1728B52AA6E4}">
                <adec:decorative xmlns:adec="http://schemas.microsoft.com/office/drawing/2017/decorative" val="1"/>
              </a:ext>
            </a:extLst>
          </p:cNvPr>
          <p:cNvSpPr>
            <a:spLocks noGrp="1"/>
          </p:cNvSpPr>
          <p:nvPr userDrawn="1">
            <p:ph type="ftr" sz="quarter" idx="38"/>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0A3B1690-105B-4E85-4DE8-784706BAA767}"/>
              </a:ext>
              <a:ext uri="{C183D7F6-B498-43B3-948B-1728B52AA6E4}">
                <adec:decorative xmlns:adec="http://schemas.microsoft.com/office/drawing/2017/decorative" val="1"/>
              </a:ext>
            </a:extLst>
          </p:cNvPr>
          <p:cNvSpPr>
            <a:spLocks noGrp="1"/>
          </p:cNvSpPr>
          <p:nvPr userDrawn="1">
            <p:ph type="sldNum" sz="quarter" idx="37"/>
          </p:nvPr>
        </p:nvSpPr>
        <p:spPr/>
        <p:txBody>
          <a:bodyPr/>
          <a:lstStyle>
            <a:lvl1pPr>
              <a:defRPr>
                <a:solidFill>
                  <a:srgbClr val="E6E6E6"/>
                </a:solidFill>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5998349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am - 4B">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3CDA66FE-4D5A-4E48-BDC4-6C987A8FA04A}"/>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4 individuals (layout B) – click to add title</a:t>
            </a:r>
          </a:p>
        </p:txBody>
      </p:sp>
      <p:grpSp>
        <p:nvGrpSpPr>
          <p:cNvPr id="4" name="Group 3">
            <a:extLst>
              <a:ext uri="{FF2B5EF4-FFF2-40B4-BE49-F238E27FC236}">
                <a16:creationId xmlns:a16="http://schemas.microsoft.com/office/drawing/2014/main" id="{F6BC0E8E-EB61-8CEA-6B3D-89362B4F7469}"/>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4574812D-09D8-25C4-10C1-33805E082B26}"/>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B238EC40-3B5D-575C-3AA5-DC9059DDAD95}"/>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4" name="Picture placeholder 1" descr="Photograph of First and Last name &#10;(person the slide is referencing)">
            <a:extLst>
              <a:ext uri="{FF2B5EF4-FFF2-40B4-BE49-F238E27FC236}">
                <a16:creationId xmlns:a16="http://schemas.microsoft.com/office/drawing/2014/main" id="{BC75D193-B63D-3EB1-5C51-02DFEEF844EC}"/>
              </a:ext>
            </a:extLst>
          </p:cNvPr>
          <p:cNvSpPr>
            <a:spLocks noGrp="1"/>
          </p:cNvSpPr>
          <p:nvPr>
            <p:ph type="pic" sz="quarter" idx="12" hasCustomPrompt="1"/>
          </p:nvPr>
        </p:nvSpPr>
        <p:spPr>
          <a:xfrm>
            <a:off x="2021011" y="2276543"/>
            <a:ext cx="1319356" cy="132373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42" name="Name placeholder 1">
            <a:extLst>
              <a:ext uri="{FF2B5EF4-FFF2-40B4-BE49-F238E27FC236}">
                <a16:creationId xmlns:a16="http://schemas.microsoft.com/office/drawing/2014/main" id="{21EEAEC1-5542-BE87-4E61-120E5F176CE7}"/>
              </a:ext>
            </a:extLst>
          </p:cNvPr>
          <p:cNvSpPr>
            <a:spLocks noGrp="1"/>
          </p:cNvSpPr>
          <p:nvPr>
            <p:ph type="body" sz="quarter" idx="27" hasCustomPrompt="1"/>
          </p:nvPr>
        </p:nvSpPr>
        <p:spPr>
          <a:xfrm>
            <a:off x="1921089"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43" name="Title placeholder 1">
            <a:extLst>
              <a:ext uri="{FF2B5EF4-FFF2-40B4-BE49-F238E27FC236}">
                <a16:creationId xmlns:a16="http://schemas.microsoft.com/office/drawing/2014/main" id="{762E9E9E-5555-BEF0-CFD7-1F514520E615}"/>
              </a:ext>
            </a:extLst>
          </p:cNvPr>
          <p:cNvSpPr>
            <a:spLocks noGrp="1"/>
          </p:cNvSpPr>
          <p:nvPr>
            <p:ph type="body" sz="quarter" idx="28" hasCustomPrompt="1"/>
          </p:nvPr>
        </p:nvSpPr>
        <p:spPr>
          <a:xfrm>
            <a:off x="1921089"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55" name="Picture placeholder 2" descr="Photograph of First and Last name &#10;(person the slide is referencing)">
            <a:extLst>
              <a:ext uri="{FF2B5EF4-FFF2-40B4-BE49-F238E27FC236}">
                <a16:creationId xmlns:a16="http://schemas.microsoft.com/office/drawing/2014/main" id="{E3A5396A-9C06-97E5-D236-BBECD913A2DB}"/>
              </a:ext>
            </a:extLst>
          </p:cNvPr>
          <p:cNvSpPr>
            <a:spLocks noGrp="1"/>
          </p:cNvSpPr>
          <p:nvPr>
            <p:ph type="pic" sz="quarter" idx="13" hasCustomPrompt="1"/>
          </p:nvPr>
        </p:nvSpPr>
        <p:spPr>
          <a:xfrm>
            <a:off x="4292620"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45" name="Name placeholder 2">
            <a:extLst>
              <a:ext uri="{FF2B5EF4-FFF2-40B4-BE49-F238E27FC236}">
                <a16:creationId xmlns:a16="http://schemas.microsoft.com/office/drawing/2014/main" id="{C6918BD0-8C15-5CC0-08DA-8AFEA9292F8C}"/>
              </a:ext>
            </a:extLst>
          </p:cNvPr>
          <p:cNvSpPr>
            <a:spLocks noGrp="1"/>
          </p:cNvSpPr>
          <p:nvPr>
            <p:ph type="body" sz="quarter" idx="29" hasCustomPrompt="1"/>
          </p:nvPr>
        </p:nvSpPr>
        <p:spPr>
          <a:xfrm>
            <a:off x="4192698"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46" name="Title placeholder 2">
            <a:extLst>
              <a:ext uri="{FF2B5EF4-FFF2-40B4-BE49-F238E27FC236}">
                <a16:creationId xmlns:a16="http://schemas.microsoft.com/office/drawing/2014/main" id="{9C26550F-706D-C4D7-00A0-9965441C179A}"/>
              </a:ext>
            </a:extLst>
          </p:cNvPr>
          <p:cNvSpPr>
            <a:spLocks noGrp="1"/>
          </p:cNvSpPr>
          <p:nvPr>
            <p:ph type="body" sz="quarter" idx="30" hasCustomPrompt="1"/>
          </p:nvPr>
        </p:nvSpPr>
        <p:spPr>
          <a:xfrm>
            <a:off x="4192698"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47" name="Picture placeholder 3" descr="Photograph of First and Last name &#10;(person the slide is referencing)">
            <a:extLst>
              <a:ext uri="{FF2B5EF4-FFF2-40B4-BE49-F238E27FC236}">
                <a16:creationId xmlns:a16="http://schemas.microsoft.com/office/drawing/2014/main" id="{BD11C062-10D2-EF6D-D335-BCA75A030485}"/>
              </a:ext>
            </a:extLst>
          </p:cNvPr>
          <p:cNvSpPr>
            <a:spLocks noGrp="1"/>
          </p:cNvSpPr>
          <p:nvPr>
            <p:ph type="pic" sz="quarter" idx="15" hasCustomPrompt="1"/>
          </p:nvPr>
        </p:nvSpPr>
        <p:spPr>
          <a:xfrm>
            <a:off x="6580025"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48" name="Name placeholder 3">
            <a:extLst>
              <a:ext uri="{FF2B5EF4-FFF2-40B4-BE49-F238E27FC236}">
                <a16:creationId xmlns:a16="http://schemas.microsoft.com/office/drawing/2014/main" id="{FEF8E10B-95A1-9662-0209-D35B338B2804}"/>
              </a:ext>
            </a:extLst>
          </p:cNvPr>
          <p:cNvSpPr>
            <a:spLocks noGrp="1"/>
          </p:cNvSpPr>
          <p:nvPr>
            <p:ph type="body" sz="quarter" idx="31" hasCustomPrompt="1"/>
          </p:nvPr>
        </p:nvSpPr>
        <p:spPr>
          <a:xfrm>
            <a:off x="6480103"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49" name="Title placeholder 3">
            <a:extLst>
              <a:ext uri="{FF2B5EF4-FFF2-40B4-BE49-F238E27FC236}">
                <a16:creationId xmlns:a16="http://schemas.microsoft.com/office/drawing/2014/main" id="{4D3D5982-FC92-05C9-5D34-2E8DD3769AC9}"/>
              </a:ext>
            </a:extLst>
          </p:cNvPr>
          <p:cNvSpPr>
            <a:spLocks noGrp="1"/>
          </p:cNvSpPr>
          <p:nvPr>
            <p:ph type="body" sz="quarter" idx="32" hasCustomPrompt="1"/>
          </p:nvPr>
        </p:nvSpPr>
        <p:spPr>
          <a:xfrm>
            <a:off x="6480103"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50" name="Picture placeholder 4" descr="Photograph of First and Last name &#10;(person the slide is referencing)">
            <a:extLst>
              <a:ext uri="{FF2B5EF4-FFF2-40B4-BE49-F238E27FC236}">
                <a16:creationId xmlns:a16="http://schemas.microsoft.com/office/drawing/2014/main" id="{2D1D6470-DA39-6042-ACD6-36D59EAE5DEB}"/>
              </a:ext>
            </a:extLst>
          </p:cNvPr>
          <p:cNvSpPr>
            <a:spLocks noGrp="1"/>
          </p:cNvSpPr>
          <p:nvPr>
            <p:ph type="pic" sz="quarter" idx="14" hasCustomPrompt="1"/>
          </p:nvPr>
        </p:nvSpPr>
        <p:spPr>
          <a:xfrm>
            <a:off x="8859634"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51" name="Name placeholder 4">
            <a:extLst>
              <a:ext uri="{FF2B5EF4-FFF2-40B4-BE49-F238E27FC236}">
                <a16:creationId xmlns:a16="http://schemas.microsoft.com/office/drawing/2014/main" id="{DE0955AD-9D5F-CAD4-2F91-4C4DB0D77DA5}"/>
              </a:ext>
            </a:extLst>
          </p:cNvPr>
          <p:cNvSpPr>
            <a:spLocks noGrp="1"/>
          </p:cNvSpPr>
          <p:nvPr>
            <p:ph type="body" sz="quarter" idx="33" hasCustomPrompt="1"/>
          </p:nvPr>
        </p:nvSpPr>
        <p:spPr>
          <a:xfrm>
            <a:off x="8759712"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52" name="Text placeholder 4">
            <a:extLst>
              <a:ext uri="{FF2B5EF4-FFF2-40B4-BE49-F238E27FC236}">
                <a16:creationId xmlns:a16="http://schemas.microsoft.com/office/drawing/2014/main" id="{98EBA5D6-58EC-CC31-FCF7-A9CE29BC8BB5}"/>
              </a:ext>
            </a:extLst>
          </p:cNvPr>
          <p:cNvSpPr>
            <a:spLocks noGrp="1"/>
          </p:cNvSpPr>
          <p:nvPr>
            <p:ph type="body" sz="quarter" idx="34" hasCustomPrompt="1"/>
          </p:nvPr>
        </p:nvSpPr>
        <p:spPr>
          <a:xfrm>
            <a:off x="8759712"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8C4B056E-C443-96BF-B229-D1D085FFC634}"/>
              </a:ext>
              <a:ext uri="{C183D7F6-B498-43B3-948B-1728B52AA6E4}">
                <adec:decorative xmlns:adec="http://schemas.microsoft.com/office/drawing/2017/decorative" val="1"/>
              </a:ext>
            </a:extLst>
          </p:cNvPr>
          <p:cNvSpPr>
            <a:spLocks noGrp="1"/>
          </p:cNvSpPr>
          <p:nvPr userDrawn="1">
            <p:ph type="ftr" sz="quarter" idx="38"/>
          </p:nvPr>
        </p:nvSpPr>
        <p:spPr>
          <a:xfrm>
            <a:off x="4044193" y="6952791"/>
            <a:ext cx="4114800" cy="137160"/>
          </a:xfrm>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3A8F6EAA-8485-183F-ACBE-90ADE7ED61E6}"/>
              </a:ext>
              <a:ext uri="{C183D7F6-B498-43B3-948B-1728B52AA6E4}">
                <adec:decorative xmlns:adec="http://schemas.microsoft.com/office/drawing/2017/decorative" val="1"/>
              </a:ext>
            </a:extLst>
          </p:cNvPr>
          <p:cNvSpPr>
            <a:spLocks noGrp="1"/>
          </p:cNvSpPr>
          <p:nvPr userDrawn="1">
            <p:ph type="sldNum" sz="quarter" idx="37"/>
          </p:nvPr>
        </p:nvSpPr>
        <p:spPr>
          <a:xfrm>
            <a:off x="11168627" y="6952791"/>
            <a:ext cx="261660" cy="137160"/>
          </a:xfrm>
        </p:spPr>
        <p:txBody>
          <a:bodyPr/>
          <a:lstStyle>
            <a:lvl1pPr>
              <a:defRPr>
                <a:solidFill>
                  <a:srgbClr val="E6E6E6"/>
                </a:solidFill>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17401230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am - 5A">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FCE2C510-3773-D94D-B183-17C419A0D8B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US" noProof="0"/>
              <a:t>Team slide with 5 individuals (layout A) – click to add title</a:t>
            </a:r>
          </a:p>
        </p:txBody>
      </p:sp>
      <p:grpSp>
        <p:nvGrpSpPr>
          <p:cNvPr id="5" name="Group 4">
            <a:extLst>
              <a:ext uri="{FF2B5EF4-FFF2-40B4-BE49-F238E27FC236}">
                <a16:creationId xmlns:a16="http://schemas.microsoft.com/office/drawing/2014/main" id="{FCC466B3-D9D9-C596-A9A6-C9E09644E0FF}"/>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6" name="TextBox 5">
              <a:extLst>
                <a:ext uri="{FF2B5EF4-FFF2-40B4-BE49-F238E27FC236}">
                  <a16:creationId xmlns:a16="http://schemas.microsoft.com/office/drawing/2014/main" id="{771E5527-7120-C75D-06B8-AC657BDA4124}"/>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7" name="TextBox 6">
              <a:extLst>
                <a:ext uri="{FF2B5EF4-FFF2-40B4-BE49-F238E27FC236}">
                  <a16:creationId xmlns:a16="http://schemas.microsoft.com/office/drawing/2014/main" id="{20C290C6-F4A8-D641-4A94-FDE87D8CD662}"/>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16" name="Picture placeholder 5" descr="Photograph of First and Last name &#10;(person the slide is referencing)">
            <a:extLst>
              <a:ext uri="{FF2B5EF4-FFF2-40B4-BE49-F238E27FC236}">
                <a16:creationId xmlns:a16="http://schemas.microsoft.com/office/drawing/2014/main" id="{B0F3C47A-5AB5-53B9-6AC5-A2E27AE815B6}"/>
              </a:ext>
            </a:extLst>
          </p:cNvPr>
          <p:cNvSpPr>
            <a:spLocks noGrp="1" noChangeAspect="1"/>
          </p:cNvSpPr>
          <p:nvPr>
            <p:ph type="pic" sz="quarter" idx="26" hasCustomPrompt="1"/>
          </p:nvPr>
        </p:nvSpPr>
        <p:spPr>
          <a:xfrm>
            <a:off x="85883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lgn="l">
              <a:buFont typeface="Arial" panose="020B0604020202020204" pitchFamily="34" charset="0"/>
              <a:buNone/>
              <a:defRPr lang="fr-FR" sz="1100">
                <a:cs typeface="Arial" pitchFamily="34" charset="0"/>
              </a:defRPr>
            </a:lvl1pPr>
          </a:lstStyle>
          <a:p>
            <a:pPr marL="0" lvl="0" indent="0">
              <a:buNone/>
            </a:pPr>
            <a:r>
              <a:rPr lang="en-US" sz="1200" noProof="0">
                <a:cs typeface="Arial" pitchFamily="34" charset="0"/>
              </a:rPr>
              <a:t>Click icon to add photo</a:t>
            </a:r>
          </a:p>
        </p:txBody>
      </p:sp>
      <p:sp>
        <p:nvSpPr>
          <p:cNvPr id="17" name="Text placeholder 5">
            <a:extLst>
              <a:ext uri="{FF2B5EF4-FFF2-40B4-BE49-F238E27FC236}">
                <a16:creationId xmlns:a16="http://schemas.microsoft.com/office/drawing/2014/main" id="{B49A78CD-66DE-0CBE-3D20-56B5205863C3}"/>
              </a:ext>
            </a:extLst>
          </p:cNvPr>
          <p:cNvSpPr>
            <a:spLocks noGrp="1"/>
          </p:cNvSpPr>
          <p:nvPr>
            <p:ph type="body" sz="quarter" idx="27" hasCustomPrompt="1"/>
          </p:nvPr>
        </p:nvSpPr>
        <p:spPr>
          <a:xfrm>
            <a:off x="767023" y="4128009"/>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18" name="Text placeholder 5">
            <a:extLst>
              <a:ext uri="{FF2B5EF4-FFF2-40B4-BE49-F238E27FC236}">
                <a16:creationId xmlns:a16="http://schemas.microsoft.com/office/drawing/2014/main" id="{80856E97-52AE-BB00-087A-234E8CFDC856}"/>
              </a:ext>
            </a:extLst>
          </p:cNvPr>
          <p:cNvSpPr>
            <a:spLocks noGrp="1"/>
          </p:cNvSpPr>
          <p:nvPr>
            <p:ph type="body" sz="quarter" idx="28" hasCustomPrompt="1"/>
          </p:nvPr>
        </p:nvSpPr>
        <p:spPr>
          <a:xfrm>
            <a:off x="767023" y="4687466"/>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19" name="Picture placeholder 5" descr="Photograph of First and Last name &#10;(person the slide is referencing)">
            <a:extLst>
              <a:ext uri="{FF2B5EF4-FFF2-40B4-BE49-F238E27FC236}">
                <a16:creationId xmlns:a16="http://schemas.microsoft.com/office/drawing/2014/main" id="{96150D64-4A5D-4DE2-4CBE-F9FA7E6A82E4}"/>
              </a:ext>
            </a:extLst>
          </p:cNvPr>
          <p:cNvSpPr>
            <a:spLocks noGrp="1" noChangeAspect="1"/>
          </p:cNvSpPr>
          <p:nvPr>
            <p:ph type="pic" sz="quarter" idx="13" hasCustomPrompt="1"/>
          </p:nvPr>
        </p:nvSpPr>
        <p:spPr>
          <a:xfrm>
            <a:off x="3140500"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1" name="Text placeholder 5">
            <a:extLst>
              <a:ext uri="{FF2B5EF4-FFF2-40B4-BE49-F238E27FC236}">
                <a16:creationId xmlns:a16="http://schemas.microsoft.com/office/drawing/2014/main" id="{3FD9A6D0-97E5-A877-4BAF-633E5BB6D46D}"/>
              </a:ext>
            </a:extLst>
          </p:cNvPr>
          <p:cNvSpPr>
            <a:spLocks noGrp="1"/>
          </p:cNvSpPr>
          <p:nvPr>
            <p:ph type="body" sz="quarter" idx="24" hasCustomPrompt="1"/>
          </p:nvPr>
        </p:nvSpPr>
        <p:spPr>
          <a:xfrm>
            <a:off x="3053355" y="4126695"/>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5" name="Text placeholder 5">
            <a:extLst>
              <a:ext uri="{FF2B5EF4-FFF2-40B4-BE49-F238E27FC236}">
                <a16:creationId xmlns:a16="http://schemas.microsoft.com/office/drawing/2014/main" id="{6BD2A5E7-6DFE-1FFE-9A31-D21A0275566B}"/>
              </a:ext>
            </a:extLst>
          </p:cNvPr>
          <p:cNvSpPr>
            <a:spLocks noGrp="1"/>
          </p:cNvSpPr>
          <p:nvPr>
            <p:ph type="body" sz="quarter" idx="25" hasCustomPrompt="1"/>
          </p:nvPr>
        </p:nvSpPr>
        <p:spPr>
          <a:xfrm>
            <a:off x="3053355" y="4686553"/>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6" name="Picture placeholder 5" descr="Photograph of First and Last name &#10;(person the slide is referencing)">
            <a:extLst>
              <a:ext uri="{FF2B5EF4-FFF2-40B4-BE49-F238E27FC236}">
                <a16:creationId xmlns:a16="http://schemas.microsoft.com/office/drawing/2014/main" id="{16298009-BE76-12AA-4F4F-AD13EA66C7DE}"/>
              </a:ext>
            </a:extLst>
          </p:cNvPr>
          <p:cNvSpPr>
            <a:spLocks noGrp="1" noChangeAspect="1"/>
          </p:cNvSpPr>
          <p:nvPr>
            <p:ph type="pic" sz="quarter" idx="29" hasCustomPrompt="1"/>
          </p:nvPr>
        </p:nvSpPr>
        <p:spPr>
          <a:xfrm>
            <a:off x="5436444"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7" name="Text placeholder 5">
            <a:extLst>
              <a:ext uri="{FF2B5EF4-FFF2-40B4-BE49-F238E27FC236}">
                <a16:creationId xmlns:a16="http://schemas.microsoft.com/office/drawing/2014/main" id="{FB1474A4-88CB-E3F3-514D-30CD1F1F31FE}"/>
              </a:ext>
            </a:extLst>
          </p:cNvPr>
          <p:cNvSpPr>
            <a:spLocks noGrp="1"/>
          </p:cNvSpPr>
          <p:nvPr>
            <p:ph type="body" sz="quarter" idx="30" hasCustomPrompt="1"/>
          </p:nvPr>
        </p:nvSpPr>
        <p:spPr>
          <a:xfrm>
            <a:off x="5339687" y="4130637"/>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8" name="Text placeholder 5">
            <a:extLst>
              <a:ext uri="{FF2B5EF4-FFF2-40B4-BE49-F238E27FC236}">
                <a16:creationId xmlns:a16="http://schemas.microsoft.com/office/drawing/2014/main" id="{889462A5-3D28-160D-040A-DD72EC9C2C38}"/>
              </a:ext>
            </a:extLst>
          </p:cNvPr>
          <p:cNvSpPr>
            <a:spLocks noGrp="1"/>
          </p:cNvSpPr>
          <p:nvPr>
            <p:ph type="body" sz="quarter" idx="31" hasCustomPrompt="1"/>
          </p:nvPr>
        </p:nvSpPr>
        <p:spPr>
          <a:xfrm>
            <a:off x="5339687"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9" name="Picture placeholder 5" descr="Photograph of First and Last name &#10;(person the slide is referencing)">
            <a:extLst>
              <a:ext uri="{FF2B5EF4-FFF2-40B4-BE49-F238E27FC236}">
                <a16:creationId xmlns:a16="http://schemas.microsoft.com/office/drawing/2014/main" id="{754B2C56-5296-EC90-CB2D-1A7D813479E3}"/>
              </a:ext>
            </a:extLst>
          </p:cNvPr>
          <p:cNvSpPr>
            <a:spLocks noGrp="1" noChangeAspect="1"/>
          </p:cNvSpPr>
          <p:nvPr>
            <p:ph type="pic" sz="quarter" idx="32" hasCustomPrompt="1"/>
          </p:nvPr>
        </p:nvSpPr>
        <p:spPr>
          <a:xfrm>
            <a:off x="771810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dirty="0">
                <a:cs typeface="Arial" pitchFamily="34" charset="0"/>
              </a:defRPr>
            </a:lvl1pPr>
          </a:lstStyle>
          <a:p>
            <a:pPr marL="0" lvl="0" indent="0">
              <a:buNone/>
            </a:pPr>
            <a:r>
              <a:rPr lang="en-US" sz="1200" noProof="0">
                <a:cs typeface="Arial" pitchFamily="34" charset="0"/>
              </a:rPr>
              <a:t>Click icon to add photo</a:t>
            </a:r>
          </a:p>
        </p:txBody>
      </p:sp>
      <p:sp>
        <p:nvSpPr>
          <p:cNvPr id="30" name="Text placeholder 5">
            <a:extLst>
              <a:ext uri="{FF2B5EF4-FFF2-40B4-BE49-F238E27FC236}">
                <a16:creationId xmlns:a16="http://schemas.microsoft.com/office/drawing/2014/main" id="{256CD1C2-6B20-C5C5-840E-DE6FF6124AB7}"/>
              </a:ext>
            </a:extLst>
          </p:cNvPr>
          <p:cNvSpPr>
            <a:spLocks noGrp="1"/>
          </p:cNvSpPr>
          <p:nvPr>
            <p:ph type="body" sz="quarter" idx="33" hasCustomPrompt="1"/>
          </p:nvPr>
        </p:nvSpPr>
        <p:spPr>
          <a:xfrm>
            <a:off x="7626019" y="4131951"/>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1" name="Text placeholder 5">
            <a:extLst>
              <a:ext uri="{FF2B5EF4-FFF2-40B4-BE49-F238E27FC236}">
                <a16:creationId xmlns:a16="http://schemas.microsoft.com/office/drawing/2014/main" id="{3E22EB7D-141F-8622-E318-83557006BB3F}"/>
              </a:ext>
            </a:extLst>
          </p:cNvPr>
          <p:cNvSpPr>
            <a:spLocks noGrp="1"/>
          </p:cNvSpPr>
          <p:nvPr>
            <p:ph type="body" sz="quarter" idx="34" hasCustomPrompt="1"/>
          </p:nvPr>
        </p:nvSpPr>
        <p:spPr>
          <a:xfrm>
            <a:off x="7626019"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2" name="Picture placeholder 5" descr="Photograph of First and Last name &#10;(person the slide is referencing)">
            <a:extLst>
              <a:ext uri="{FF2B5EF4-FFF2-40B4-BE49-F238E27FC236}">
                <a16:creationId xmlns:a16="http://schemas.microsoft.com/office/drawing/2014/main" id="{6CEF03F1-0AA3-145F-5F72-810EF2E8D1E5}"/>
              </a:ext>
            </a:extLst>
          </p:cNvPr>
          <p:cNvSpPr>
            <a:spLocks noGrp="1" noChangeAspect="1"/>
          </p:cNvSpPr>
          <p:nvPr>
            <p:ph type="pic" sz="quarter" idx="35" hasCustomPrompt="1"/>
          </p:nvPr>
        </p:nvSpPr>
        <p:spPr>
          <a:xfrm>
            <a:off x="10004438"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33" name="Text placeholder 5">
            <a:extLst>
              <a:ext uri="{FF2B5EF4-FFF2-40B4-BE49-F238E27FC236}">
                <a16:creationId xmlns:a16="http://schemas.microsoft.com/office/drawing/2014/main" id="{817F331B-E013-C48B-BA60-1764E06E800E}"/>
              </a:ext>
            </a:extLst>
          </p:cNvPr>
          <p:cNvSpPr>
            <a:spLocks noGrp="1"/>
          </p:cNvSpPr>
          <p:nvPr>
            <p:ph type="body" sz="quarter" idx="36" hasCustomPrompt="1"/>
          </p:nvPr>
        </p:nvSpPr>
        <p:spPr>
          <a:xfrm>
            <a:off x="9912350" y="4129323"/>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4" name="Text placeholder 5">
            <a:extLst>
              <a:ext uri="{FF2B5EF4-FFF2-40B4-BE49-F238E27FC236}">
                <a16:creationId xmlns:a16="http://schemas.microsoft.com/office/drawing/2014/main" id="{9EF7E684-CBA0-4EF8-34E2-C41DF82EE405}"/>
              </a:ext>
            </a:extLst>
          </p:cNvPr>
          <p:cNvSpPr>
            <a:spLocks noGrp="1"/>
          </p:cNvSpPr>
          <p:nvPr>
            <p:ph type="body" sz="quarter" idx="37" hasCustomPrompt="1"/>
          </p:nvPr>
        </p:nvSpPr>
        <p:spPr>
          <a:xfrm>
            <a:off x="9912350" y="4691808"/>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 name="Footer Placeholder 2">
            <a:extLst>
              <a:ext uri="{FF2B5EF4-FFF2-40B4-BE49-F238E27FC236}">
                <a16:creationId xmlns:a16="http://schemas.microsoft.com/office/drawing/2014/main" id="{FDF5869E-BD7C-9D43-BFC8-40D867949107}"/>
              </a:ext>
              <a:ext uri="{C183D7F6-B498-43B3-948B-1728B52AA6E4}">
                <adec:decorative xmlns:adec="http://schemas.microsoft.com/office/drawing/2017/decorative" val="1"/>
              </a:ext>
            </a:extLst>
          </p:cNvPr>
          <p:cNvSpPr>
            <a:spLocks noGrp="1"/>
          </p:cNvSpPr>
          <p:nvPr userDrawn="1">
            <p:ph type="ftr" sz="quarter" idx="41"/>
          </p:nvPr>
        </p:nvSpPr>
        <p:spPr/>
        <p:txBody>
          <a:bodyPr/>
          <a:lstStyle/>
          <a:p>
            <a:endParaRPr lang="en-US" noProof="0"/>
          </a:p>
        </p:txBody>
      </p:sp>
      <p:sp>
        <p:nvSpPr>
          <p:cNvPr id="8" name="Slide Number Placeholder 7">
            <a:extLst>
              <a:ext uri="{FF2B5EF4-FFF2-40B4-BE49-F238E27FC236}">
                <a16:creationId xmlns:a16="http://schemas.microsoft.com/office/drawing/2014/main" id="{9F0B57B8-E00E-D1C4-E5CE-C896D33966F7}"/>
              </a:ext>
              <a:ext uri="{C183D7F6-B498-43B3-948B-1728B52AA6E4}">
                <adec:decorative xmlns:adec="http://schemas.microsoft.com/office/drawing/2017/decorative" val="1"/>
              </a:ext>
            </a:extLst>
          </p:cNvPr>
          <p:cNvSpPr>
            <a:spLocks noGrp="1"/>
          </p:cNvSpPr>
          <p:nvPr userDrawn="1">
            <p:ph type="sldNum" sz="quarter" idx="40"/>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821582649"/>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am - 5B">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FCE2C510-3773-D94D-B183-17C419A0D8B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US" noProof="0"/>
              <a:t>Team slide with 5 individuals (layout B) – click to add title</a:t>
            </a:r>
          </a:p>
        </p:txBody>
      </p:sp>
      <p:grpSp>
        <p:nvGrpSpPr>
          <p:cNvPr id="5" name="Group 4">
            <a:extLst>
              <a:ext uri="{FF2B5EF4-FFF2-40B4-BE49-F238E27FC236}">
                <a16:creationId xmlns:a16="http://schemas.microsoft.com/office/drawing/2014/main" id="{BA5BDC27-183E-779E-713B-C6416E61C65C}"/>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6" name="TextBox 5">
              <a:extLst>
                <a:ext uri="{FF2B5EF4-FFF2-40B4-BE49-F238E27FC236}">
                  <a16:creationId xmlns:a16="http://schemas.microsoft.com/office/drawing/2014/main" id="{C0018302-992C-63A3-22D4-6AA1AC8E9D8B}"/>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7" name="TextBox 6">
              <a:extLst>
                <a:ext uri="{FF2B5EF4-FFF2-40B4-BE49-F238E27FC236}">
                  <a16:creationId xmlns:a16="http://schemas.microsoft.com/office/drawing/2014/main" id="{A2662E19-41C8-5C54-2238-4485EAFE8E9F}"/>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16" name="Picture placeholder 5" descr="Photograph of First and Last name &#10;(person the slide is referencing)">
            <a:extLst>
              <a:ext uri="{FF2B5EF4-FFF2-40B4-BE49-F238E27FC236}">
                <a16:creationId xmlns:a16="http://schemas.microsoft.com/office/drawing/2014/main" id="{459C76BA-4EE1-FE31-FB7B-42B8C97B9445}"/>
              </a:ext>
            </a:extLst>
          </p:cNvPr>
          <p:cNvSpPr>
            <a:spLocks noGrp="1" noChangeAspect="1"/>
          </p:cNvSpPr>
          <p:nvPr>
            <p:ph type="pic" sz="quarter" idx="26" hasCustomPrompt="1"/>
          </p:nvPr>
        </p:nvSpPr>
        <p:spPr>
          <a:xfrm>
            <a:off x="85883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17" name="Text placeholder 5">
            <a:extLst>
              <a:ext uri="{FF2B5EF4-FFF2-40B4-BE49-F238E27FC236}">
                <a16:creationId xmlns:a16="http://schemas.microsoft.com/office/drawing/2014/main" id="{942366CA-3D36-9ADB-9F79-D7ECB36D16E3}"/>
              </a:ext>
            </a:extLst>
          </p:cNvPr>
          <p:cNvSpPr>
            <a:spLocks noGrp="1"/>
          </p:cNvSpPr>
          <p:nvPr>
            <p:ph type="body" sz="quarter" idx="27" hasCustomPrompt="1"/>
          </p:nvPr>
        </p:nvSpPr>
        <p:spPr>
          <a:xfrm>
            <a:off x="767023" y="4128009"/>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18" name="Text placeholder 5">
            <a:extLst>
              <a:ext uri="{FF2B5EF4-FFF2-40B4-BE49-F238E27FC236}">
                <a16:creationId xmlns:a16="http://schemas.microsoft.com/office/drawing/2014/main" id="{18BA7120-8A1D-7DDB-0181-2135C0FE4C14}"/>
              </a:ext>
            </a:extLst>
          </p:cNvPr>
          <p:cNvSpPr>
            <a:spLocks noGrp="1"/>
          </p:cNvSpPr>
          <p:nvPr>
            <p:ph type="body" sz="quarter" idx="28" hasCustomPrompt="1"/>
          </p:nvPr>
        </p:nvSpPr>
        <p:spPr>
          <a:xfrm>
            <a:off x="767023" y="4687466"/>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19" name="Picture placeholder 5" descr="Photograph of First and Last name &#10;(person the slide is referencing)">
            <a:extLst>
              <a:ext uri="{FF2B5EF4-FFF2-40B4-BE49-F238E27FC236}">
                <a16:creationId xmlns:a16="http://schemas.microsoft.com/office/drawing/2014/main" id="{8535FF8A-8144-9AFD-5A3E-6BAE52706799}"/>
              </a:ext>
            </a:extLst>
          </p:cNvPr>
          <p:cNvSpPr>
            <a:spLocks noGrp="1" noChangeAspect="1"/>
          </p:cNvSpPr>
          <p:nvPr>
            <p:ph type="pic" sz="quarter" idx="13" hasCustomPrompt="1"/>
          </p:nvPr>
        </p:nvSpPr>
        <p:spPr>
          <a:xfrm>
            <a:off x="3140500"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1" name="Text placeholder 5">
            <a:extLst>
              <a:ext uri="{FF2B5EF4-FFF2-40B4-BE49-F238E27FC236}">
                <a16:creationId xmlns:a16="http://schemas.microsoft.com/office/drawing/2014/main" id="{D72E923C-701B-A856-A43D-3C2C3954224C}"/>
              </a:ext>
            </a:extLst>
          </p:cNvPr>
          <p:cNvSpPr>
            <a:spLocks noGrp="1"/>
          </p:cNvSpPr>
          <p:nvPr>
            <p:ph type="body" sz="quarter" idx="24" hasCustomPrompt="1"/>
          </p:nvPr>
        </p:nvSpPr>
        <p:spPr>
          <a:xfrm>
            <a:off x="3053355" y="4126695"/>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5" name="Text placeholder 5">
            <a:extLst>
              <a:ext uri="{FF2B5EF4-FFF2-40B4-BE49-F238E27FC236}">
                <a16:creationId xmlns:a16="http://schemas.microsoft.com/office/drawing/2014/main" id="{2D13632A-7BF3-F452-E599-A0A9093A81E7}"/>
              </a:ext>
            </a:extLst>
          </p:cNvPr>
          <p:cNvSpPr>
            <a:spLocks noGrp="1"/>
          </p:cNvSpPr>
          <p:nvPr>
            <p:ph type="body" sz="quarter" idx="25" hasCustomPrompt="1"/>
          </p:nvPr>
        </p:nvSpPr>
        <p:spPr>
          <a:xfrm>
            <a:off x="3053355" y="4686553"/>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6" name="Picture placeholder 5" descr="Photograph of First and Last name &#10;(person the slide is referencing)">
            <a:extLst>
              <a:ext uri="{FF2B5EF4-FFF2-40B4-BE49-F238E27FC236}">
                <a16:creationId xmlns:a16="http://schemas.microsoft.com/office/drawing/2014/main" id="{47018D75-9E00-8DDD-4314-0DA2A1F40C35}"/>
              </a:ext>
            </a:extLst>
          </p:cNvPr>
          <p:cNvSpPr>
            <a:spLocks noGrp="1" noChangeAspect="1"/>
          </p:cNvSpPr>
          <p:nvPr>
            <p:ph type="pic" sz="quarter" idx="29" hasCustomPrompt="1"/>
          </p:nvPr>
        </p:nvSpPr>
        <p:spPr>
          <a:xfrm>
            <a:off x="5436444"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7" name="Text placeholder 5">
            <a:extLst>
              <a:ext uri="{FF2B5EF4-FFF2-40B4-BE49-F238E27FC236}">
                <a16:creationId xmlns:a16="http://schemas.microsoft.com/office/drawing/2014/main" id="{1F2F4D3A-5E40-B8BD-884A-B60404094F1F}"/>
              </a:ext>
            </a:extLst>
          </p:cNvPr>
          <p:cNvSpPr>
            <a:spLocks noGrp="1"/>
          </p:cNvSpPr>
          <p:nvPr>
            <p:ph type="body" sz="quarter" idx="30" hasCustomPrompt="1"/>
          </p:nvPr>
        </p:nvSpPr>
        <p:spPr>
          <a:xfrm>
            <a:off x="5339687" y="4130637"/>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8" name="Text placeholder 5">
            <a:extLst>
              <a:ext uri="{FF2B5EF4-FFF2-40B4-BE49-F238E27FC236}">
                <a16:creationId xmlns:a16="http://schemas.microsoft.com/office/drawing/2014/main" id="{13924404-7B61-56D4-6D8B-43A23757FD5D}"/>
              </a:ext>
            </a:extLst>
          </p:cNvPr>
          <p:cNvSpPr>
            <a:spLocks noGrp="1"/>
          </p:cNvSpPr>
          <p:nvPr>
            <p:ph type="body" sz="quarter" idx="31" hasCustomPrompt="1"/>
          </p:nvPr>
        </p:nvSpPr>
        <p:spPr>
          <a:xfrm>
            <a:off x="5339687"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9" name="Picture placeholder 5" descr="Photograph of First and Last name &#10;(person the slide is referencing)">
            <a:extLst>
              <a:ext uri="{FF2B5EF4-FFF2-40B4-BE49-F238E27FC236}">
                <a16:creationId xmlns:a16="http://schemas.microsoft.com/office/drawing/2014/main" id="{0CE555FE-DC6A-EE11-B384-C2EEE2679B96}"/>
              </a:ext>
            </a:extLst>
          </p:cNvPr>
          <p:cNvSpPr>
            <a:spLocks noGrp="1" noChangeAspect="1"/>
          </p:cNvSpPr>
          <p:nvPr>
            <p:ph type="pic" sz="quarter" idx="32" hasCustomPrompt="1"/>
          </p:nvPr>
        </p:nvSpPr>
        <p:spPr>
          <a:xfrm>
            <a:off x="771810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dirty="0">
                <a:cs typeface="Arial" pitchFamily="34" charset="0"/>
              </a:defRPr>
            </a:lvl1pPr>
          </a:lstStyle>
          <a:p>
            <a:pPr marL="0" lvl="0" indent="0">
              <a:buNone/>
            </a:pPr>
            <a:r>
              <a:rPr lang="en-US" sz="1200" noProof="0">
                <a:cs typeface="Arial" pitchFamily="34" charset="0"/>
              </a:rPr>
              <a:t>Click icon to add photo</a:t>
            </a:r>
          </a:p>
        </p:txBody>
      </p:sp>
      <p:sp>
        <p:nvSpPr>
          <p:cNvPr id="30" name="Text placeholder 5">
            <a:extLst>
              <a:ext uri="{FF2B5EF4-FFF2-40B4-BE49-F238E27FC236}">
                <a16:creationId xmlns:a16="http://schemas.microsoft.com/office/drawing/2014/main" id="{474467A7-A6D7-2ED3-4F33-966947382A5D}"/>
              </a:ext>
            </a:extLst>
          </p:cNvPr>
          <p:cNvSpPr>
            <a:spLocks noGrp="1"/>
          </p:cNvSpPr>
          <p:nvPr>
            <p:ph type="body" sz="quarter" idx="33" hasCustomPrompt="1"/>
          </p:nvPr>
        </p:nvSpPr>
        <p:spPr>
          <a:xfrm>
            <a:off x="7626019" y="4131951"/>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1" name="Text placeholder 5">
            <a:extLst>
              <a:ext uri="{FF2B5EF4-FFF2-40B4-BE49-F238E27FC236}">
                <a16:creationId xmlns:a16="http://schemas.microsoft.com/office/drawing/2014/main" id="{C2712CF8-AA73-F646-0041-12F445D2375F}"/>
              </a:ext>
            </a:extLst>
          </p:cNvPr>
          <p:cNvSpPr>
            <a:spLocks noGrp="1"/>
          </p:cNvSpPr>
          <p:nvPr>
            <p:ph type="body" sz="quarter" idx="34" hasCustomPrompt="1"/>
          </p:nvPr>
        </p:nvSpPr>
        <p:spPr>
          <a:xfrm>
            <a:off x="7626019"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2" name="Picture placeholder 5" descr="Photograph of First and Last name &#10;(person the slide is referencing)">
            <a:extLst>
              <a:ext uri="{FF2B5EF4-FFF2-40B4-BE49-F238E27FC236}">
                <a16:creationId xmlns:a16="http://schemas.microsoft.com/office/drawing/2014/main" id="{6DEBCB5C-5B70-BE28-6329-04FBC2E49E14}"/>
              </a:ext>
            </a:extLst>
          </p:cNvPr>
          <p:cNvSpPr>
            <a:spLocks noGrp="1" noChangeAspect="1"/>
          </p:cNvSpPr>
          <p:nvPr>
            <p:ph type="pic" sz="quarter" idx="35" hasCustomPrompt="1"/>
          </p:nvPr>
        </p:nvSpPr>
        <p:spPr>
          <a:xfrm>
            <a:off x="10004438"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33" name="Text placeholder 5">
            <a:extLst>
              <a:ext uri="{FF2B5EF4-FFF2-40B4-BE49-F238E27FC236}">
                <a16:creationId xmlns:a16="http://schemas.microsoft.com/office/drawing/2014/main" id="{F61EB877-C8BD-7348-FBB9-39A3D55A0D94}"/>
              </a:ext>
            </a:extLst>
          </p:cNvPr>
          <p:cNvSpPr>
            <a:spLocks noGrp="1"/>
          </p:cNvSpPr>
          <p:nvPr>
            <p:ph type="body" sz="quarter" idx="36" hasCustomPrompt="1"/>
          </p:nvPr>
        </p:nvSpPr>
        <p:spPr>
          <a:xfrm>
            <a:off x="9912350" y="4129323"/>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4" name="Text placeholder 5">
            <a:extLst>
              <a:ext uri="{FF2B5EF4-FFF2-40B4-BE49-F238E27FC236}">
                <a16:creationId xmlns:a16="http://schemas.microsoft.com/office/drawing/2014/main" id="{461FB0C1-1871-C6E7-E127-84BAA7E09EA2}"/>
              </a:ext>
            </a:extLst>
          </p:cNvPr>
          <p:cNvSpPr>
            <a:spLocks noGrp="1"/>
          </p:cNvSpPr>
          <p:nvPr>
            <p:ph type="body" sz="quarter" idx="37" hasCustomPrompt="1"/>
          </p:nvPr>
        </p:nvSpPr>
        <p:spPr>
          <a:xfrm>
            <a:off x="9912350" y="4691808"/>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 name="Footer Placeholder 2">
            <a:extLst>
              <a:ext uri="{FF2B5EF4-FFF2-40B4-BE49-F238E27FC236}">
                <a16:creationId xmlns:a16="http://schemas.microsoft.com/office/drawing/2014/main" id="{74021031-42F9-7803-07C5-5ED7C6BA1257}"/>
              </a:ext>
              <a:ext uri="{C183D7F6-B498-43B3-948B-1728B52AA6E4}">
                <adec:decorative xmlns:adec="http://schemas.microsoft.com/office/drawing/2017/decorative" val="1"/>
              </a:ext>
            </a:extLst>
          </p:cNvPr>
          <p:cNvSpPr>
            <a:spLocks noGrp="1"/>
          </p:cNvSpPr>
          <p:nvPr userDrawn="1">
            <p:ph type="ftr" sz="quarter" idx="41"/>
          </p:nvPr>
        </p:nvSpPr>
        <p:spPr/>
        <p:txBody>
          <a:bodyPr/>
          <a:lstStyle/>
          <a:p>
            <a:endParaRPr lang="en-US" noProof="0"/>
          </a:p>
        </p:txBody>
      </p:sp>
      <p:sp>
        <p:nvSpPr>
          <p:cNvPr id="8" name="Slide Number Placeholder 7">
            <a:extLst>
              <a:ext uri="{FF2B5EF4-FFF2-40B4-BE49-F238E27FC236}">
                <a16:creationId xmlns:a16="http://schemas.microsoft.com/office/drawing/2014/main" id="{0762E3FF-F3C2-F1FF-39B1-EC3FA1A24015}"/>
              </a:ext>
              <a:ext uri="{C183D7F6-B498-43B3-948B-1728B52AA6E4}">
                <adec:decorative xmlns:adec="http://schemas.microsoft.com/office/drawing/2017/decorative" val="1"/>
              </a:ext>
            </a:extLst>
          </p:cNvPr>
          <p:cNvSpPr>
            <a:spLocks noGrp="1"/>
          </p:cNvSpPr>
          <p:nvPr userDrawn="1">
            <p:ph type="sldNum" sz="quarter" idx="40"/>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603468664"/>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am - 10A">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13DF76B2-8FA9-D54D-9F04-3EBFADE2D42F}"/>
              </a:ext>
            </a:extLst>
          </p:cNvPr>
          <p:cNvSpPr>
            <a:spLocks noGrp="1"/>
          </p:cNvSpPr>
          <p:nvPr>
            <p:ph type="title" hasCustomPrompt="1"/>
          </p:nvPr>
        </p:nvSpPr>
        <p:spPr>
          <a:xfrm>
            <a:off x="765737" y="683246"/>
            <a:ext cx="10676438" cy="531097"/>
          </a:xfrm>
        </p:spPr>
        <p:txBody>
          <a:bodyPr>
            <a:noAutofit/>
          </a:bodyPr>
          <a:lstStyle>
            <a:lvl1pPr marL="0" indent="0">
              <a:defRPr sz="2800">
                <a:solidFill>
                  <a:schemeClr val="tx1"/>
                </a:solidFill>
              </a:defRPr>
            </a:lvl1pPr>
          </a:lstStyle>
          <a:p>
            <a:r>
              <a:rPr lang="en-US" noProof="0"/>
              <a:t>Team slide with 10 individuals (layout A) – click to add title</a:t>
            </a:r>
          </a:p>
        </p:txBody>
      </p:sp>
      <p:grpSp>
        <p:nvGrpSpPr>
          <p:cNvPr id="4" name="Group 3">
            <a:extLst>
              <a:ext uri="{FF2B5EF4-FFF2-40B4-BE49-F238E27FC236}">
                <a16:creationId xmlns:a16="http://schemas.microsoft.com/office/drawing/2014/main" id="{D0F69D0C-6FAF-3370-64ED-BF21B653D5A0}"/>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A68AA9B0-634F-E9AD-EFE7-21E29331A5C6}"/>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B35C596F-D7B8-B486-5687-8F8C2CB0C22E}"/>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3" name="Picture placeholder 5" descr="Photograph of First and Last name &#10;(person the slide is referencing)">
            <a:extLst>
              <a:ext uri="{FF2B5EF4-FFF2-40B4-BE49-F238E27FC236}">
                <a16:creationId xmlns:a16="http://schemas.microsoft.com/office/drawing/2014/main" id="{1E9DD10C-39C6-009E-EA85-C0A1F1D9BC1E}"/>
              </a:ext>
            </a:extLst>
          </p:cNvPr>
          <p:cNvSpPr>
            <a:spLocks noGrp="1"/>
          </p:cNvSpPr>
          <p:nvPr>
            <p:ph type="pic" sz="quarter" idx="26" hasCustomPrompt="1"/>
          </p:nvPr>
        </p:nvSpPr>
        <p:spPr>
          <a:xfrm>
            <a:off x="85953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56" name="Text placeholder 5">
            <a:extLst>
              <a:ext uri="{FF2B5EF4-FFF2-40B4-BE49-F238E27FC236}">
                <a16:creationId xmlns:a16="http://schemas.microsoft.com/office/drawing/2014/main" id="{A529CFD9-179B-0D57-D81E-98D524898A50}"/>
              </a:ext>
            </a:extLst>
          </p:cNvPr>
          <p:cNvSpPr>
            <a:spLocks noGrp="1"/>
          </p:cNvSpPr>
          <p:nvPr>
            <p:ph type="body" sz="quarter" idx="59" hasCustomPrompt="1"/>
          </p:nvPr>
        </p:nvSpPr>
        <p:spPr>
          <a:xfrm>
            <a:off x="772630"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57" name="Text placeholder 5">
            <a:extLst>
              <a:ext uri="{FF2B5EF4-FFF2-40B4-BE49-F238E27FC236}">
                <a16:creationId xmlns:a16="http://schemas.microsoft.com/office/drawing/2014/main" id="{D9523B55-398D-A183-44BA-D7978CA2094B}"/>
              </a:ext>
            </a:extLst>
          </p:cNvPr>
          <p:cNvSpPr>
            <a:spLocks noGrp="1"/>
          </p:cNvSpPr>
          <p:nvPr>
            <p:ph type="body" sz="quarter" idx="58" hasCustomPrompt="1"/>
          </p:nvPr>
        </p:nvSpPr>
        <p:spPr>
          <a:xfrm>
            <a:off x="772630"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Job title or role</a:t>
            </a:r>
          </a:p>
        </p:txBody>
      </p:sp>
      <p:sp>
        <p:nvSpPr>
          <p:cNvPr id="58" name="Picture placeholder 5" descr="Photograph of First and Last name &#10;(person the slide is referencing)">
            <a:extLst>
              <a:ext uri="{FF2B5EF4-FFF2-40B4-BE49-F238E27FC236}">
                <a16:creationId xmlns:a16="http://schemas.microsoft.com/office/drawing/2014/main" id="{F1F05CC9-60A2-C5F9-614F-CCC20CDAD1AA}"/>
              </a:ext>
            </a:extLst>
          </p:cNvPr>
          <p:cNvSpPr>
            <a:spLocks noGrp="1"/>
          </p:cNvSpPr>
          <p:nvPr>
            <p:ph type="pic" sz="quarter" idx="100" hasCustomPrompt="1"/>
          </p:nvPr>
        </p:nvSpPr>
        <p:spPr>
          <a:xfrm>
            <a:off x="319125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59" name="Text placeholder 5">
            <a:extLst>
              <a:ext uri="{FF2B5EF4-FFF2-40B4-BE49-F238E27FC236}">
                <a16:creationId xmlns:a16="http://schemas.microsoft.com/office/drawing/2014/main" id="{6562AEC7-DC14-9F64-A58F-57889D653895}"/>
              </a:ext>
            </a:extLst>
          </p:cNvPr>
          <p:cNvSpPr>
            <a:spLocks noGrp="1"/>
          </p:cNvSpPr>
          <p:nvPr>
            <p:ph type="body" sz="quarter" idx="65" hasCustomPrompt="1"/>
          </p:nvPr>
        </p:nvSpPr>
        <p:spPr>
          <a:xfrm>
            <a:off x="3096923"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2" name="Text placeholder 5">
            <a:extLst>
              <a:ext uri="{FF2B5EF4-FFF2-40B4-BE49-F238E27FC236}">
                <a16:creationId xmlns:a16="http://schemas.microsoft.com/office/drawing/2014/main" id="{8F3AF9E7-6D1F-FB1D-79D0-018727DEFB0B}"/>
              </a:ext>
            </a:extLst>
          </p:cNvPr>
          <p:cNvSpPr>
            <a:spLocks noGrp="1"/>
          </p:cNvSpPr>
          <p:nvPr>
            <p:ph type="body" sz="quarter" idx="64" hasCustomPrompt="1"/>
          </p:nvPr>
        </p:nvSpPr>
        <p:spPr>
          <a:xfrm>
            <a:off x="3096923"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3" name="Picture placeholder 5" descr="Photograph of First and Last name &#10;(person the slide is referencing)">
            <a:extLst>
              <a:ext uri="{FF2B5EF4-FFF2-40B4-BE49-F238E27FC236}">
                <a16:creationId xmlns:a16="http://schemas.microsoft.com/office/drawing/2014/main" id="{A33BCA58-CD54-BBB9-5EEE-53CEC4688C79}"/>
              </a:ext>
            </a:extLst>
          </p:cNvPr>
          <p:cNvSpPr>
            <a:spLocks noGrp="1"/>
          </p:cNvSpPr>
          <p:nvPr>
            <p:ph type="pic" sz="quarter" idx="101" hasCustomPrompt="1"/>
          </p:nvPr>
        </p:nvSpPr>
        <p:spPr>
          <a:xfrm>
            <a:off x="552297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4" name="Text placeholder 5">
            <a:extLst>
              <a:ext uri="{FF2B5EF4-FFF2-40B4-BE49-F238E27FC236}">
                <a16:creationId xmlns:a16="http://schemas.microsoft.com/office/drawing/2014/main" id="{4E011573-D799-6DA8-5A8F-E217ADA30A1E}"/>
              </a:ext>
            </a:extLst>
          </p:cNvPr>
          <p:cNvSpPr>
            <a:spLocks noGrp="1"/>
          </p:cNvSpPr>
          <p:nvPr>
            <p:ph type="body" sz="quarter" idx="71" hasCustomPrompt="1"/>
          </p:nvPr>
        </p:nvSpPr>
        <p:spPr>
          <a:xfrm>
            <a:off x="5431389"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5" name="Text placeholder 5">
            <a:extLst>
              <a:ext uri="{FF2B5EF4-FFF2-40B4-BE49-F238E27FC236}">
                <a16:creationId xmlns:a16="http://schemas.microsoft.com/office/drawing/2014/main" id="{5C26C960-18FD-1ECA-CB1E-E31538F69627}"/>
              </a:ext>
            </a:extLst>
          </p:cNvPr>
          <p:cNvSpPr>
            <a:spLocks noGrp="1"/>
          </p:cNvSpPr>
          <p:nvPr>
            <p:ph type="body" sz="quarter" idx="70" hasCustomPrompt="1"/>
          </p:nvPr>
        </p:nvSpPr>
        <p:spPr>
          <a:xfrm>
            <a:off x="5431389"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6" name="Picture placeholder 5" descr="Photograph of First and Last name &#10;(person the slide is referencing)">
            <a:extLst>
              <a:ext uri="{FF2B5EF4-FFF2-40B4-BE49-F238E27FC236}">
                <a16:creationId xmlns:a16="http://schemas.microsoft.com/office/drawing/2014/main" id="{89FBC76F-36CF-AE55-8453-B5C3AF130404}"/>
              </a:ext>
            </a:extLst>
          </p:cNvPr>
          <p:cNvSpPr>
            <a:spLocks noGrp="1"/>
          </p:cNvSpPr>
          <p:nvPr>
            <p:ph type="pic" sz="quarter" idx="102" hasCustomPrompt="1"/>
          </p:nvPr>
        </p:nvSpPr>
        <p:spPr>
          <a:xfrm>
            <a:off x="785469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9" name="Text placeholder 5">
            <a:extLst>
              <a:ext uri="{FF2B5EF4-FFF2-40B4-BE49-F238E27FC236}">
                <a16:creationId xmlns:a16="http://schemas.microsoft.com/office/drawing/2014/main" id="{7EBFF4F6-8FCF-9D24-59BF-878667B36CFF}"/>
              </a:ext>
            </a:extLst>
          </p:cNvPr>
          <p:cNvSpPr>
            <a:spLocks noGrp="1"/>
          </p:cNvSpPr>
          <p:nvPr>
            <p:ph type="body" sz="quarter" idx="77" hasCustomPrompt="1"/>
          </p:nvPr>
        </p:nvSpPr>
        <p:spPr>
          <a:xfrm>
            <a:off x="7765801"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0" name="Text placeholder 5">
            <a:extLst>
              <a:ext uri="{FF2B5EF4-FFF2-40B4-BE49-F238E27FC236}">
                <a16:creationId xmlns:a16="http://schemas.microsoft.com/office/drawing/2014/main" id="{A4E86292-6501-F817-DBF5-84F8B3B5996B}"/>
              </a:ext>
            </a:extLst>
          </p:cNvPr>
          <p:cNvSpPr>
            <a:spLocks noGrp="1"/>
          </p:cNvSpPr>
          <p:nvPr>
            <p:ph type="body" sz="quarter" idx="76" hasCustomPrompt="1"/>
          </p:nvPr>
        </p:nvSpPr>
        <p:spPr>
          <a:xfrm>
            <a:off x="7765801"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1" name="Picture placeholder 5" descr="Photograph of First and Last name &#10;(person the slide is referencing)">
            <a:extLst>
              <a:ext uri="{FF2B5EF4-FFF2-40B4-BE49-F238E27FC236}">
                <a16:creationId xmlns:a16="http://schemas.microsoft.com/office/drawing/2014/main" id="{0F916C77-5AD4-5C11-410B-ECF235BD2B43}"/>
              </a:ext>
            </a:extLst>
          </p:cNvPr>
          <p:cNvSpPr>
            <a:spLocks noGrp="1"/>
          </p:cNvSpPr>
          <p:nvPr>
            <p:ph type="pic" sz="quarter" idx="103" hasCustomPrompt="1"/>
          </p:nvPr>
        </p:nvSpPr>
        <p:spPr>
          <a:xfrm>
            <a:off x="1018641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2" name="Text placeholder 5">
            <a:extLst>
              <a:ext uri="{FF2B5EF4-FFF2-40B4-BE49-F238E27FC236}">
                <a16:creationId xmlns:a16="http://schemas.microsoft.com/office/drawing/2014/main" id="{980AF009-89AC-49AD-DCDA-46B857076804}"/>
              </a:ext>
            </a:extLst>
          </p:cNvPr>
          <p:cNvSpPr>
            <a:spLocks noGrp="1"/>
          </p:cNvSpPr>
          <p:nvPr>
            <p:ph type="body" sz="quarter" idx="83" hasCustomPrompt="1"/>
          </p:nvPr>
        </p:nvSpPr>
        <p:spPr>
          <a:xfrm>
            <a:off x="10093238"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3" name="Text placeholder 5">
            <a:extLst>
              <a:ext uri="{FF2B5EF4-FFF2-40B4-BE49-F238E27FC236}">
                <a16:creationId xmlns:a16="http://schemas.microsoft.com/office/drawing/2014/main" id="{A6DDA18B-1FE0-E0B9-76D4-0CF941CA2EB3}"/>
              </a:ext>
            </a:extLst>
          </p:cNvPr>
          <p:cNvSpPr>
            <a:spLocks noGrp="1"/>
          </p:cNvSpPr>
          <p:nvPr>
            <p:ph type="body" sz="quarter" idx="82" hasCustomPrompt="1"/>
          </p:nvPr>
        </p:nvSpPr>
        <p:spPr>
          <a:xfrm>
            <a:off x="10093238"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4" name="Picture placeholder 5" descr="Photograph of First and Last name &#10;(person the slide is referencing)">
            <a:extLst>
              <a:ext uri="{FF2B5EF4-FFF2-40B4-BE49-F238E27FC236}">
                <a16:creationId xmlns:a16="http://schemas.microsoft.com/office/drawing/2014/main" id="{45A3B18E-47C9-951B-1F34-B129E1383BF2}"/>
              </a:ext>
            </a:extLst>
          </p:cNvPr>
          <p:cNvSpPr>
            <a:spLocks noGrp="1"/>
          </p:cNvSpPr>
          <p:nvPr>
            <p:ph type="pic" sz="quarter" idx="104" hasCustomPrompt="1"/>
          </p:nvPr>
        </p:nvSpPr>
        <p:spPr>
          <a:xfrm>
            <a:off x="85953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5" name="Text placeholder 5">
            <a:extLst>
              <a:ext uri="{FF2B5EF4-FFF2-40B4-BE49-F238E27FC236}">
                <a16:creationId xmlns:a16="http://schemas.microsoft.com/office/drawing/2014/main" id="{7C7D0432-6649-B033-7F99-5828767B1D19}"/>
              </a:ext>
            </a:extLst>
          </p:cNvPr>
          <p:cNvSpPr>
            <a:spLocks noGrp="1"/>
          </p:cNvSpPr>
          <p:nvPr>
            <p:ph type="body" sz="quarter" idx="86" hasCustomPrompt="1"/>
          </p:nvPr>
        </p:nvSpPr>
        <p:spPr>
          <a:xfrm>
            <a:off x="772630"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6" name="Text placeholder 5">
            <a:extLst>
              <a:ext uri="{FF2B5EF4-FFF2-40B4-BE49-F238E27FC236}">
                <a16:creationId xmlns:a16="http://schemas.microsoft.com/office/drawing/2014/main" id="{09E68937-7497-3B1C-8978-5218C6146F2D}"/>
              </a:ext>
            </a:extLst>
          </p:cNvPr>
          <p:cNvSpPr>
            <a:spLocks noGrp="1"/>
          </p:cNvSpPr>
          <p:nvPr>
            <p:ph type="body" sz="quarter" idx="85" hasCustomPrompt="1"/>
          </p:nvPr>
        </p:nvSpPr>
        <p:spPr>
          <a:xfrm>
            <a:off x="772630"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7" name="Picture placeholder 5" descr="Photograph of First and Last name &#10;(person the slide is referencing)">
            <a:extLst>
              <a:ext uri="{FF2B5EF4-FFF2-40B4-BE49-F238E27FC236}">
                <a16:creationId xmlns:a16="http://schemas.microsoft.com/office/drawing/2014/main" id="{DB398322-BDC5-7AD1-81AF-003F8196DB66}"/>
              </a:ext>
            </a:extLst>
          </p:cNvPr>
          <p:cNvSpPr>
            <a:spLocks noGrp="1"/>
          </p:cNvSpPr>
          <p:nvPr>
            <p:ph type="pic" sz="quarter" idx="105" hasCustomPrompt="1"/>
          </p:nvPr>
        </p:nvSpPr>
        <p:spPr>
          <a:xfrm>
            <a:off x="319125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8" name="Text placeholder 5">
            <a:extLst>
              <a:ext uri="{FF2B5EF4-FFF2-40B4-BE49-F238E27FC236}">
                <a16:creationId xmlns:a16="http://schemas.microsoft.com/office/drawing/2014/main" id="{BF345552-43FD-CA3B-CBF3-A60FFDFB5EBF}"/>
              </a:ext>
            </a:extLst>
          </p:cNvPr>
          <p:cNvSpPr>
            <a:spLocks noGrp="1"/>
          </p:cNvSpPr>
          <p:nvPr>
            <p:ph type="body" sz="quarter" idx="89" hasCustomPrompt="1"/>
          </p:nvPr>
        </p:nvSpPr>
        <p:spPr>
          <a:xfrm>
            <a:off x="3096923"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9" name="Text placeholder 5">
            <a:extLst>
              <a:ext uri="{FF2B5EF4-FFF2-40B4-BE49-F238E27FC236}">
                <a16:creationId xmlns:a16="http://schemas.microsoft.com/office/drawing/2014/main" id="{1C65CFED-6C08-2238-F0A9-1217AA0E4C63}"/>
              </a:ext>
            </a:extLst>
          </p:cNvPr>
          <p:cNvSpPr>
            <a:spLocks noGrp="1"/>
          </p:cNvSpPr>
          <p:nvPr>
            <p:ph type="body" sz="quarter" idx="88" hasCustomPrompt="1"/>
          </p:nvPr>
        </p:nvSpPr>
        <p:spPr>
          <a:xfrm>
            <a:off x="3096923"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0" name="Picture placeholder 5" descr="Photograph of First and Last name &#10;(person the slide is referencing)">
            <a:extLst>
              <a:ext uri="{FF2B5EF4-FFF2-40B4-BE49-F238E27FC236}">
                <a16:creationId xmlns:a16="http://schemas.microsoft.com/office/drawing/2014/main" id="{6C7AE4E1-C7D3-A07E-F3B9-F7CFFC65D496}"/>
              </a:ext>
            </a:extLst>
          </p:cNvPr>
          <p:cNvSpPr>
            <a:spLocks noGrp="1"/>
          </p:cNvSpPr>
          <p:nvPr>
            <p:ph type="pic" sz="quarter" idx="106" hasCustomPrompt="1"/>
          </p:nvPr>
        </p:nvSpPr>
        <p:spPr>
          <a:xfrm>
            <a:off x="552297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1" name="Text placeholder 5">
            <a:extLst>
              <a:ext uri="{FF2B5EF4-FFF2-40B4-BE49-F238E27FC236}">
                <a16:creationId xmlns:a16="http://schemas.microsoft.com/office/drawing/2014/main" id="{D813AAFA-8DF6-DA12-A665-D2D4727E1AA9}"/>
              </a:ext>
            </a:extLst>
          </p:cNvPr>
          <p:cNvSpPr>
            <a:spLocks noGrp="1"/>
          </p:cNvSpPr>
          <p:nvPr>
            <p:ph type="body" sz="quarter" idx="92" hasCustomPrompt="1"/>
          </p:nvPr>
        </p:nvSpPr>
        <p:spPr>
          <a:xfrm>
            <a:off x="5431389"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2" name="Text placeholder 5">
            <a:extLst>
              <a:ext uri="{FF2B5EF4-FFF2-40B4-BE49-F238E27FC236}">
                <a16:creationId xmlns:a16="http://schemas.microsoft.com/office/drawing/2014/main" id="{A7DEF59E-319D-9591-63E8-1B800A80D31C}"/>
              </a:ext>
            </a:extLst>
          </p:cNvPr>
          <p:cNvSpPr>
            <a:spLocks noGrp="1"/>
          </p:cNvSpPr>
          <p:nvPr>
            <p:ph type="body" sz="quarter" idx="91" hasCustomPrompt="1"/>
          </p:nvPr>
        </p:nvSpPr>
        <p:spPr>
          <a:xfrm>
            <a:off x="5431389"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3" name="Picture placeholder 5" descr="Photograph of First and Last name &#10;(person the slide is referencing)">
            <a:extLst>
              <a:ext uri="{FF2B5EF4-FFF2-40B4-BE49-F238E27FC236}">
                <a16:creationId xmlns:a16="http://schemas.microsoft.com/office/drawing/2014/main" id="{CA89A590-686C-BEB3-E272-C48BF67718E7}"/>
              </a:ext>
            </a:extLst>
          </p:cNvPr>
          <p:cNvSpPr>
            <a:spLocks noGrp="1"/>
          </p:cNvSpPr>
          <p:nvPr>
            <p:ph type="pic" sz="quarter" idx="107" hasCustomPrompt="1"/>
          </p:nvPr>
        </p:nvSpPr>
        <p:spPr>
          <a:xfrm>
            <a:off x="785469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4" name="Text placeholder 5">
            <a:extLst>
              <a:ext uri="{FF2B5EF4-FFF2-40B4-BE49-F238E27FC236}">
                <a16:creationId xmlns:a16="http://schemas.microsoft.com/office/drawing/2014/main" id="{62E75F92-DCE3-7CAC-54D5-E223958851CE}"/>
              </a:ext>
            </a:extLst>
          </p:cNvPr>
          <p:cNvSpPr>
            <a:spLocks noGrp="1"/>
          </p:cNvSpPr>
          <p:nvPr>
            <p:ph type="body" sz="quarter" idx="95" hasCustomPrompt="1"/>
          </p:nvPr>
        </p:nvSpPr>
        <p:spPr>
          <a:xfrm>
            <a:off x="7765801"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5" name="Text placeholder 5">
            <a:extLst>
              <a:ext uri="{FF2B5EF4-FFF2-40B4-BE49-F238E27FC236}">
                <a16:creationId xmlns:a16="http://schemas.microsoft.com/office/drawing/2014/main" id="{80CDE410-C3B4-49CF-020A-7A4BF252ECD7}"/>
              </a:ext>
            </a:extLst>
          </p:cNvPr>
          <p:cNvSpPr>
            <a:spLocks noGrp="1"/>
          </p:cNvSpPr>
          <p:nvPr>
            <p:ph type="body" sz="quarter" idx="94" hasCustomPrompt="1"/>
          </p:nvPr>
        </p:nvSpPr>
        <p:spPr>
          <a:xfrm>
            <a:off x="7765801"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6" name="Picture placeholder 5" descr="Photograph of First and Last name &#10;(person the slide is referencing)">
            <a:extLst>
              <a:ext uri="{FF2B5EF4-FFF2-40B4-BE49-F238E27FC236}">
                <a16:creationId xmlns:a16="http://schemas.microsoft.com/office/drawing/2014/main" id="{4D5B701E-CF83-43D3-53AE-489AE08B2FFA}"/>
              </a:ext>
            </a:extLst>
          </p:cNvPr>
          <p:cNvSpPr>
            <a:spLocks noGrp="1"/>
          </p:cNvSpPr>
          <p:nvPr>
            <p:ph type="pic" sz="quarter" idx="108" hasCustomPrompt="1"/>
          </p:nvPr>
        </p:nvSpPr>
        <p:spPr>
          <a:xfrm>
            <a:off x="1018641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7" name="Text placeholder 5">
            <a:extLst>
              <a:ext uri="{FF2B5EF4-FFF2-40B4-BE49-F238E27FC236}">
                <a16:creationId xmlns:a16="http://schemas.microsoft.com/office/drawing/2014/main" id="{0A08428B-F243-D913-409A-B863F30EBD28}"/>
              </a:ext>
            </a:extLst>
          </p:cNvPr>
          <p:cNvSpPr>
            <a:spLocks noGrp="1"/>
          </p:cNvSpPr>
          <p:nvPr>
            <p:ph type="body" sz="quarter" idx="98" hasCustomPrompt="1"/>
          </p:nvPr>
        </p:nvSpPr>
        <p:spPr>
          <a:xfrm>
            <a:off x="10093238"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8" name="Text placeholder 5">
            <a:extLst>
              <a:ext uri="{FF2B5EF4-FFF2-40B4-BE49-F238E27FC236}">
                <a16:creationId xmlns:a16="http://schemas.microsoft.com/office/drawing/2014/main" id="{BE699E39-5A18-3E54-C0F2-67BEB0C064EA}"/>
              </a:ext>
            </a:extLst>
          </p:cNvPr>
          <p:cNvSpPr>
            <a:spLocks noGrp="1"/>
          </p:cNvSpPr>
          <p:nvPr>
            <p:ph type="body" sz="quarter" idx="97" hasCustomPrompt="1"/>
          </p:nvPr>
        </p:nvSpPr>
        <p:spPr>
          <a:xfrm>
            <a:off x="10093238"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3" name="Footer Placeholder 2">
            <a:extLst>
              <a:ext uri="{FF2B5EF4-FFF2-40B4-BE49-F238E27FC236}">
                <a16:creationId xmlns:a16="http://schemas.microsoft.com/office/drawing/2014/main" id="{DAAF0419-6770-892C-3061-9D79FF673D37}"/>
              </a:ext>
              <a:ext uri="{C183D7F6-B498-43B3-948B-1728B52AA6E4}">
                <adec:decorative xmlns:adec="http://schemas.microsoft.com/office/drawing/2017/decorative" val="1"/>
              </a:ext>
            </a:extLst>
          </p:cNvPr>
          <p:cNvSpPr>
            <a:spLocks noGrp="1"/>
          </p:cNvSpPr>
          <p:nvPr userDrawn="1">
            <p:ph type="ftr" sz="quarter" idx="112"/>
          </p:nvPr>
        </p:nvSpPr>
        <p:spPr>
          <a:xfrm>
            <a:off x="4038600" y="7052789"/>
            <a:ext cx="4114800" cy="137160"/>
          </a:xfrm>
        </p:spPr>
        <p:txBody>
          <a:bodyPr/>
          <a:lstStyle/>
          <a:p>
            <a:endParaRPr lang="en-US" noProof="0"/>
          </a:p>
        </p:txBody>
      </p:sp>
      <p:sp>
        <p:nvSpPr>
          <p:cNvPr id="13" name="Slide Number Placeholder 12">
            <a:extLst>
              <a:ext uri="{FF2B5EF4-FFF2-40B4-BE49-F238E27FC236}">
                <a16:creationId xmlns:a16="http://schemas.microsoft.com/office/drawing/2014/main" id="{CFC32E26-E2EE-BEA4-9A03-54981F58FE77}"/>
              </a:ext>
              <a:ext uri="{C183D7F6-B498-43B3-948B-1728B52AA6E4}">
                <adec:decorative xmlns:adec="http://schemas.microsoft.com/office/drawing/2017/decorative" val="1"/>
              </a:ext>
            </a:extLst>
          </p:cNvPr>
          <p:cNvSpPr>
            <a:spLocks noGrp="1"/>
          </p:cNvSpPr>
          <p:nvPr userDrawn="1">
            <p:ph type="sldNum" sz="quarter" idx="111"/>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531489866"/>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am - 10B">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13DF76B2-8FA9-D54D-9F04-3EBFADE2D42F}"/>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10 individuals (layout B) – click to add title</a:t>
            </a:r>
          </a:p>
        </p:txBody>
      </p:sp>
      <p:grpSp>
        <p:nvGrpSpPr>
          <p:cNvPr id="4" name="Group 3">
            <a:extLst>
              <a:ext uri="{FF2B5EF4-FFF2-40B4-BE49-F238E27FC236}">
                <a16:creationId xmlns:a16="http://schemas.microsoft.com/office/drawing/2014/main" id="{34E87E92-08FD-A2A7-FE01-239749BBB24B}"/>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A7FF2CC3-FE6C-26AE-3D44-9D64095C5886}"/>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1747A736-F0E2-6BFE-838D-1A61CFF423F1}"/>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6" name="Picture placeholder 5" descr="Photograph of First and Last name &#10;(person the slide is referencing)">
            <a:extLst>
              <a:ext uri="{FF2B5EF4-FFF2-40B4-BE49-F238E27FC236}">
                <a16:creationId xmlns:a16="http://schemas.microsoft.com/office/drawing/2014/main" id="{83BC0750-8119-F69A-32AD-9EE149AA78EE}"/>
              </a:ext>
            </a:extLst>
          </p:cNvPr>
          <p:cNvSpPr>
            <a:spLocks noGrp="1" noChangeAspect="1"/>
          </p:cNvSpPr>
          <p:nvPr>
            <p:ph type="pic" sz="quarter" idx="26" hasCustomPrompt="1"/>
          </p:nvPr>
        </p:nvSpPr>
        <p:spPr>
          <a:xfrm>
            <a:off x="85953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57" name="Text placeholder 5">
            <a:extLst>
              <a:ext uri="{FF2B5EF4-FFF2-40B4-BE49-F238E27FC236}">
                <a16:creationId xmlns:a16="http://schemas.microsoft.com/office/drawing/2014/main" id="{7D64D81B-2716-CA70-422F-884E93A2D6F0}"/>
              </a:ext>
            </a:extLst>
          </p:cNvPr>
          <p:cNvSpPr>
            <a:spLocks noGrp="1"/>
          </p:cNvSpPr>
          <p:nvPr>
            <p:ph type="body" sz="quarter" idx="59" hasCustomPrompt="1"/>
          </p:nvPr>
        </p:nvSpPr>
        <p:spPr>
          <a:xfrm>
            <a:off x="772630"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58" name="Text placeholder 5">
            <a:extLst>
              <a:ext uri="{FF2B5EF4-FFF2-40B4-BE49-F238E27FC236}">
                <a16:creationId xmlns:a16="http://schemas.microsoft.com/office/drawing/2014/main" id="{83316E65-6F11-E343-8A89-39DF0398A691}"/>
              </a:ext>
            </a:extLst>
          </p:cNvPr>
          <p:cNvSpPr>
            <a:spLocks noGrp="1"/>
          </p:cNvSpPr>
          <p:nvPr>
            <p:ph type="body" sz="quarter" idx="58" hasCustomPrompt="1"/>
          </p:nvPr>
        </p:nvSpPr>
        <p:spPr>
          <a:xfrm>
            <a:off x="772630"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Job title or role</a:t>
            </a:r>
          </a:p>
        </p:txBody>
      </p:sp>
      <p:sp>
        <p:nvSpPr>
          <p:cNvPr id="59" name="Picture placeholder 5" descr="Photograph of First and Last name &#10;(person the slide is referencing)">
            <a:extLst>
              <a:ext uri="{FF2B5EF4-FFF2-40B4-BE49-F238E27FC236}">
                <a16:creationId xmlns:a16="http://schemas.microsoft.com/office/drawing/2014/main" id="{B6F6A509-787F-2E55-CE10-3244E9BE76B5}"/>
              </a:ext>
            </a:extLst>
          </p:cNvPr>
          <p:cNvSpPr>
            <a:spLocks noGrp="1" noChangeAspect="1"/>
          </p:cNvSpPr>
          <p:nvPr>
            <p:ph type="pic" sz="quarter" idx="100" hasCustomPrompt="1"/>
          </p:nvPr>
        </p:nvSpPr>
        <p:spPr>
          <a:xfrm>
            <a:off x="319125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2" name="Text placeholder 5">
            <a:extLst>
              <a:ext uri="{FF2B5EF4-FFF2-40B4-BE49-F238E27FC236}">
                <a16:creationId xmlns:a16="http://schemas.microsoft.com/office/drawing/2014/main" id="{CDE753D4-C90A-4ECE-95F2-F8DCF776D741}"/>
              </a:ext>
            </a:extLst>
          </p:cNvPr>
          <p:cNvSpPr>
            <a:spLocks noGrp="1"/>
          </p:cNvSpPr>
          <p:nvPr>
            <p:ph type="body" sz="quarter" idx="65" hasCustomPrompt="1"/>
          </p:nvPr>
        </p:nvSpPr>
        <p:spPr>
          <a:xfrm>
            <a:off x="3096923"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3" name="Text placeholder 5">
            <a:extLst>
              <a:ext uri="{FF2B5EF4-FFF2-40B4-BE49-F238E27FC236}">
                <a16:creationId xmlns:a16="http://schemas.microsoft.com/office/drawing/2014/main" id="{309FF256-83EC-EBC2-6D73-9980D8317DBE}"/>
              </a:ext>
            </a:extLst>
          </p:cNvPr>
          <p:cNvSpPr>
            <a:spLocks noGrp="1"/>
          </p:cNvSpPr>
          <p:nvPr>
            <p:ph type="body" sz="quarter" idx="64" hasCustomPrompt="1"/>
          </p:nvPr>
        </p:nvSpPr>
        <p:spPr>
          <a:xfrm>
            <a:off x="3096923"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4" name="Picture placeholder 5" descr="Photograph of First and Last name &#10;(person the slide is referencing)">
            <a:extLst>
              <a:ext uri="{FF2B5EF4-FFF2-40B4-BE49-F238E27FC236}">
                <a16:creationId xmlns:a16="http://schemas.microsoft.com/office/drawing/2014/main" id="{E2C825AB-350F-ED85-9D83-FE82A247BDDA}"/>
              </a:ext>
            </a:extLst>
          </p:cNvPr>
          <p:cNvSpPr>
            <a:spLocks noGrp="1" noChangeAspect="1"/>
          </p:cNvSpPr>
          <p:nvPr>
            <p:ph type="pic" sz="quarter" idx="101" hasCustomPrompt="1"/>
          </p:nvPr>
        </p:nvSpPr>
        <p:spPr>
          <a:xfrm>
            <a:off x="552297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5" name="Text placeholder 5">
            <a:extLst>
              <a:ext uri="{FF2B5EF4-FFF2-40B4-BE49-F238E27FC236}">
                <a16:creationId xmlns:a16="http://schemas.microsoft.com/office/drawing/2014/main" id="{799BDA78-7627-7B47-F094-FFA2AEAC66F9}"/>
              </a:ext>
            </a:extLst>
          </p:cNvPr>
          <p:cNvSpPr>
            <a:spLocks noGrp="1"/>
          </p:cNvSpPr>
          <p:nvPr>
            <p:ph type="body" sz="quarter" idx="71" hasCustomPrompt="1"/>
          </p:nvPr>
        </p:nvSpPr>
        <p:spPr>
          <a:xfrm>
            <a:off x="5431389"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6" name="Text placeholder 5">
            <a:extLst>
              <a:ext uri="{FF2B5EF4-FFF2-40B4-BE49-F238E27FC236}">
                <a16:creationId xmlns:a16="http://schemas.microsoft.com/office/drawing/2014/main" id="{3AA175F2-EF5E-657C-3C80-8F9327C8550E}"/>
              </a:ext>
            </a:extLst>
          </p:cNvPr>
          <p:cNvSpPr>
            <a:spLocks noGrp="1"/>
          </p:cNvSpPr>
          <p:nvPr>
            <p:ph type="body" sz="quarter" idx="70" hasCustomPrompt="1"/>
          </p:nvPr>
        </p:nvSpPr>
        <p:spPr>
          <a:xfrm>
            <a:off x="5431389"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9" name="Picture placeholder 5" descr="Photograph of First and Last name &#10;(person the slide is referencing)">
            <a:extLst>
              <a:ext uri="{FF2B5EF4-FFF2-40B4-BE49-F238E27FC236}">
                <a16:creationId xmlns:a16="http://schemas.microsoft.com/office/drawing/2014/main" id="{709A6B6C-6509-BBC9-3297-29CACF0BFE14}"/>
              </a:ext>
            </a:extLst>
          </p:cNvPr>
          <p:cNvSpPr>
            <a:spLocks noGrp="1" noChangeAspect="1"/>
          </p:cNvSpPr>
          <p:nvPr>
            <p:ph type="pic" sz="quarter" idx="102" hasCustomPrompt="1"/>
          </p:nvPr>
        </p:nvSpPr>
        <p:spPr>
          <a:xfrm>
            <a:off x="785469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0" name="Text placeholder 5">
            <a:extLst>
              <a:ext uri="{FF2B5EF4-FFF2-40B4-BE49-F238E27FC236}">
                <a16:creationId xmlns:a16="http://schemas.microsoft.com/office/drawing/2014/main" id="{DDD0A537-BA60-B19E-F15B-90DFA13EC599}"/>
              </a:ext>
            </a:extLst>
          </p:cNvPr>
          <p:cNvSpPr>
            <a:spLocks noGrp="1"/>
          </p:cNvSpPr>
          <p:nvPr>
            <p:ph type="body" sz="quarter" idx="77" hasCustomPrompt="1"/>
          </p:nvPr>
        </p:nvSpPr>
        <p:spPr>
          <a:xfrm>
            <a:off x="7765801"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1" name="Text placeholder 5">
            <a:extLst>
              <a:ext uri="{FF2B5EF4-FFF2-40B4-BE49-F238E27FC236}">
                <a16:creationId xmlns:a16="http://schemas.microsoft.com/office/drawing/2014/main" id="{41A4BCD7-DE61-50D8-949D-1BF5C0A8B8B8}"/>
              </a:ext>
            </a:extLst>
          </p:cNvPr>
          <p:cNvSpPr>
            <a:spLocks noGrp="1"/>
          </p:cNvSpPr>
          <p:nvPr>
            <p:ph type="body" sz="quarter" idx="76" hasCustomPrompt="1"/>
          </p:nvPr>
        </p:nvSpPr>
        <p:spPr>
          <a:xfrm>
            <a:off x="7765801"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2" name="Picture placeholder 5" descr="Photograph of First and Last name &#10;(person the slide is referencing)">
            <a:extLst>
              <a:ext uri="{FF2B5EF4-FFF2-40B4-BE49-F238E27FC236}">
                <a16:creationId xmlns:a16="http://schemas.microsoft.com/office/drawing/2014/main" id="{C32EF674-C494-0ECD-E34F-5A97CB292BEC}"/>
              </a:ext>
            </a:extLst>
          </p:cNvPr>
          <p:cNvSpPr>
            <a:spLocks noGrp="1" noChangeAspect="1"/>
          </p:cNvSpPr>
          <p:nvPr>
            <p:ph type="pic" sz="quarter" idx="103" hasCustomPrompt="1"/>
          </p:nvPr>
        </p:nvSpPr>
        <p:spPr>
          <a:xfrm>
            <a:off x="1018641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3" name="Text placeholder 5">
            <a:extLst>
              <a:ext uri="{FF2B5EF4-FFF2-40B4-BE49-F238E27FC236}">
                <a16:creationId xmlns:a16="http://schemas.microsoft.com/office/drawing/2014/main" id="{8363BD52-39BE-1B60-541E-B66D7854DB9D}"/>
              </a:ext>
            </a:extLst>
          </p:cNvPr>
          <p:cNvSpPr>
            <a:spLocks noGrp="1"/>
          </p:cNvSpPr>
          <p:nvPr>
            <p:ph type="body" sz="quarter" idx="83" hasCustomPrompt="1"/>
          </p:nvPr>
        </p:nvSpPr>
        <p:spPr>
          <a:xfrm>
            <a:off x="10093238"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4" name="Text placeholder 5">
            <a:extLst>
              <a:ext uri="{FF2B5EF4-FFF2-40B4-BE49-F238E27FC236}">
                <a16:creationId xmlns:a16="http://schemas.microsoft.com/office/drawing/2014/main" id="{07F67F54-1EAE-B7BA-D267-361C9DC86D43}"/>
              </a:ext>
            </a:extLst>
          </p:cNvPr>
          <p:cNvSpPr>
            <a:spLocks noGrp="1"/>
          </p:cNvSpPr>
          <p:nvPr>
            <p:ph type="body" sz="quarter" idx="82" hasCustomPrompt="1"/>
          </p:nvPr>
        </p:nvSpPr>
        <p:spPr>
          <a:xfrm>
            <a:off x="10093238"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5" name="Picture placeholder 5" descr="Photograph of First and Last name &#10;(person the slide is referencing)">
            <a:extLst>
              <a:ext uri="{FF2B5EF4-FFF2-40B4-BE49-F238E27FC236}">
                <a16:creationId xmlns:a16="http://schemas.microsoft.com/office/drawing/2014/main" id="{FACCD386-9189-169C-A09C-D21E0F35E7B0}"/>
              </a:ext>
            </a:extLst>
          </p:cNvPr>
          <p:cNvSpPr>
            <a:spLocks noGrp="1" noChangeAspect="1"/>
          </p:cNvSpPr>
          <p:nvPr>
            <p:ph type="pic" sz="quarter" idx="104" hasCustomPrompt="1"/>
          </p:nvPr>
        </p:nvSpPr>
        <p:spPr>
          <a:xfrm>
            <a:off x="85953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6" name="Text placeholder 5">
            <a:extLst>
              <a:ext uri="{FF2B5EF4-FFF2-40B4-BE49-F238E27FC236}">
                <a16:creationId xmlns:a16="http://schemas.microsoft.com/office/drawing/2014/main" id="{80BF2158-1BF0-047B-6140-2448785BF857}"/>
              </a:ext>
            </a:extLst>
          </p:cNvPr>
          <p:cNvSpPr>
            <a:spLocks noGrp="1"/>
          </p:cNvSpPr>
          <p:nvPr>
            <p:ph type="body" sz="quarter" idx="86" hasCustomPrompt="1"/>
          </p:nvPr>
        </p:nvSpPr>
        <p:spPr>
          <a:xfrm>
            <a:off x="772630"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7" name="Text placeholder 5">
            <a:extLst>
              <a:ext uri="{FF2B5EF4-FFF2-40B4-BE49-F238E27FC236}">
                <a16:creationId xmlns:a16="http://schemas.microsoft.com/office/drawing/2014/main" id="{CA9F9A32-DB73-DB6F-8E19-99F72FFF08E1}"/>
              </a:ext>
            </a:extLst>
          </p:cNvPr>
          <p:cNvSpPr>
            <a:spLocks noGrp="1"/>
          </p:cNvSpPr>
          <p:nvPr>
            <p:ph type="body" sz="quarter" idx="85" hasCustomPrompt="1"/>
          </p:nvPr>
        </p:nvSpPr>
        <p:spPr>
          <a:xfrm>
            <a:off x="772630"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8" name="Picture placeholder 5" descr="Photograph of First and Last name &#10;(person the slide is referencing)">
            <a:extLst>
              <a:ext uri="{FF2B5EF4-FFF2-40B4-BE49-F238E27FC236}">
                <a16:creationId xmlns:a16="http://schemas.microsoft.com/office/drawing/2014/main" id="{5B216939-AB12-50E2-F455-BA1313824F2D}"/>
              </a:ext>
            </a:extLst>
          </p:cNvPr>
          <p:cNvSpPr>
            <a:spLocks noGrp="1" noChangeAspect="1"/>
          </p:cNvSpPr>
          <p:nvPr>
            <p:ph type="pic" sz="quarter" idx="105" hasCustomPrompt="1"/>
          </p:nvPr>
        </p:nvSpPr>
        <p:spPr>
          <a:xfrm>
            <a:off x="319125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9" name="Text placeholder 5">
            <a:extLst>
              <a:ext uri="{FF2B5EF4-FFF2-40B4-BE49-F238E27FC236}">
                <a16:creationId xmlns:a16="http://schemas.microsoft.com/office/drawing/2014/main" id="{ECFE43AE-9FE8-8126-BE14-3C4AC556CF64}"/>
              </a:ext>
            </a:extLst>
          </p:cNvPr>
          <p:cNvSpPr>
            <a:spLocks noGrp="1"/>
          </p:cNvSpPr>
          <p:nvPr>
            <p:ph type="body" sz="quarter" idx="89" hasCustomPrompt="1"/>
          </p:nvPr>
        </p:nvSpPr>
        <p:spPr>
          <a:xfrm>
            <a:off x="3096923"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0" name="Text placeholder 5">
            <a:extLst>
              <a:ext uri="{FF2B5EF4-FFF2-40B4-BE49-F238E27FC236}">
                <a16:creationId xmlns:a16="http://schemas.microsoft.com/office/drawing/2014/main" id="{6112D329-2A43-86AB-4F77-A7DA1F5DF1DC}"/>
              </a:ext>
            </a:extLst>
          </p:cNvPr>
          <p:cNvSpPr>
            <a:spLocks noGrp="1"/>
          </p:cNvSpPr>
          <p:nvPr>
            <p:ph type="body" sz="quarter" idx="88" hasCustomPrompt="1"/>
          </p:nvPr>
        </p:nvSpPr>
        <p:spPr>
          <a:xfrm>
            <a:off x="3096923"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1" name="Picture placeholder 5" descr="Photograph of First and Last name &#10;(person the slide is referencing)">
            <a:extLst>
              <a:ext uri="{FF2B5EF4-FFF2-40B4-BE49-F238E27FC236}">
                <a16:creationId xmlns:a16="http://schemas.microsoft.com/office/drawing/2014/main" id="{629949E7-5C9A-5947-5D49-5A69F29D360B}"/>
              </a:ext>
            </a:extLst>
          </p:cNvPr>
          <p:cNvSpPr>
            <a:spLocks noGrp="1" noChangeAspect="1"/>
          </p:cNvSpPr>
          <p:nvPr>
            <p:ph type="pic" sz="quarter" idx="106" hasCustomPrompt="1"/>
          </p:nvPr>
        </p:nvSpPr>
        <p:spPr>
          <a:xfrm>
            <a:off x="552297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2" name="Text placeholder 5">
            <a:extLst>
              <a:ext uri="{FF2B5EF4-FFF2-40B4-BE49-F238E27FC236}">
                <a16:creationId xmlns:a16="http://schemas.microsoft.com/office/drawing/2014/main" id="{88B2AB9D-9838-55FF-9BBB-8F354D7E56D6}"/>
              </a:ext>
            </a:extLst>
          </p:cNvPr>
          <p:cNvSpPr>
            <a:spLocks noGrp="1"/>
          </p:cNvSpPr>
          <p:nvPr>
            <p:ph type="body" sz="quarter" idx="92" hasCustomPrompt="1"/>
          </p:nvPr>
        </p:nvSpPr>
        <p:spPr>
          <a:xfrm>
            <a:off x="5431389"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3" name="Text placeholder 5">
            <a:extLst>
              <a:ext uri="{FF2B5EF4-FFF2-40B4-BE49-F238E27FC236}">
                <a16:creationId xmlns:a16="http://schemas.microsoft.com/office/drawing/2014/main" id="{CCBFB0CF-5CAA-883C-DEAB-43A58245838A}"/>
              </a:ext>
            </a:extLst>
          </p:cNvPr>
          <p:cNvSpPr>
            <a:spLocks noGrp="1"/>
          </p:cNvSpPr>
          <p:nvPr>
            <p:ph type="body" sz="quarter" idx="91" hasCustomPrompt="1"/>
          </p:nvPr>
        </p:nvSpPr>
        <p:spPr>
          <a:xfrm>
            <a:off x="5431389"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4" name="Picture placeholder 5" descr="Photograph of First and Last name &#10;(person the slide is referencing)">
            <a:extLst>
              <a:ext uri="{FF2B5EF4-FFF2-40B4-BE49-F238E27FC236}">
                <a16:creationId xmlns:a16="http://schemas.microsoft.com/office/drawing/2014/main" id="{FEFA65D4-7E4E-7D88-BB93-BDAC6A11EEE6}"/>
              </a:ext>
            </a:extLst>
          </p:cNvPr>
          <p:cNvSpPr>
            <a:spLocks noGrp="1" noChangeAspect="1"/>
          </p:cNvSpPr>
          <p:nvPr>
            <p:ph type="pic" sz="quarter" idx="107" hasCustomPrompt="1"/>
          </p:nvPr>
        </p:nvSpPr>
        <p:spPr>
          <a:xfrm>
            <a:off x="785469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5" name="Text placeholder 5">
            <a:extLst>
              <a:ext uri="{FF2B5EF4-FFF2-40B4-BE49-F238E27FC236}">
                <a16:creationId xmlns:a16="http://schemas.microsoft.com/office/drawing/2014/main" id="{BC089438-BB2E-8CA6-5F91-044332B0A356}"/>
              </a:ext>
            </a:extLst>
          </p:cNvPr>
          <p:cNvSpPr>
            <a:spLocks noGrp="1"/>
          </p:cNvSpPr>
          <p:nvPr>
            <p:ph type="body" sz="quarter" idx="95" hasCustomPrompt="1"/>
          </p:nvPr>
        </p:nvSpPr>
        <p:spPr>
          <a:xfrm>
            <a:off x="7765801"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6" name="Text placeholder 5">
            <a:extLst>
              <a:ext uri="{FF2B5EF4-FFF2-40B4-BE49-F238E27FC236}">
                <a16:creationId xmlns:a16="http://schemas.microsoft.com/office/drawing/2014/main" id="{481736D0-57CE-73C1-380A-473D46F2A639}"/>
              </a:ext>
            </a:extLst>
          </p:cNvPr>
          <p:cNvSpPr>
            <a:spLocks noGrp="1"/>
          </p:cNvSpPr>
          <p:nvPr>
            <p:ph type="body" sz="quarter" idx="94" hasCustomPrompt="1"/>
          </p:nvPr>
        </p:nvSpPr>
        <p:spPr>
          <a:xfrm>
            <a:off x="7765801"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7" name="Picture placeholder 5" descr="Photograph of First and Last name &#10;(person the slide is referencing)">
            <a:extLst>
              <a:ext uri="{FF2B5EF4-FFF2-40B4-BE49-F238E27FC236}">
                <a16:creationId xmlns:a16="http://schemas.microsoft.com/office/drawing/2014/main" id="{13775789-7F49-8FA8-F6BA-4831AA428A52}"/>
              </a:ext>
            </a:extLst>
          </p:cNvPr>
          <p:cNvSpPr>
            <a:spLocks noGrp="1" noChangeAspect="1"/>
          </p:cNvSpPr>
          <p:nvPr>
            <p:ph type="pic" sz="quarter" idx="108" hasCustomPrompt="1"/>
          </p:nvPr>
        </p:nvSpPr>
        <p:spPr>
          <a:xfrm>
            <a:off x="1018641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8" name="Text placeholder 5">
            <a:extLst>
              <a:ext uri="{FF2B5EF4-FFF2-40B4-BE49-F238E27FC236}">
                <a16:creationId xmlns:a16="http://schemas.microsoft.com/office/drawing/2014/main" id="{83014732-9266-51C6-552D-A2A47DF3B20E}"/>
              </a:ext>
            </a:extLst>
          </p:cNvPr>
          <p:cNvSpPr>
            <a:spLocks noGrp="1"/>
          </p:cNvSpPr>
          <p:nvPr>
            <p:ph type="body" sz="quarter" idx="98" hasCustomPrompt="1"/>
          </p:nvPr>
        </p:nvSpPr>
        <p:spPr>
          <a:xfrm>
            <a:off x="10093238"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9" name="Text placeholder 5">
            <a:extLst>
              <a:ext uri="{FF2B5EF4-FFF2-40B4-BE49-F238E27FC236}">
                <a16:creationId xmlns:a16="http://schemas.microsoft.com/office/drawing/2014/main" id="{BE4A8D1D-0817-36C0-DAE7-2C3EFC726A0F}"/>
              </a:ext>
            </a:extLst>
          </p:cNvPr>
          <p:cNvSpPr>
            <a:spLocks noGrp="1"/>
          </p:cNvSpPr>
          <p:nvPr>
            <p:ph type="body" sz="quarter" idx="97" hasCustomPrompt="1"/>
          </p:nvPr>
        </p:nvSpPr>
        <p:spPr>
          <a:xfrm>
            <a:off x="10093238"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3" name="Footer Placeholder 2">
            <a:extLst>
              <a:ext uri="{FF2B5EF4-FFF2-40B4-BE49-F238E27FC236}">
                <a16:creationId xmlns:a16="http://schemas.microsoft.com/office/drawing/2014/main" id="{49E803D8-E642-131F-D1F9-D10BBA53C117}"/>
              </a:ext>
              <a:ext uri="{C183D7F6-B498-43B3-948B-1728B52AA6E4}">
                <adec:decorative xmlns:adec="http://schemas.microsoft.com/office/drawing/2017/decorative" val="1"/>
              </a:ext>
            </a:extLst>
          </p:cNvPr>
          <p:cNvSpPr>
            <a:spLocks noGrp="1"/>
          </p:cNvSpPr>
          <p:nvPr userDrawn="1">
            <p:ph type="ftr" sz="quarter" idx="112"/>
          </p:nvPr>
        </p:nvSpPr>
        <p:spPr/>
        <p:txBody>
          <a:bodyPr/>
          <a:lstStyle/>
          <a:p>
            <a:endParaRPr lang="en-US" noProof="0"/>
          </a:p>
        </p:txBody>
      </p:sp>
      <p:sp>
        <p:nvSpPr>
          <p:cNvPr id="13" name="Slide Number Placeholder 12">
            <a:extLst>
              <a:ext uri="{FF2B5EF4-FFF2-40B4-BE49-F238E27FC236}">
                <a16:creationId xmlns:a16="http://schemas.microsoft.com/office/drawing/2014/main" id="{CFC32E26-E2EE-BEA4-9A03-54981F58FE77}"/>
              </a:ext>
              <a:ext uri="{C183D7F6-B498-43B3-948B-1728B52AA6E4}">
                <adec:decorative xmlns:adec="http://schemas.microsoft.com/office/drawing/2017/decorative" val="1"/>
              </a:ext>
            </a:extLst>
          </p:cNvPr>
          <p:cNvSpPr>
            <a:spLocks noGrp="1"/>
          </p:cNvSpPr>
          <p:nvPr userDrawn="1">
            <p:ph type="sldNum" sz="quarter" idx="111"/>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90678102"/>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ead Only 4">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Autofit/>
          </a:bodyPr>
          <a:lstStyle/>
          <a:p>
            <a:pPr algn="ctr">
              <a:lnSpc>
                <a:spcPct val="90000"/>
              </a:lnSpc>
            </a:pPr>
            <a:r>
              <a:rPr lang="en-US" sz="16200" spc="-30" baseline="0" noProof="0">
                <a:solidFill>
                  <a:schemeClr val="bg1"/>
                </a:solidFill>
              </a:rPr>
              <a:t>Highlight or quote layouts</a:t>
            </a:r>
          </a:p>
        </p:txBody>
      </p:sp>
    </p:spTree>
    <p:extLst>
      <p:ext uri="{BB962C8B-B14F-4D97-AF65-F5344CB8AC3E}">
        <p14:creationId xmlns:p14="http://schemas.microsoft.com/office/powerpoint/2010/main" val="1240932293"/>
      </p:ext>
    </p:extLst>
  </p:cSld>
  <p:clrMapOvr>
    <a:masterClrMapping/>
  </p:clrMapOvr>
  <p:transition/>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Vertical split left gradient +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D8BCD8CC-5C84-0E47-3D5B-5B4071C6F1EF}"/>
              </a:ext>
            </a:extLst>
          </p:cNvPr>
          <p:cNvSpPr>
            <a:spLocks noGrp="1"/>
          </p:cNvSpPr>
          <p:nvPr userDrawn="1">
            <p:ph type="title" hasCustomPrompt="1"/>
          </p:nvPr>
        </p:nvSpPr>
        <p:spPr>
          <a:xfrm>
            <a:off x="766764" y="640080"/>
            <a:ext cx="3805237" cy="2514600"/>
          </a:xfrm>
          <a:noFill/>
        </p:spPr>
        <p:txBody>
          <a:bodyPr>
            <a:normAutofit/>
          </a:bodyPr>
          <a:lstStyle>
            <a:lvl1pPr>
              <a:defRPr sz="4800">
                <a:solidFill>
                  <a:schemeClr val="bg1"/>
                </a:solidFill>
              </a:defRPr>
            </a:lvl1pPr>
          </a:lstStyle>
          <a:p>
            <a:pPr lvl="0"/>
            <a:r>
              <a:rPr lang="en-US" noProof="0"/>
              <a:t>Click to add slide title</a:t>
            </a:r>
          </a:p>
        </p:txBody>
      </p:sp>
      <p:sp>
        <p:nvSpPr>
          <p:cNvPr id="12" name="Content Placeholder 11">
            <a:extLst>
              <a:ext uri="{FF2B5EF4-FFF2-40B4-BE49-F238E27FC236}">
                <a16:creationId xmlns:a16="http://schemas.microsoft.com/office/drawing/2014/main" id="{4786F2AF-5358-D866-C5C2-387F0EAF5433}"/>
              </a:ext>
            </a:extLst>
          </p:cNvPr>
          <p:cNvSpPr>
            <a:spLocks noGrp="1"/>
          </p:cNvSpPr>
          <p:nvPr>
            <p:ph sz="quarter" idx="22" hasCustomPrompt="1"/>
          </p:nvPr>
        </p:nvSpPr>
        <p:spPr>
          <a:xfrm>
            <a:off x="6096000" y="768096"/>
            <a:ext cx="5324475" cy="5330952"/>
          </a:xfrm>
          <a:prstGeom prst="rect">
            <a:avLst/>
          </a:prstGeom>
        </p:spPr>
        <p:txBody>
          <a:bodyPr>
            <a:normAutofit/>
          </a:bodyPr>
          <a:lstStyle>
            <a:lvl1pPr marL="0" indent="0">
              <a:buNone/>
              <a:defRPr sz="1800"/>
            </a:lvl1pPr>
          </a:lstStyle>
          <a:p>
            <a:pPr lvl="0"/>
            <a:r>
              <a:rPr lang="en-US" noProof="0"/>
              <a:t>Click to add text or select an icon to insert associated content (i.e., table, chart, picture or video). Images and video are available to download from brand.cgi.com.</a:t>
            </a:r>
          </a:p>
        </p:txBody>
      </p:sp>
      <p:sp>
        <p:nvSpPr>
          <p:cNvPr id="2" name="Footer Placeholder 1">
            <a:extLst>
              <a:ext uri="{FF2B5EF4-FFF2-40B4-BE49-F238E27FC236}">
                <a16:creationId xmlns:a16="http://schemas.microsoft.com/office/drawing/2014/main" id="{F9C8AF98-2955-963B-58C0-5FE1B0F82077}"/>
              </a:ext>
              <a:ext uri="{C183D7F6-B498-43B3-948B-1728B52AA6E4}">
                <adec:decorative xmlns:adec="http://schemas.microsoft.com/office/drawing/2017/decorative" val="1"/>
              </a:ext>
            </a:extLst>
          </p:cNvPr>
          <p:cNvSpPr>
            <a:spLocks noGrp="1"/>
          </p:cNvSpPr>
          <p:nvPr>
            <p:ph type="ftr" sz="quarter" idx="26"/>
          </p:nvPr>
        </p:nvSpPr>
        <p:spPr/>
        <p:txBody>
          <a:bodyPr/>
          <a:lstStyle/>
          <a:p>
            <a:endParaRPr lang="en-US" noProof="0"/>
          </a:p>
        </p:txBody>
      </p:sp>
      <p:sp>
        <p:nvSpPr>
          <p:cNvPr id="5" name="Slide Number Placeholder 4">
            <a:extLst>
              <a:ext uri="{FF2B5EF4-FFF2-40B4-BE49-F238E27FC236}">
                <a16:creationId xmlns:a16="http://schemas.microsoft.com/office/drawing/2014/main" id="{4157A084-A0DA-A9C2-4C39-36545455D079}"/>
              </a:ext>
              <a:ext uri="{C183D7F6-B498-43B3-948B-1728B52AA6E4}">
                <adec:decorative xmlns:adec="http://schemas.microsoft.com/office/drawing/2017/decorative" val="1"/>
              </a:ext>
            </a:extLst>
          </p:cNvPr>
          <p:cNvSpPr>
            <a:spLocks noGrp="1"/>
          </p:cNvSpPr>
          <p:nvPr>
            <p:ph type="sldNum" sz="quarter" idx="25"/>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075439696"/>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Vertical split left gradient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D8BCD8CC-5C84-0E47-3D5B-5B4071C6F1EF}"/>
              </a:ext>
            </a:extLst>
          </p:cNvPr>
          <p:cNvSpPr>
            <a:spLocks noGrp="1"/>
          </p:cNvSpPr>
          <p:nvPr userDrawn="1">
            <p:ph type="title" hasCustomPrompt="1"/>
          </p:nvPr>
        </p:nvSpPr>
        <p:spPr>
          <a:xfrm>
            <a:off x="766764" y="640080"/>
            <a:ext cx="3805237" cy="2514600"/>
          </a:xfrm>
        </p:spPr>
        <p:txBody>
          <a:bodyPr>
            <a:normAutofit/>
          </a:bodyPr>
          <a:lstStyle>
            <a:lvl1pPr>
              <a:defRPr sz="4800">
                <a:solidFill>
                  <a:schemeClr val="bg1"/>
                </a:solidFill>
              </a:defRPr>
            </a:lvl1pPr>
          </a:lstStyle>
          <a:p>
            <a:pPr lvl="0"/>
            <a:r>
              <a:rPr lang="en-US" noProof="0"/>
              <a:t>Click to add slide title</a:t>
            </a:r>
          </a:p>
        </p:txBody>
      </p:sp>
      <p:sp>
        <p:nvSpPr>
          <p:cNvPr id="10" name="Picture Placeholder 7">
            <a:extLst>
              <a:ext uri="{FF2B5EF4-FFF2-40B4-BE49-F238E27FC236}">
                <a16:creationId xmlns:a16="http://schemas.microsoft.com/office/drawing/2014/main" id="{D8902546-0BD5-8512-0E9E-01A120BA7869}"/>
              </a:ext>
            </a:extLst>
          </p:cNvPr>
          <p:cNvSpPr>
            <a:spLocks noGrp="1"/>
          </p:cNvSpPr>
          <p:nvPr>
            <p:ph type="pic" sz="quarter" idx="26" hasCustomPrompt="1"/>
          </p:nvPr>
        </p:nvSpPr>
        <p:spPr>
          <a:xfrm>
            <a:off x="6096000" y="768096"/>
            <a:ext cx="5329238" cy="5321808"/>
          </a:xfrm>
          <a:prstGeom prst="rect">
            <a:avLst/>
          </a:prstGeom>
        </p:spPr>
        <p:txBody>
          <a:bodyPr/>
          <a:lstStyle>
            <a:lvl1pPr marL="0" indent="0">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62CD930D-562F-7158-6266-0C7D09523FAD}"/>
              </a:ext>
              <a:ext uri="{C183D7F6-B498-43B3-948B-1728B52AA6E4}">
                <adec:decorative xmlns:adec="http://schemas.microsoft.com/office/drawing/2017/decorative" val="1"/>
              </a:ext>
            </a:extLst>
          </p:cNvPr>
          <p:cNvSpPr>
            <a:spLocks noGrp="1"/>
          </p:cNvSpPr>
          <p:nvPr>
            <p:ph type="ftr" sz="quarter" idx="27"/>
          </p:nvPr>
        </p:nvSpPr>
        <p:spPr/>
        <p:txBody>
          <a:bodyPr/>
          <a:lstStyle/>
          <a:p>
            <a:endParaRPr lang="en-US" noProof="0"/>
          </a:p>
        </p:txBody>
      </p:sp>
      <p:sp>
        <p:nvSpPr>
          <p:cNvPr id="5" name="Slide Number Placeholder 4">
            <a:extLst>
              <a:ext uri="{FF2B5EF4-FFF2-40B4-BE49-F238E27FC236}">
                <a16:creationId xmlns:a16="http://schemas.microsoft.com/office/drawing/2014/main" id="{A949E9E9-878C-1EFF-CBDC-17959F11C0FC}"/>
              </a:ext>
              <a:ext uri="{C183D7F6-B498-43B3-948B-1728B52AA6E4}">
                <adec:decorative xmlns:adec="http://schemas.microsoft.com/office/drawing/2017/decorative" val="1"/>
              </a:ext>
            </a:extLst>
          </p:cNvPr>
          <p:cNvSpPr>
            <a:spLocks noGrp="1"/>
          </p:cNvSpPr>
          <p:nvPr>
            <p:ph type="sldNum" sz="quarter" idx="25"/>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825088710"/>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Vertical split right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52C95-B004-CE97-6850-347B6C83D74E}"/>
              </a:ext>
            </a:extLst>
          </p:cNvPr>
          <p:cNvSpPr>
            <a:spLocks noGrp="1"/>
          </p:cNvSpPr>
          <p:nvPr>
            <p:ph type="title" hasCustomPrompt="1"/>
          </p:nvPr>
        </p:nvSpPr>
        <p:spPr>
          <a:xfrm>
            <a:off x="766763" y="682513"/>
            <a:ext cx="5349134" cy="530352"/>
          </a:xfrm>
        </p:spPr>
        <p:txBody>
          <a:bodyPr/>
          <a:lstStyle>
            <a:lvl1pPr>
              <a:defRPr/>
            </a:lvl1pPr>
          </a:lstStyle>
          <a:p>
            <a:r>
              <a:rPr lang="en-US" noProof="0"/>
              <a:t>Click to add slide title</a:t>
            </a:r>
          </a:p>
        </p:txBody>
      </p:sp>
      <p:sp>
        <p:nvSpPr>
          <p:cNvPr id="8" name="Text Placeholder 2">
            <a:extLst>
              <a:ext uri="{FF2B5EF4-FFF2-40B4-BE49-F238E27FC236}">
                <a16:creationId xmlns:a16="http://schemas.microsoft.com/office/drawing/2014/main" id="{4CB01012-C777-4F42-8ACD-C6368C209107}"/>
              </a:ext>
            </a:extLst>
          </p:cNvPr>
          <p:cNvSpPr>
            <a:spLocks noGrp="1"/>
          </p:cNvSpPr>
          <p:nvPr>
            <p:ph type="body" sz="quarter" idx="20"/>
          </p:nvPr>
        </p:nvSpPr>
        <p:spPr>
          <a:xfrm>
            <a:off x="766764" y="1527175"/>
            <a:ext cx="5343560" cy="4565649"/>
          </a:xfrm>
          <a:prstGeom prst="rect">
            <a:avLst/>
          </a:prstGeom>
        </p:spPr>
        <p:txBody>
          <a:bodyPr lIns="0">
            <a:noAutofit/>
          </a:bodyPr>
          <a:lstStyle>
            <a:lvl1pPr marL="0" indent="0" algn="l">
              <a:spcBef>
                <a:spcPts val="600"/>
              </a:spcBef>
              <a:buNone/>
              <a:defRPr sz="200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GB" noProof="0"/>
              <a:t>Click to edit Master text styles</a:t>
            </a:r>
          </a:p>
        </p:txBody>
      </p:sp>
      <p:sp>
        <p:nvSpPr>
          <p:cNvPr id="11" name="Textbox title 3"/>
          <p:cNvSpPr>
            <a:spLocks noGrp="1"/>
          </p:cNvSpPr>
          <p:nvPr>
            <p:ph type="subTitle" idx="1" hasCustomPrompt="1"/>
          </p:nvPr>
        </p:nvSpPr>
        <p:spPr>
          <a:xfrm>
            <a:off x="7620799" y="685800"/>
            <a:ext cx="3809206" cy="530352"/>
          </a:xfrm>
          <a:prstGeom prst="rect">
            <a:avLst/>
          </a:prstGeom>
        </p:spPr>
        <p:txBody>
          <a:bodyPr lIns="0" tIns="0" rIns="0" bIns="0" anchor="t" anchorCtr="0">
            <a:noAutofit/>
          </a:bodyPr>
          <a:lstStyle>
            <a:lvl1pPr marL="0" indent="0" algn="l">
              <a:buNone/>
              <a:defRPr sz="2800">
                <a:solidFill>
                  <a:schemeClr val="bg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heading</a:t>
            </a:r>
          </a:p>
        </p:txBody>
      </p:sp>
      <p:sp>
        <p:nvSpPr>
          <p:cNvPr id="7" name="Text Placeholder 4">
            <a:extLst>
              <a:ext uri="{FF2B5EF4-FFF2-40B4-BE49-F238E27FC236}">
                <a16:creationId xmlns:a16="http://schemas.microsoft.com/office/drawing/2014/main" id="{D41B42D7-AAA3-834F-9B8B-AC9F156380D9}"/>
              </a:ext>
            </a:extLst>
          </p:cNvPr>
          <p:cNvSpPr>
            <a:spLocks noGrp="1"/>
          </p:cNvSpPr>
          <p:nvPr>
            <p:ph type="body" sz="quarter" idx="19"/>
          </p:nvPr>
        </p:nvSpPr>
        <p:spPr bwMode="white">
          <a:xfrm>
            <a:off x="7620000" y="1527175"/>
            <a:ext cx="3805238" cy="4565649"/>
          </a:xfrm>
          <a:prstGeom prst="rect">
            <a:avLst/>
          </a:prstGeom>
        </p:spPr>
        <p:txBody>
          <a:bodyPr lIns="0">
            <a:noAutofit/>
          </a:bodyPr>
          <a:lstStyle>
            <a:lvl1pPr marL="0" indent="0" algn="l">
              <a:spcBef>
                <a:spcPts val="600"/>
              </a:spcBef>
              <a:buNone/>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GB" noProof="0"/>
              <a:t>Click to edit Master text styles</a:t>
            </a:r>
          </a:p>
        </p:txBody>
      </p:sp>
      <p:sp>
        <p:nvSpPr>
          <p:cNvPr id="3" name="Footer Placeholder 2">
            <a:extLst>
              <a:ext uri="{FF2B5EF4-FFF2-40B4-BE49-F238E27FC236}">
                <a16:creationId xmlns:a16="http://schemas.microsoft.com/office/drawing/2014/main" id="{30639340-9B1C-0A20-7215-29AD885ACC1C}"/>
              </a:ext>
              <a:ext uri="{C183D7F6-B498-43B3-948B-1728B52AA6E4}">
                <adec:decorative xmlns:adec="http://schemas.microsoft.com/office/drawing/2017/decorative" val="1"/>
              </a:ext>
            </a:extLst>
          </p:cNvPr>
          <p:cNvSpPr>
            <a:spLocks noGrp="1"/>
          </p:cNvSpPr>
          <p:nvPr userDrawn="1">
            <p:ph type="ftr" sz="quarter" idx="24"/>
          </p:nvPr>
        </p:nvSpPr>
        <p:spPr/>
        <p:txBody>
          <a:bodyPr/>
          <a:lstStyle/>
          <a:p>
            <a:endParaRPr lang="en-US" noProof="0"/>
          </a:p>
        </p:txBody>
      </p:sp>
      <p:sp>
        <p:nvSpPr>
          <p:cNvPr id="9" name="Slide Number Placeholder 7">
            <a:extLst>
              <a:ext uri="{FF2B5EF4-FFF2-40B4-BE49-F238E27FC236}">
                <a16:creationId xmlns:a16="http://schemas.microsoft.com/office/drawing/2014/main" id="{D6B8EBC4-0CDD-D5F8-B384-BBC3DE200CB1}"/>
              </a:ext>
              <a:ext uri="{C183D7F6-B498-43B3-948B-1728B52AA6E4}">
                <adec:decorative xmlns:adec="http://schemas.microsoft.com/office/drawing/2017/decorative" val="1"/>
              </a:ext>
            </a:extLst>
          </p:cNvPr>
          <p:cNvSpPr>
            <a:spLocks noGrp="1"/>
          </p:cNvSpPr>
          <p:nvPr userDrawn="1">
            <p:ph type="sldNum" sz="quarter" idx="23"/>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666488075"/>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Horizontal split top gradient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54EDF-CC0A-47BA-810E-F78AECA13876}"/>
              </a:ext>
            </a:extLst>
          </p:cNvPr>
          <p:cNvSpPr>
            <a:spLocks noGrp="1"/>
          </p:cNvSpPr>
          <p:nvPr>
            <p:ph type="title" hasCustomPrompt="1"/>
          </p:nvPr>
        </p:nvSpPr>
        <p:spPr>
          <a:xfrm>
            <a:off x="766763" y="682513"/>
            <a:ext cx="10658475" cy="1904770"/>
          </a:xfrm>
        </p:spPr>
        <p:txBody>
          <a:bodyPr>
            <a:noAutofit/>
          </a:bodyPr>
          <a:lstStyle>
            <a:lvl1pPr>
              <a:defRPr sz="2800">
                <a:solidFill>
                  <a:schemeClr val="bg1"/>
                </a:solidFill>
              </a:defRPr>
            </a:lvl1pPr>
          </a:lstStyle>
          <a:p>
            <a:r>
              <a:rPr lang="en-US" noProof="0"/>
              <a:t>Click to add slide title or text. Adjust font size as needed.</a:t>
            </a:r>
          </a:p>
        </p:txBody>
      </p:sp>
      <p:sp>
        <p:nvSpPr>
          <p:cNvPr id="6" name="Text Placeholder 7">
            <a:extLst>
              <a:ext uri="{FF2B5EF4-FFF2-40B4-BE49-F238E27FC236}">
                <a16:creationId xmlns:a16="http://schemas.microsoft.com/office/drawing/2014/main" id="{8B55AD79-E89E-F94C-8E6E-47E81BAAFE81}"/>
              </a:ext>
            </a:extLst>
          </p:cNvPr>
          <p:cNvSpPr>
            <a:spLocks noGrp="1"/>
          </p:cNvSpPr>
          <p:nvPr>
            <p:ph type="body" sz="quarter" idx="20" hasCustomPrompt="1"/>
          </p:nvPr>
        </p:nvSpPr>
        <p:spPr>
          <a:xfrm>
            <a:off x="766763" y="3429000"/>
            <a:ext cx="3043237" cy="2663825"/>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Insert text here</a:t>
            </a:r>
          </a:p>
        </p:txBody>
      </p:sp>
      <p:sp>
        <p:nvSpPr>
          <p:cNvPr id="8" name="Text Placeholder 8">
            <a:extLst>
              <a:ext uri="{FF2B5EF4-FFF2-40B4-BE49-F238E27FC236}">
                <a16:creationId xmlns:a16="http://schemas.microsoft.com/office/drawing/2014/main" id="{2BA1CE38-9517-C04D-BD3C-785CE4AAB523}"/>
              </a:ext>
            </a:extLst>
          </p:cNvPr>
          <p:cNvSpPr>
            <a:spLocks noGrp="1"/>
          </p:cNvSpPr>
          <p:nvPr>
            <p:ph type="body" sz="quarter" idx="22" hasCustomPrompt="1"/>
          </p:nvPr>
        </p:nvSpPr>
        <p:spPr>
          <a:xfrm>
            <a:off x="4573588" y="3429000"/>
            <a:ext cx="3044952"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Insert text here</a:t>
            </a:r>
          </a:p>
        </p:txBody>
      </p:sp>
      <p:sp>
        <p:nvSpPr>
          <p:cNvPr id="7" name="Text Placeholder 9">
            <a:extLst>
              <a:ext uri="{FF2B5EF4-FFF2-40B4-BE49-F238E27FC236}">
                <a16:creationId xmlns:a16="http://schemas.microsoft.com/office/drawing/2014/main" id="{490C4A5E-806F-B449-9FC2-674DB43D3774}"/>
              </a:ext>
            </a:extLst>
          </p:cNvPr>
          <p:cNvSpPr>
            <a:spLocks noGrp="1"/>
          </p:cNvSpPr>
          <p:nvPr>
            <p:ph type="body" sz="quarter" idx="21" hasCustomPrompt="1"/>
          </p:nvPr>
        </p:nvSpPr>
        <p:spPr>
          <a:xfrm>
            <a:off x="8382000" y="3429000"/>
            <a:ext cx="3044952"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Insert text here</a:t>
            </a:r>
          </a:p>
        </p:txBody>
      </p:sp>
      <p:sp>
        <p:nvSpPr>
          <p:cNvPr id="3" name="Footer Placeholder 2">
            <a:extLst>
              <a:ext uri="{FF2B5EF4-FFF2-40B4-BE49-F238E27FC236}">
                <a16:creationId xmlns:a16="http://schemas.microsoft.com/office/drawing/2014/main" id="{57F53EBC-FEBD-E00D-C4D7-27BB9D4120F1}"/>
              </a:ext>
              <a:ext uri="{C183D7F6-B498-43B3-948B-1728B52AA6E4}">
                <adec:decorative xmlns:adec="http://schemas.microsoft.com/office/drawing/2017/decorative" val="1"/>
              </a:ext>
            </a:extLst>
          </p:cNvPr>
          <p:cNvSpPr>
            <a:spLocks noGrp="1"/>
          </p:cNvSpPr>
          <p:nvPr>
            <p:ph type="ftr" sz="quarter" idx="26"/>
          </p:nvPr>
        </p:nvSpPr>
        <p:spPr/>
        <p:txBody>
          <a:bodyPr/>
          <a:lstStyle/>
          <a:p>
            <a:endParaRPr lang="en-US" noProof="0"/>
          </a:p>
        </p:txBody>
      </p:sp>
      <p:sp>
        <p:nvSpPr>
          <p:cNvPr id="11" name="Slide Number Placeholder 10">
            <a:extLst>
              <a:ext uri="{FF2B5EF4-FFF2-40B4-BE49-F238E27FC236}">
                <a16:creationId xmlns:a16="http://schemas.microsoft.com/office/drawing/2014/main" id="{EBAAF71B-23CB-7380-DA03-07C63C5EA22C}"/>
              </a:ext>
              <a:ext uri="{C183D7F6-B498-43B3-948B-1728B52AA6E4}">
                <adec:decorative xmlns:adec="http://schemas.microsoft.com/office/drawing/2017/decorative" val="1"/>
              </a:ext>
            </a:extLst>
          </p:cNvPr>
          <p:cNvSpPr>
            <a:spLocks noGrp="1"/>
          </p:cNvSpPr>
          <p:nvPr>
            <p:ph type="sldNum" sz="quarter" idx="25"/>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243605371"/>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quote highlight + cornerstone">
    <p:spTree>
      <p:nvGrpSpPr>
        <p:cNvPr id="1" name=""/>
        <p:cNvGrpSpPr/>
        <p:nvPr/>
      </p:nvGrpSpPr>
      <p:grpSpPr>
        <a:xfrm>
          <a:off x="0" y="0"/>
          <a:ext cx="0" cy="0"/>
          <a:chOff x="0" y="0"/>
          <a:chExt cx="0" cy="0"/>
        </a:xfrm>
      </p:grpSpPr>
      <p:pic>
        <p:nvPicPr>
          <p:cNvPr id="5" name="Picture 4" descr="A white squares on a white background&#10;&#10;Description automatically generated">
            <a:extLst>
              <a:ext uri="{FF2B5EF4-FFF2-40B4-BE49-F238E27FC236}">
                <a16:creationId xmlns:a16="http://schemas.microsoft.com/office/drawing/2014/main" id="{B637CFBE-1BEE-0A28-FB8A-11E7DEC0CE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1157"/>
          <a:stretch/>
        </p:blipFill>
        <p:spPr>
          <a:xfrm>
            <a:off x="0" y="0"/>
            <a:ext cx="12192000" cy="6092824"/>
          </a:xfrm>
          <a:prstGeom prst="rect">
            <a:avLst/>
          </a:prstGeom>
        </p:spPr>
      </p:pic>
      <p:sp>
        <p:nvSpPr>
          <p:cNvPr id="3" name="Footer Placeholder 2">
            <a:extLst>
              <a:ext uri="{FF2B5EF4-FFF2-40B4-BE49-F238E27FC236}">
                <a16:creationId xmlns:a16="http://schemas.microsoft.com/office/drawing/2014/main" id="{F639CDDF-687C-115B-E703-A2FAB903CC3E}"/>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8EA7E9BC-EFC9-B5E1-0268-54235BD02D54}"/>
              </a:ext>
            </a:extLst>
          </p:cNvPr>
          <p:cNvSpPr>
            <a:spLocks noGrp="1"/>
          </p:cNvSpPr>
          <p:nvPr>
            <p:ph type="sldNum" sz="quarter" idx="11"/>
          </p:nvPr>
        </p:nvSpPr>
        <p:spPr/>
        <p:txBody>
          <a:bodyPr/>
          <a:lstStyle/>
          <a:p>
            <a:fld id="{525A3C56-E491-49B2-93F3-63532DF516BC}" type="slidenum">
              <a:rPr lang="en-US" noProof="0" smtClean="0"/>
              <a:pPr/>
              <a:t>‹#›</a:t>
            </a:fld>
            <a:endParaRPr lang="en-US" noProof="0"/>
          </a:p>
        </p:txBody>
      </p:sp>
      <p:sp>
        <p:nvSpPr>
          <p:cNvPr id="7" name="Picture Placeholder 2" descr="Image placeholder. Click icon to add image. Images are available to download from the Brand Source image library.&#10;">
            <a:extLst>
              <a:ext uri="{FF2B5EF4-FFF2-40B4-BE49-F238E27FC236}">
                <a16:creationId xmlns:a16="http://schemas.microsoft.com/office/drawing/2014/main" id="{8E8A4A2E-5ACB-C38C-36BB-BCB8B194D1AC}"/>
              </a:ext>
              <a:ext uri="{C183D7F6-B498-43B3-948B-1728B52AA6E4}">
                <adec:decorative xmlns:adec="http://schemas.microsoft.com/office/drawing/2017/decorative" val="0"/>
              </a:ext>
            </a:extLst>
          </p:cNvPr>
          <p:cNvSpPr>
            <a:spLocks noGrp="1"/>
          </p:cNvSpPr>
          <p:nvPr>
            <p:ph type="pic" sz="quarter" idx="18" hasCustomPrompt="1"/>
          </p:nvPr>
        </p:nvSpPr>
        <p:spPr>
          <a:xfrm>
            <a:off x="6871989" y="765175"/>
            <a:ext cx="4553249" cy="4551892"/>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9" name="Title Placeholder 1">
            <a:extLst>
              <a:ext uri="{FF2B5EF4-FFF2-40B4-BE49-F238E27FC236}">
                <a16:creationId xmlns:a16="http://schemas.microsoft.com/office/drawing/2014/main" id="{2CE70C7F-7920-A2F9-41BF-F9917AC8A34F}"/>
              </a:ext>
            </a:extLst>
          </p:cNvPr>
          <p:cNvSpPr>
            <a:spLocks noGrp="1"/>
          </p:cNvSpPr>
          <p:nvPr>
            <p:ph type="title" hasCustomPrompt="1"/>
          </p:nvPr>
        </p:nvSpPr>
        <p:spPr>
          <a:xfrm>
            <a:off x="766764" y="765175"/>
            <a:ext cx="4567237" cy="4551892"/>
          </a:xfrm>
          <a:prstGeom prst="rect">
            <a:avLst/>
          </a:prstGeom>
        </p:spPr>
        <p:txBody>
          <a:bodyPr vert="horz" lIns="0" tIns="0" rIns="0" bIns="0" rtlCol="0" anchor="ctr" anchorCtr="0">
            <a:noAutofit/>
          </a:bodyPr>
          <a:lstStyle>
            <a:lvl1pPr>
              <a:defRPr sz="4000">
                <a:solidFill>
                  <a:schemeClr val="tx1"/>
                </a:solidFill>
              </a:defRPr>
            </a:lvl1pPr>
          </a:lstStyle>
          <a:p>
            <a:r>
              <a:rPr lang="en-US" noProof="0"/>
              <a:t>Click to add title</a:t>
            </a:r>
          </a:p>
        </p:txBody>
      </p:sp>
    </p:spTree>
    <p:extLst>
      <p:ext uri="{BB962C8B-B14F-4D97-AF65-F5344CB8AC3E}">
        <p14:creationId xmlns:p14="http://schemas.microsoft.com/office/powerpoint/2010/main" val="526234107"/>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quote highlight + image">
    <p:spTree>
      <p:nvGrpSpPr>
        <p:cNvPr id="1" name=""/>
        <p:cNvGrpSpPr/>
        <p:nvPr/>
      </p:nvGrpSpPr>
      <p:grpSpPr>
        <a:xfrm>
          <a:off x="0" y="0"/>
          <a:ext cx="0" cy="0"/>
          <a:chOff x="0" y="0"/>
          <a:chExt cx="0" cy="0"/>
        </a:xfrm>
      </p:grpSpPr>
      <p:pic>
        <p:nvPicPr>
          <p:cNvPr id="5" name="Picture 4" descr="A white squares on a white background&#10;&#10;Description automatically generated">
            <a:extLst>
              <a:ext uri="{FF2B5EF4-FFF2-40B4-BE49-F238E27FC236}">
                <a16:creationId xmlns:a16="http://schemas.microsoft.com/office/drawing/2014/main" id="{B637CFBE-1BEE-0A28-FB8A-11E7DEC0CE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1157"/>
          <a:stretch/>
        </p:blipFill>
        <p:spPr>
          <a:xfrm>
            <a:off x="0" y="0"/>
            <a:ext cx="12192000" cy="6092824"/>
          </a:xfrm>
          <a:prstGeom prst="rect">
            <a:avLst/>
          </a:prstGeom>
        </p:spPr>
      </p:pic>
      <p:sp>
        <p:nvSpPr>
          <p:cNvPr id="3" name="Footer Placeholder 2">
            <a:extLst>
              <a:ext uri="{FF2B5EF4-FFF2-40B4-BE49-F238E27FC236}">
                <a16:creationId xmlns:a16="http://schemas.microsoft.com/office/drawing/2014/main" id="{F639CDDF-687C-115B-E703-A2FAB903CC3E}"/>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8EA7E9BC-EFC9-B5E1-0268-54235BD02D54}"/>
              </a:ext>
            </a:extLst>
          </p:cNvPr>
          <p:cNvSpPr>
            <a:spLocks noGrp="1"/>
          </p:cNvSpPr>
          <p:nvPr>
            <p:ph type="sldNum" sz="quarter" idx="11"/>
          </p:nvPr>
        </p:nvSpPr>
        <p:spPr/>
        <p:txBody>
          <a:bodyPr/>
          <a:lstStyle/>
          <a:p>
            <a:fld id="{525A3C56-E491-49B2-93F3-63532DF516BC}" type="slidenum">
              <a:rPr lang="en-US" noProof="0" smtClean="0"/>
              <a:pPr/>
              <a:t>‹#›</a:t>
            </a:fld>
            <a:endParaRPr lang="en-US" noProof="0"/>
          </a:p>
        </p:txBody>
      </p:sp>
      <p:sp>
        <p:nvSpPr>
          <p:cNvPr id="7" name="Picture Placeholder 2" descr="Image placeholder. Click icon to add image. Images are available to download from the Brand Source image library.&#10;">
            <a:extLst>
              <a:ext uri="{FF2B5EF4-FFF2-40B4-BE49-F238E27FC236}">
                <a16:creationId xmlns:a16="http://schemas.microsoft.com/office/drawing/2014/main" id="{8E8A4A2E-5ACB-C38C-36BB-BCB8B194D1AC}"/>
              </a:ext>
              <a:ext uri="{C183D7F6-B498-43B3-948B-1728B52AA6E4}">
                <adec:decorative xmlns:adec="http://schemas.microsoft.com/office/drawing/2017/decorative" val="0"/>
              </a:ext>
            </a:extLst>
          </p:cNvPr>
          <p:cNvSpPr>
            <a:spLocks noGrp="1"/>
          </p:cNvSpPr>
          <p:nvPr>
            <p:ph type="pic" sz="quarter" idx="18" hasCustomPrompt="1"/>
          </p:nvPr>
        </p:nvSpPr>
        <p:spPr>
          <a:xfrm>
            <a:off x="6096001" y="-1360"/>
            <a:ext cx="6095999" cy="6094183"/>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9" name="Title Placeholder 1">
            <a:extLst>
              <a:ext uri="{FF2B5EF4-FFF2-40B4-BE49-F238E27FC236}">
                <a16:creationId xmlns:a16="http://schemas.microsoft.com/office/drawing/2014/main" id="{2CE70C7F-7920-A2F9-41BF-F9917AC8A34F}"/>
              </a:ext>
            </a:extLst>
          </p:cNvPr>
          <p:cNvSpPr>
            <a:spLocks noGrp="1"/>
          </p:cNvSpPr>
          <p:nvPr>
            <p:ph type="title" hasCustomPrompt="1"/>
          </p:nvPr>
        </p:nvSpPr>
        <p:spPr>
          <a:xfrm>
            <a:off x="766764" y="765175"/>
            <a:ext cx="4567237" cy="4561112"/>
          </a:xfrm>
          <a:prstGeom prst="rect">
            <a:avLst/>
          </a:prstGeom>
        </p:spPr>
        <p:txBody>
          <a:bodyPr vert="horz" lIns="0" tIns="0" rIns="0" bIns="0" rtlCol="0" anchor="ctr" anchorCtr="0">
            <a:noAutofit/>
          </a:bodyPr>
          <a:lstStyle>
            <a:lvl1pPr>
              <a:defRPr sz="4000">
                <a:solidFill>
                  <a:schemeClr val="tx1"/>
                </a:solidFill>
              </a:defRPr>
            </a:lvl1pPr>
          </a:lstStyle>
          <a:p>
            <a:r>
              <a:rPr lang="en-US" noProof="0"/>
              <a:t>Click to add title</a:t>
            </a:r>
          </a:p>
        </p:txBody>
      </p:sp>
    </p:spTree>
    <p:extLst>
      <p:ext uri="{BB962C8B-B14F-4D97-AF65-F5344CB8AC3E}">
        <p14:creationId xmlns:p14="http://schemas.microsoft.com/office/powerpoint/2010/main" val="2045935105"/>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quote gradient highlight + background image">
    <p:spTree>
      <p:nvGrpSpPr>
        <p:cNvPr id="1" name=""/>
        <p:cNvGrpSpPr/>
        <p:nvPr/>
      </p:nvGrpSpPr>
      <p:grpSpPr>
        <a:xfrm>
          <a:off x="0" y="0"/>
          <a:ext cx="0" cy="0"/>
          <a:chOff x="0" y="0"/>
          <a:chExt cx="0" cy="0"/>
        </a:xfrm>
      </p:grpSpPr>
      <p:sp>
        <p:nvSpPr>
          <p:cNvPr id="13" name="Title 10">
            <a:extLst>
              <a:ext uri="{FF2B5EF4-FFF2-40B4-BE49-F238E27FC236}">
                <a16:creationId xmlns:a16="http://schemas.microsoft.com/office/drawing/2014/main" id="{AD9D0227-5B54-05EA-03F4-4051C1E7D18F}"/>
              </a:ext>
            </a:extLst>
          </p:cNvPr>
          <p:cNvSpPr>
            <a:spLocks noGrp="1"/>
          </p:cNvSpPr>
          <p:nvPr>
            <p:ph type="title" hasCustomPrompt="1"/>
          </p:nvPr>
        </p:nvSpPr>
        <p:spPr>
          <a:xfrm>
            <a:off x="2558967" y="2339675"/>
            <a:ext cx="7074061" cy="1412112"/>
          </a:xfrm>
          <a:gradFill>
            <a:gsLst>
              <a:gs pos="55000">
                <a:srgbClr val="A82465"/>
              </a:gs>
              <a:gs pos="0">
                <a:srgbClr val="E31937"/>
              </a:gs>
              <a:gs pos="99000">
                <a:srgbClr val="5236AB"/>
              </a:gs>
            </a:gsLst>
            <a:lin ang="10800000" scaled="0"/>
          </a:gradFill>
        </p:spPr>
        <p:txBody>
          <a:bodyPr lIns="180000" tIns="180000" rIns="180000" bIns="180000" anchor="ctr">
            <a:normAutofit/>
          </a:bodyPr>
          <a:lstStyle>
            <a:lvl1pPr algn="ctr">
              <a:defRPr sz="3600">
                <a:solidFill>
                  <a:schemeClr val="bg1"/>
                </a:solidFill>
              </a:defRPr>
            </a:lvl1pPr>
          </a:lstStyle>
          <a:p>
            <a:pPr lvl="0"/>
            <a:r>
              <a:rPr lang="en-US" dirty="0"/>
              <a:t>Placeholder text which should </a:t>
            </a:r>
            <a:br>
              <a:rPr lang="en-US" dirty="0"/>
            </a:br>
            <a:r>
              <a:rPr lang="en-US" dirty="0"/>
              <a:t>only go on 2 lines. </a:t>
            </a:r>
            <a:endParaRPr lang="en-US" noProof="0" dirty="0"/>
          </a:p>
        </p:txBody>
      </p:sp>
      <p:sp>
        <p:nvSpPr>
          <p:cNvPr id="3" name="Footer Placeholder 2">
            <a:extLst>
              <a:ext uri="{FF2B5EF4-FFF2-40B4-BE49-F238E27FC236}">
                <a16:creationId xmlns:a16="http://schemas.microsoft.com/office/drawing/2014/main" id="{F639CDDF-687C-115B-E703-A2FAB903CC3E}"/>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8EA7E9BC-EFC9-B5E1-0268-54235BD02D54}"/>
              </a:ext>
            </a:extLst>
          </p:cNvPr>
          <p:cNvSpPr>
            <a:spLocks noGrp="1"/>
          </p:cNvSpPr>
          <p:nvPr>
            <p:ph type="sldNum" sz="quarter" idx="11"/>
          </p:nvPr>
        </p:nvSpPr>
        <p:spPr/>
        <p:txBody>
          <a:bodyPr/>
          <a:lstStyle/>
          <a:p>
            <a:fld id="{525A3C56-E491-49B2-93F3-63532DF516BC}" type="slidenum">
              <a:rPr lang="en-US" noProof="0" smtClean="0"/>
              <a:pPr/>
              <a:t>‹#›</a:t>
            </a:fld>
            <a:endParaRPr lang="en-US" noProof="0"/>
          </a:p>
        </p:txBody>
      </p:sp>
      <p:sp>
        <p:nvSpPr>
          <p:cNvPr id="7" name="Picture Placeholder 2" descr="Image placeholder. Click icon to add image. Images are available to download from the Brand Source image library.&#10;">
            <a:extLst>
              <a:ext uri="{FF2B5EF4-FFF2-40B4-BE49-F238E27FC236}">
                <a16:creationId xmlns:a16="http://schemas.microsoft.com/office/drawing/2014/main" id="{8E8A4A2E-5ACB-C38C-36BB-BCB8B194D1AC}"/>
              </a:ext>
              <a:ext uri="{C183D7F6-B498-43B3-948B-1728B52AA6E4}">
                <adec:decorative xmlns:adec="http://schemas.microsoft.com/office/drawing/2017/decorative" val="0"/>
              </a:ext>
            </a:extLst>
          </p:cNvPr>
          <p:cNvSpPr>
            <a:spLocks noGrp="1"/>
          </p:cNvSpPr>
          <p:nvPr>
            <p:ph type="pic" sz="quarter" idx="18" hasCustomPrompt="1"/>
          </p:nvPr>
        </p:nvSpPr>
        <p:spPr>
          <a:xfrm>
            <a:off x="1" y="-1360"/>
            <a:ext cx="12192000" cy="6094183"/>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dirty="0"/>
              <a:t>Click icon to add image. Images are available to download from the Brand Source image library  </a:t>
            </a:r>
            <a:r>
              <a:rPr lang="en-US" noProof="0" dirty="0" err="1"/>
              <a:t>brand.cgi.com</a:t>
            </a:r>
            <a:endParaRPr lang="en-US" noProof="0" dirty="0"/>
          </a:p>
        </p:txBody>
      </p:sp>
    </p:spTree>
    <p:extLst>
      <p:ext uri="{BB962C8B-B14F-4D97-AF65-F5344CB8AC3E}">
        <p14:creationId xmlns:p14="http://schemas.microsoft.com/office/powerpoint/2010/main" val="3042135150"/>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quote highlight x1 –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p:txBody>
          <a:bodyPr/>
          <a:lstStyle>
            <a:lvl1pPr>
              <a:defRPr/>
            </a:lvl1pPr>
          </a:lstStyle>
          <a:p>
            <a:r>
              <a:rPr lang="en-US" noProof="0"/>
              <a:t>Content highlight or quote slide (gradient B) – click to add title</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3" name="Text Placeholder 16">
            <a:extLst>
              <a:ext uri="{FF2B5EF4-FFF2-40B4-BE49-F238E27FC236}">
                <a16:creationId xmlns:a16="http://schemas.microsoft.com/office/drawing/2014/main" id="{0DB1B5D3-6859-6C6B-E3DF-5DC622276F4C}"/>
              </a:ext>
            </a:extLst>
          </p:cNvPr>
          <p:cNvSpPr>
            <a:spLocks noGrp="1"/>
          </p:cNvSpPr>
          <p:nvPr>
            <p:ph type="body" sz="quarter" idx="10" hasCustomPrompt="1"/>
          </p:nvPr>
        </p:nvSpPr>
        <p:spPr>
          <a:xfrm>
            <a:off x="1524000" y="1885950"/>
            <a:ext cx="9144000" cy="2867119"/>
          </a:xfrm>
          <a:prstGeom prst="rect">
            <a:avLst/>
          </a:prstGeom>
        </p:spPr>
        <p:txBody>
          <a:bodyPr lIns="0" tIns="0" rIns="0" bIns="0" anchor="ctr"/>
          <a:lstStyle>
            <a:lvl1pPr marL="0" indent="0" algn="ctr">
              <a:buFontTx/>
              <a:buNone/>
              <a:defRPr sz="2000"/>
            </a:lvl1pPr>
            <a:lvl2pPr algn="ctr">
              <a:defRPr/>
            </a:lvl2pPr>
            <a:lvl3pPr algn="ctr">
              <a:defRPr/>
            </a:lvl3pPr>
            <a:lvl4pPr algn="ctr">
              <a:defRPr/>
            </a:lvl4pPr>
            <a:lvl5pPr algn="ctr">
              <a:defRPr/>
            </a:lvl5pPr>
          </a:lstStyle>
          <a:p>
            <a:pPr lvl="0"/>
            <a:r>
              <a:rPr lang="en-US" noProof="0"/>
              <a:t>Insert the content or quote you are highlighting. Adjust font size as needed.</a:t>
            </a:r>
          </a:p>
        </p:txBody>
      </p:sp>
      <p:sp>
        <p:nvSpPr>
          <p:cNvPr id="4" name="Text Placeholder 14">
            <a:extLst>
              <a:ext uri="{FF2B5EF4-FFF2-40B4-BE49-F238E27FC236}">
                <a16:creationId xmlns:a16="http://schemas.microsoft.com/office/drawing/2014/main" id="{BB791BC8-F0FE-2616-919B-98764F09F15A}"/>
              </a:ext>
            </a:extLst>
          </p:cNvPr>
          <p:cNvSpPr>
            <a:spLocks noGrp="1"/>
          </p:cNvSpPr>
          <p:nvPr>
            <p:ph type="body" sz="quarter" idx="36" hasCustomPrompt="1"/>
          </p:nvPr>
        </p:nvSpPr>
        <p:spPr>
          <a:xfrm>
            <a:off x="1527048" y="5138118"/>
            <a:ext cx="9144000" cy="576072"/>
          </a:xfrm>
          <a:prstGeom prst="rect">
            <a:avLst/>
          </a:prstGeom>
        </p:spPr>
        <p:txBody>
          <a:bodyPr lIns="0" tIns="0" rIns="0" bIns="0"/>
          <a:lstStyle>
            <a:lvl1pPr marL="0" indent="0" algn="ctr">
              <a:spcBef>
                <a:spcPts val="0"/>
              </a:spcBef>
              <a:buNone/>
              <a:defRPr sz="1400" b="1"/>
            </a:lvl1pPr>
            <a:lvl2pPr marL="457200" indent="-404813" algn="ctr">
              <a:spcBef>
                <a:spcPts val="0"/>
              </a:spcBef>
              <a:buNone/>
              <a:defRPr sz="1400"/>
            </a:lvl2pPr>
            <a:lvl3pPr marL="914400" indent="0" algn="ctr">
              <a:buNone/>
              <a:defRPr/>
            </a:lvl3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2A99AD4F-D74A-4820-4319-6DB76168A418}"/>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CD42F6D3-4133-F9EA-4552-E6BFB5CB247C}"/>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774744162"/>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quote highlight x2 –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4662ABA-4613-5517-1858-CCDBEE9BA50F}"/>
              </a:ext>
            </a:extLst>
          </p:cNvPr>
          <p:cNvSpPr>
            <a:spLocks noGrp="1"/>
          </p:cNvSpPr>
          <p:nvPr>
            <p:ph type="title" hasCustomPrompt="1"/>
          </p:nvPr>
        </p:nvSpPr>
        <p:spPr>
          <a:noFill/>
        </p:spPr>
        <p:txBody>
          <a:bodyPr/>
          <a:lstStyle>
            <a:lvl1pPr>
              <a:defRPr/>
            </a:lvl1pPr>
          </a:lstStyle>
          <a:p>
            <a:r>
              <a:rPr lang="en-US" noProof="0"/>
              <a:t>Content highlight or quote x2 slide (gradient A) – click to add title</a:t>
            </a:r>
          </a:p>
        </p:txBody>
      </p:sp>
      <p:grpSp>
        <p:nvGrpSpPr>
          <p:cNvPr id="6" name="Gradient bars">
            <a:extLst>
              <a:ext uri="{FF2B5EF4-FFF2-40B4-BE49-F238E27FC236}">
                <a16:creationId xmlns:a16="http://schemas.microsoft.com/office/drawing/2014/main" id="{132EFB05-0B4B-4E83-CE7C-BB68154D3716}"/>
              </a:ext>
              <a:ext uri="{C183D7F6-B498-43B3-948B-1728B52AA6E4}">
                <adec:decorative xmlns:adec="http://schemas.microsoft.com/office/drawing/2017/decorative" val="1"/>
              </a:ext>
            </a:extLst>
          </p:cNvPr>
          <p:cNvGrpSpPr>
            <a:grpSpLocks/>
          </p:cNvGrpSpPr>
          <p:nvPr userDrawn="1"/>
        </p:nvGrpSpPr>
        <p:grpSpPr>
          <a:xfrm>
            <a:off x="762000" y="1527975"/>
            <a:ext cx="6461051" cy="72000"/>
            <a:chOff x="762000" y="1478280"/>
            <a:chExt cx="6461051" cy="72000"/>
          </a:xfrm>
        </p:grpSpPr>
        <p:sp>
          <p:nvSpPr>
            <p:cNvPr id="14" name="Rectangle 13"/>
            <p:cNvSpPr>
              <a:spLocks/>
            </p:cNvSpPr>
            <p:nvPr/>
          </p:nvSpPr>
          <p:spPr bwMode="gray">
            <a:xfrm>
              <a:off x="762000" y="1478280"/>
              <a:ext cx="762000" cy="72000"/>
            </a:xfrm>
            <a:prstGeom prst="rect">
              <a:avLst/>
            </a:prstGeom>
            <a:gradFill>
              <a:gsLst>
                <a:gs pos="100000">
                  <a:srgbClr val="5236AB"/>
                </a:gs>
                <a:gs pos="0">
                  <a:srgbClr val="E31937"/>
                </a:gs>
                <a:gs pos="60000">
                  <a:srgbClr val="A82465"/>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1" name="Rectangle 20"/>
            <p:cNvSpPr>
              <a:spLocks/>
            </p:cNvSpPr>
            <p:nvPr/>
          </p:nvSpPr>
          <p:spPr bwMode="gray">
            <a:xfrm>
              <a:off x="6461051" y="1478280"/>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gr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762543" y="1885950"/>
            <a:ext cx="4964186"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marL="0" marR="0" lvl="0" indent="0" algn="l" defTabSz="914400" rtl="0" eaLnBrk="1" fontAlgn="auto" latinLnBrk="0" hangingPunct="1">
              <a:lnSpc>
                <a:spcPct val="100000"/>
              </a:lnSpc>
              <a:spcBef>
                <a:spcPct val="20000"/>
              </a:spcBef>
              <a:spcAft>
                <a:spcPts val="0"/>
              </a:spcAft>
              <a:buClrTx/>
              <a:buSzTx/>
              <a:buFontTx/>
              <a:buNone/>
              <a:tabLst/>
              <a:defRPr/>
            </a:pPr>
            <a:r>
              <a:rPr lang="en-US" noProof="0"/>
              <a:t>Insert content or quote</a:t>
            </a:r>
          </a:p>
        </p:txBody>
      </p:sp>
      <p:sp>
        <p:nvSpPr>
          <p:cNvPr id="15" name="Text Placeholder 23"/>
          <p:cNvSpPr>
            <a:spLocks noGrp="1"/>
          </p:cNvSpPr>
          <p:nvPr>
            <p:ph type="body" sz="quarter" idx="32" hasCustomPrompt="1"/>
          </p:nvPr>
        </p:nvSpPr>
        <p:spPr>
          <a:xfrm>
            <a:off x="762543"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0" name="Text Placeholder 16">
            <a:extLst>
              <a:ext uri="{FF2B5EF4-FFF2-40B4-BE49-F238E27FC236}">
                <a16:creationId xmlns:a16="http://schemas.microsoft.com/office/drawing/2014/main" id="{3F66BB57-CD32-9246-EBE9-D2ACB62844AD}"/>
              </a:ext>
            </a:extLst>
          </p:cNvPr>
          <p:cNvSpPr>
            <a:spLocks noGrp="1"/>
          </p:cNvSpPr>
          <p:nvPr>
            <p:ph type="body" sz="quarter" idx="33" hasCustomPrompt="1"/>
          </p:nvPr>
        </p:nvSpPr>
        <p:spPr>
          <a:xfrm>
            <a:off x="6465815" y="1885950"/>
            <a:ext cx="4958879"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lvl="0"/>
            <a:r>
              <a:rPr lang="en-US" noProof="0"/>
              <a:t>Insert content or quote</a:t>
            </a:r>
          </a:p>
        </p:txBody>
      </p:sp>
      <p:sp>
        <p:nvSpPr>
          <p:cNvPr id="22" name="Text Placeholder 23"/>
          <p:cNvSpPr>
            <a:spLocks noGrp="1"/>
          </p:cNvSpPr>
          <p:nvPr>
            <p:ph type="body" sz="quarter" idx="34" hasCustomPrompt="1"/>
          </p:nvPr>
        </p:nvSpPr>
        <p:spPr>
          <a:xfrm>
            <a:off x="6461051"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757AA364-470E-4D86-F1C1-FB7DE380012A}"/>
              </a:ext>
              <a:ext uri="{C183D7F6-B498-43B3-948B-1728B52AA6E4}">
                <adec:decorative xmlns:adec="http://schemas.microsoft.com/office/drawing/2017/decorative" val="1"/>
              </a:ext>
            </a:extLst>
          </p:cNvPr>
          <p:cNvSpPr>
            <a:spLocks noGrp="1"/>
          </p:cNvSpPr>
          <p:nvPr userDrawn="1">
            <p:ph type="ftr" sz="quarter" idx="38"/>
          </p:nvPr>
        </p:nvSpPr>
        <p:spPr/>
        <p:txBody>
          <a:bodyPr/>
          <a:lstStyle/>
          <a:p>
            <a:endParaRPr lang="en-US" noProof="0"/>
          </a:p>
        </p:txBody>
      </p:sp>
      <p:sp>
        <p:nvSpPr>
          <p:cNvPr id="10" name="Slide Number Placeholder 9">
            <a:extLst>
              <a:ext uri="{FF2B5EF4-FFF2-40B4-BE49-F238E27FC236}">
                <a16:creationId xmlns:a16="http://schemas.microsoft.com/office/drawing/2014/main" id="{698C9F38-F41D-AE21-D76C-1AE47F026318}"/>
              </a:ext>
              <a:ext uri="{C183D7F6-B498-43B3-948B-1728B52AA6E4}">
                <adec:decorative xmlns:adec="http://schemas.microsoft.com/office/drawing/2017/decorative" val="1"/>
              </a:ext>
            </a:extLst>
          </p:cNvPr>
          <p:cNvSpPr>
            <a:spLocks noGrp="1"/>
          </p:cNvSpPr>
          <p:nvPr userDrawn="1">
            <p:ph type="sldNum" sz="quarter" idx="37"/>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148225666"/>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quote highlight x2 –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4662ABA-4613-5517-1858-CCDBEE9BA50F}"/>
              </a:ext>
            </a:extLst>
          </p:cNvPr>
          <p:cNvSpPr>
            <a:spLocks noGrp="1"/>
          </p:cNvSpPr>
          <p:nvPr>
            <p:ph type="title" hasCustomPrompt="1"/>
          </p:nvPr>
        </p:nvSpPr>
        <p:spPr>
          <a:noFill/>
        </p:spPr>
        <p:txBody>
          <a:bodyPr/>
          <a:lstStyle>
            <a:lvl1pPr>
              <a:defRPr/>
            </a:lvl1pPr>
          </a:lstStyle>
          <a:p>
            <a:r>
              <a:rPr lang="en-US" noProof="0"/>
              <a:t>Content highlight or quote x2 slide (gradient B) – click to add title</a:t>
            </a:r>
          </a:p>
        </p:txBody>
      </p:sp>
      <p:grpSp>
        <p:nvGrpSpPr>
          <p:cNvPr id="6" name="Gradient bars">
            <a:extLst>
              <a:ext uri="{FF2B5EF4-FFF2-40B4-BE49-F238E27FC236}">
                <a16:creationId xmlns:a16="http://schemas.microsoft.com/office/drawing/2014/main" id="{132EFB05-0B4B-4E83-CE7C-BB68154D3716}"/>
              </a:ext>
              <a:ext uri="{C183D7F6-B498-43B3-948B-1728B52AA6E4}">
                <adec:decorative xmlns:adec="http://schemas.microsoft.com/office/drawing/2017/decorative" val="1"/>
              </a:ext>
            </a:extLst>
          </p:cNvPr>
          <p:cNvGrpSpPr>
            <a:grpSpLocks/>
          </p:cNvGrpSpPr>
          <p:nvPr userDrawn="1"/>
        </p:nvGrpSpPr>
        <p:grpSpPr>
          <a:xfrm>
            <a:off x="762000" y="1527975"/>
            <a:ext cx="6461051" cy="72000"/>
            <a:chOff x="762000" y="1478280"/>
            <a:chExt cx="6461051" cy="72000"/>
          </a:xfrm>
        </p:grpSpPr>
        <p:sp>
          <p:nvSpPr>
            <p:cNvPr id="14" name="Rectangle 13"/>
            <p:cNvSpPr>
              <a:spLocks/>
            </p:cNvSpPr>
            <p:nvPr/>
          </p:nvSpPr>
          <p:spPr bwMode="gray">
            <a:xfrm>
              <a:off x="762000" y="1478280"/>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1" name="Rectangle 20"/>
            <p:cNvSpPr>
              <a:spLocks/>
            </p:cNvSpPr>
            <p:nvPr/>
          </p:nvSpPr>
          <p:spPr bwMode="gray">
            <a:xfrm>
              <a:off x="6461051" y="1478280"/>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gr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762543" y="1885950"/>
            <a:ext cx="4964186"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marL="0" marR="0" lvl="0" indent="0" algn="l" defTabSz="914400" rtl="0" eaLnBrk="1" fontAlgn="auto" latinLnBrk="0" hangingPunct="1">
              <a:lnSpc>
                <a:spcPct val="100000"/>
              </a:lnSpc>
              <a:spcBef>
                <a:spcPct val="20000"/>
              </a:spcBef>
              <a:spcAft>
                <a:spcPts val="0"/>
              </a:spcAft>
              <a:buClrTx/>
              <a:buSzTx/>
              <a:buFontTx/>
              <a:buNone/>
              <a:tabLst/>
              <a:defRPr/>
            </a:pPr>
            <a:r>
              <a:rPr lang="en-US" noProof="0"/>
              <a:t>Insert content or quote</a:t>
            </a:r>
          </a:p>
        </p:txBody>
      </p:sp>
      <p:sp>
        <p:nvSpPr>
          <p:cNvPr id="15" name="Text Placeholder 23"/>
          <p:cNvSpPr>
            <a:spLocks noGrp="1"/>
          </p:cNvSpPr>
          <p:nvPr>
            <p:ph type="body" sz="quarter" idx="32" hasCustomPrompt="1"/>
          </p:nvPr>
        </p:nvSpPr>
        <p:spPr>
          <a:xfrm>
            <a:off x="762543"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0" name="Text Placeholder 16">
            <a:extLst>
              <a:ext uri="{FF2B5EF4-FFF2-40B4-BE49-F238E27FC236}">
                <a16:creationId xmlns:a16="http://schemas.microsoft.com/office/drawing/2014/main" id="{3F66BB57-CD32-9246-EBE9-D2ACB62844AD}"/>
              </a:ext>
            </a:extLst>
          </p:cNvPr>
          <p:cNvSpPr>
            <a:spLocks noGrp="1"/>
          </p:cNvSpPr>
          <p:nvPr>
            <p:ph type="body" sz="quarter" idx="33" hasCustomPrompt="1"/>
          </p:nvPr>
        </p:nvSpPr>
        <p:spPr>
          <a:xfrm>
            <a:off x="6465815" y="1885950"/>
            <a:ext cx="4958879"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lvl="0"/>
            <a:r>
              <a:rPr lang="en-US" noProof="0"/>
              <a:t>Insert content or quote</a:t>
            </a:r>
          </a:p>
        </p:txBody>
      </p:sp>
      <p:sp>
        <p:nvSpPr>
          <p:cNvPr id="22" name="Text Placeholder 23"/>
          <p:cNvSpPr>
            <a:spLocks noGrp="1"/>
          </p:cNvSpPr>
          <p:nvPr>
            <p:ph type="body" sz="quarter" idx="34" hasCustomPrompt="1"/>
          </p:nvPr>
        </p:nvSpPr>
        <p:spPr>
          <a:xfrm>
            <a:off x="6461051"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757AA364-470E-4D86-F1C1-FB7DE380012A}"/>
              </a:ext>
              <a:ext uri="{C183D7F6-B498-43B3-948B-1728B52AA6E4}">
                <adec:decorative xmlns:adec="http://schemas.microsoft.com/office/drawing/2017/decorative" val="1"/>
              </a:ext>
            </a:extLst>
          </p:cNvPr>
          <p:cNvSpPr>
            <a:spLocks noGrp="1"/>
          </p:cNvSpPr>
          <p:nvPr userDrawn="1">
            <p:ph type="ftr" sz="quarter" idx="38"/>
          </p:nvPr>
        </p:nvSpPr>
        <p:spPr/>
        <p:txBody>
          <a:bodyPr/>
          <a:lstStyle/>
          <a:p>
            <a:endParaRPr lang="en-US" noProof="0"/>
          </a:p>
        </p:txBody>
      </p:sp>
      <p:sp>
        <p:nvSpPr>
          <p:cNvPr id="10" name="Slide Number Placeholder 9">
            <a:extLst>
              <a:ext uri="{FF2B5EF4-FFF2-40B4-BE49-F238E27FC236}">
                <a16:creationId xmlns:a16="http://schemas.microsoft.com/office/drawing/2014/main" id="{698C9F38-F41D-AE21-D76C-1AE47F026318}"/>
              </a:ext>
              <a:ext uri="{C183D7F6-B498-43B3-948B-1728B52AA6E4}">
                <adec:decorative xmlns:adec="http://schemas.microsoft.com/office/drawing/2017/decorative" val="1"/>
              </a:ext>
            </a:extLst>
          </p:cNvPr>
          <p:cNvSpPr>
            <a:spLocks noGrp="1"/>
          </p:cNvSpPr>
          <p:nvPr userDrawn="1">
            <p:ph type="sldNum" sz="quarter" idx="37"/>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251173522"/>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quote highlight x3 –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59CC2FE-7DC0-0C55-57D3-1AECA26390C2}"/>
              </a:ext>
            </a:extLst>
          </p:cNvPr>
          <p:cNvSpPr>
            <a:spLocks noGrp="1"/>
          </p:cNvSpPr>
          <p:nvPr userDrawn="1">
            <p:ph type="title" hasCustomPrompt="1"/>
          </p:nvPr>
        </p:nvSpPr>
        <p:spPr/>
        <p:txBody>
          <a:bodyPr/>
          <a:lstStyle>
            <a:lvl1pPr>
              <a:defRPr/>
            </a:lvl1pPr>
          </a:lstStyle>
          <a:p>
            <a:r>
              <a:rPr lang="en-US" noProof="0"/>
              <a:t>Content highlight or quote x3 slide (gradient A) – click to add title</a:t>
            </a:r>
          </a:p>
        </p:txBody>
      </p:sp>
      <p:sp>
        <p:nvSpPr>
          <p:cNvPr id="14" name="Rectangle 13">
            <a:extLst>
              <a:ext uri="{C183D7F6-B498-43B3-948B-1728B52AA6E4}">
                <adec:decorative xmlns:adec="http://schemas.microsoft.com/office/drawing/2017/decorative" val="1"/>
              </a:ext>
            </a:extLst>
          </p:cNvPr>
          <p:cNvSpPr>
            <a:spLocks/>
          </p:cNvSpPr>
          <p:nvPr/>
        </p:nvSpPr>
        <p:spPr bwMode="gray">
          <a:xfrm>
            <a:off x="762000" y="1527975"/>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8" name="Rectangle 27">
            <a:extLst>
              <a:ext uri="{C183D7F6-B498-43B3-948B-1728B52AA6E4}">
                <adec:decorative xmlns:adec="http://schemas.microsoft.com/office/drawing/2017/decorative" val="1"/>
              </a:ext>
            </a:extLst>
          </p:cNvPr>
          <p:cNvSpPr>
            <a:spLocks/>
          </p:cNvSpPr>
          <p:nvPr/>
        </p:nvSpPr>
        <p:spPr bwMode="gray">
          <a:xfrm>
            <a:off x="4572000" y="1527975"/>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31" name="Rectangle 30">
            <a:extLst>
              <a:ext uri="{C183D7F6-B498-43B3-948B-1728B52AA6E4}">
                <adec:decorative xmlns:adec="http://schemas.microsoft.com/office/drawing/2017/decorative" val="1"/>
              </a:ext>
            </a:extLst>
          </p:cNvPr>
          <p:cNvSpPr>
            <a:spLocks/>
          </p:cNvSpPr>
          <p:nvPr/>
        </p:nvSpPr>
        <p:spPr bwMode="gray">
          <a:xfrm>
            <a:off x="8382000" y="1527975"/>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userDrawn="1">
            <p:ph type="body" sz="quarter" idx="10" hasCustomPrompt="1"/>
          </p:nvPr>
        </p:nvSpPr>
        <p:spPr>
          <a:xfrm>
            <a:off x="76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15" name="Text Placeholder 23"/>
          <p:cNvSpPr>
            <a:spLocks noGrp="1"/>
          </p:cNvSpPr>
          <p:nvPr userDrawn="1">
            <p:ph type="body" sz="quarter" idx="32" hasCustomPrompt="1"/>
          </p:nvPr>
        </p:nvSpPr>
        <p:spPr>
          <a:xfrm>
            <a:off x="768096"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7" name="Text Placeholder 16">
            <a:extLst>
              <a:ext uri="{FF2B5EF4-FFF2-40B4-BE49-F238E27FC236}">
                <a16:creationId xmlns:a16="http://schemas.microsoft.com/office/drawing/2014/main" id="{3F66BB57-CD32-9246-EBE9-D2ACB62844AD}"/>
              </a:ext>
            </a:extLst>
          </p:cNvPr>
          <p:cNvSpPr>
            <a:spLocks noGrp="1"/>
          </p:cNvSpPr>
          <p:nvPr userDrawn="1">
            <p:ph type="body" sz="quarter" idx="33" hasCustomPrompt="1"/>
          </p:nvPr>
        </p:nvSpPr>
        <p:spPr>
          <a:xfrm>
            <a:off x="457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29" name="Text Placeholder 23"/>
          <p:cNvSpPr>
            <a:spLocks noGrp="1"/>
          </p:cNvSpPr>
          <p:nvPr userDrawn="1">
            <p:ph type="body" sz="quarter" idx="34" hasCustomPrompt="1"/>
          </p:nvPr>
        </p:nvSpPr>
        <p:spPr>
          <a:xfrm>
            <a:off x="457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30" name="Text Placeholder 16">
            <a:extLst>
              <a:ext uri="{FF2B5EF4-FFF2-40B4-BE49-F238E27FC236}">
                <a16:creationId xmlns:a16="http://schemas.microsoft.com/office/drawing/2014/main" id="{3F66BB57-CD32-9246-EBE9-D2ACB62844AD}"/>
              </a:ext>
            </a:extLst>
          </p:cNvPr>
          <p:cNvSpPr>
            <a:spLocks noGrp="1"/>
          </p:cNvSpPr>
          <p:nvPr userDrawn="1">
            <p:ph type="body" sz="quarter" idx="35" hasCustomPrompt="1"/>
          </p:nvPr>
        </p:nvSpPr>
        <p:spPr>
          <a:xfrm>
            <a:off x="838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32" name="Text Placeholder 23"/>
          <p:cNvSpPr>
            <a:spLocks noGrp="1"/>
          </p:cNvSpPr>
          <p:nvPr userDrawn="1">
            <p:ph type="body" sz="quarter" idx="36" hasCustomPrompt="1"/>
          </p:nvPr>
        </p:nvSpPr>
        <p:spPr>
          <a:xfrm>
            <a:off x="838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0F49658A-2F6C-F5A8-B9F7-B19CFE7D22DC}"/>
              </a:ext>
              <a:ext uri="{C183D7F6-B498-43B3-948B-1728B52AA6E4}">
                <adec:decorative xmlns:adec="http://schemas.microsoft.com/office/drawing/2017/decorative" val="1"/>
              </a:ext>
            </a:extLst>
          </p:cNvPr>
          <p:cNvSpPr>
            <a:spLocks noGrp="1"/>
          </p:cNvSpPr>
          <p:nvPr userDrawn="1">
            <p:ph type="ftr" sz="quarter" idx="40"/>
          </p:nvPr>
        </p:nvSpPr>
        <p:spPr/>
        <p:txBody>
          <a:bodyPr/>
          <a:lstStyle/>
          <a:p>
            <a:endParaRPr lang="en-US" noProof="0"/>
          </a:p>
        </p:txBody>
      </p:sp>
      <p:sp>
        <p:nvSpPr>
          <p:cNvPr id="10" name="Slide Number Placeholder 9">
            <a:extLst>
              <a:ext uri="{FF2B5EF4-FFF2-40B4-BE49-F238E27FC236}">
                <a16:creationId xmlns:a16="http://schemas.microsoft.com/office/drawing/2014/main" id="{04C76036-CCBD-B710-E69C-84F20C3664F9}"/>
              </a:ext>
              <a:ext uri="{C183D7F6-B498-43B3-948B-1728B52AA6E4}">
                <adec:decorative xmlns:adec="http://schemas.microsoft.com/office/drawing/2017/decorative" val="1"/>
              </a:ext>
            </a:extLst>
          </p:cNvPr>
          <p:cNvSpPr>
            <a:spLocks noGrp="1"/>
          </p:cNvSpPr>
          <p:nvPr userDrawn="1">
            <p:ph type="sldNum" sz="quarter" idx="39"/>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208640807"/>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quote highlight x3 –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59CC2FE-7DC0-0C55-57D3-1AECA26390C2}"/>
              </a:ext>
            </a:extLst>
          </p:cNvPr>
          <p:cNvSpPr>
            <a:spLocks noGrp="1"/>
          </p:cNvSpPr>
          <p:nvPr userDrawn="1">
            <p:ph type="title" hasCustomPrompt="1"/>
          </p:nvPr>
        </p:nvSpPr>
        <p:spPr/>
        <p:txBody>
          <a:bodyPr/>
          <a:lstStyle>
            <a:lvl1pPr>
              <a:defRPr/>
            </a:lvl1pPr>
          </a:lstStyle>
          <a:p>
            <a:r>
              <a:rPr lang="en-US" noProof="0"/>
              <a:t>Content highlight or quote x3 slide (gradient B) – click to add title</a:t>
            </a:r>
          </a:p>
        </p:txBody>
      </p:sp>
      <p:sp>
        <p:nvSpPr>
          <p:cNvPr id="14" name="Rectangle 13">
            <a:extLst>
              <a:ext uri="{C183D7F6-B498-43B3-948B-1728B52AA6E4}">
                <adec:decorative xmlns:adec="http://schemas.microsoft.com/office/drawing/2017/decorative" val="1"/>
              </a:ext>
            </a:extLst>
          </p:cNvPr>
          <p:cNvSpPr>
            <a:spLocks/>
          </p:cNvSpPr>
          <p:nvPr/>
        </p:nvSpPr>
        <p:spPr bwMode="gray">
          <a:xfrm>
            <a:off x="762000"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8" name="Rectangle 27">
            <a:extLst>
              <a:ext uri="{C183D7F6-B498-43B3-948B-1728B52AA6E4}">
                <adec:decorative xmlns:adec="http://schemas.microsoft.com/office/drawing/2017/decorative" val="1"/>
              </a:ext>
            </a:extLst>
          </p:cNvPr>
          <p:cNvSpPr>
            <a:spLocks/>
          </p:cNvSpPr>
          <p:nvPr/>
        </p:nvSpPr>
        <p:spPr bwMode="gray">
          <a:xfrm>
            <a:off x="4572000"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31" name="Rectangle 30">
            <a:extLst>
              <a:ext uri="{C183D7F6-B498-43B3-948B-1728B52AA6E4}">
                <adec:decorative xmlns:adec="http://schemas.microsoft.com/office/drawing/2017/decorative" val="1"/>
              </a:ext>
            </a:extLst>
          </p:cNvPr>
          <p:cNvSpPr>
            <a:spLocks/>
          </p:cNvSpPr>
          <p:nvPr/>
        </p:nvSpPr>
        <p:spPr bwMode="gray">
          <a:xfrm>
            <a:off x="8382000"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userDrawn="1">
            <p:ph type="body" sz="quarter" idx="10" hasCustomPrompt="1"/>
          </p:nvPr>
        </p:nvSpPr>
        <p:spPr>
          <a:xfrm>
            <a:off x="76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15" name="Text Placeholder 23"/>
          <p:cNvSpPr>
            <a:spLocks noGrp="1"/>
          </p:cNvSpPr>
          <p:nvPr userDrawn="1">
            <p:ph type="body" sz="quarter" idx="32" hasCustomPrompt="1"/>
          </p:nvPr>
        </p:nvSpPr>
        <p:spPr>
          <a:xfrm>
            <a:off x="768096"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7" name="Text Placeholder 16">
            <a:extLst>
              <a:ext uri="{FF2B5EF4-FFF2-40B4-BE49-F238E27FC236}">
                <a16:creationId xmlns:a16="http://schemas.microsoft.com/office/drawing/2014/main" id="{3F66BB57-CD32-9246-EBE9-D2ACB62844AD}"/>
              </a:ext>
            </a:extLst>
          </p:cNvPr>
          <p:cNvSpPr>
            <a:spLocks noGrp="1"/>
          </p:cNvSpPr>
          <p:nvPr userDrawn="1">
            <p:ph type="body" sz="quarter" idx="33" hasCustomPrompt="1"/>
          </p:nvPr>
        </p:nvSpPr>
        <p:spPr>
          <a:xfrm>
            <a:off x="457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29" name="Text Placeholder 23"/>
          <p:cNvSpPr>
            <a:spLocks noGrp="1"/>
          </p:cNvSpPr>
          <p:nvPr userDrawn="1">
            <p:ph type="body" sz="quarter" idx="34" hasCustomPrompt="1"/>
          </p:nvPr>
        </p:nvSpPr>
        <p:spPr>
          <a:xfrm>
            <a:off x="457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30" name="Text Placeholder 16">
            <a:extLst>
              <a:ext uri="{FF2B5EF4-FFF2-40B4-BE49-F238E27FC236}">
                <a16:creationId xmlns:a16="http://schemas.microsoft.com/office/drawing/2014/main" id="{3F66BB57-CD32-9246-EBE9-D2ACB62844AD}"/>
              </a:ext>
            </a:extLst>
          </p:cNvPr>
          <p:cNvSpPr>
            <a:spLocks noGrp="1"/>
          </p:cNvSpPr>
          <p:nvPr userDrawn="1">
            <p:ph type="body" sz="quarter" idx="35" hasCustomPrompt="1"/>
          </p:nvPr>
        </p:nvSpPr>
        <p:spPr>
          <a:xfrm>
            <a:off x="838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32" name="Text Placeholder 23"/>
          <p:cNvSpPr>
            <a:spLocks noGrp="1"/>
          </p:cNvSpPr>
          <p:nvPr userDrawn="1">
            <p:ph type="body" sz="quarter" idx="36" hasCustomPrompt="1"/>
          </p:nvPr>
        </p:nvSpPr>
        <p:spPr>
          <a:xfrm>
            <a:off x="838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0F49658A-2F6C-F5A8-B9F7-B19CFE7D22DC}"/>
              </a:ext>
              <a:ext uri="{C183D7F6-B498-43B3-948B-1728B52AA6E4}">
                <adec:decorative xmlns:adec="http://schemas.microsoft.com/office/drawing/2017/decorative" val="1"/>
              </a:ext>
            </a:extLst>
          </p:cNvPr>
          <p:cNvSpPr>
            <a:spLocks noGrp="1"/>
          </p:cNvSpPr>
          <p:nvPr userDrawn="1">
            <p:ph type="ftr" sz="quarter" idx="40"/>
          </p:nvPr>
        </p:nvSpPr>
        <p:spPr/>
        <p:txBody>
          <a:bodyPr/>
          <a:lstStyle/>
          <a:p>
            <a:endParaRPr lang="en-US" noProof="0"/>
          </a:p>
        </p:txBody>
      </p:sp>
      <p:sp>
        <p:nvSpPr>
          <p:cNvPr id="10" name="Slide Number Placeholder 9">
            <a:extLst>
              <a:ext uri="{FF2B5EF4-FFF2-40B4-BE49-F238E27FC236}">
                <a16:creationId xmlns:a16="http://schemas.microsoft.com/office/drawing/2014/main" id="{04C76036-CCBD-B710-E69C-84F20C3664F9}"/>
              </a:ext>
              <a:ext uri="{C183D7F6-B498-43B3-948B-1728B52AA6E4}">
                <adec:decorative xmlns:adec="http://schemas.microsoft.com/office/drawing/2017/decorative" val="1"/>
              </a:ext>
            </a:extLst>
          </p:cNvPr>
          <p:cNvSpPr>
            <a:spLocks noGrp="1"/>
          </p:cNvSpPr>
          <p:nvPr userDrawn="1">
            <p:ph type="sldNum" sz="quarter" idx="39"/>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043597519"/>
      </p:ext>
    </p:extLst>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Read Only 5">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a:solidFill>
                  <a:schemeClr val="bg1"/>
                </a:solidFill>
              </a:rPr>
              <a:t>Divider layouts</a:t>
            </a:r>
          </a:p>
        </p:txBody>
      </p:sp>
    </p:spTree>
    <p:extLst>
      <p:ext uri="{BB962C8B-B14F-4D97-AF65-F5344CB8AC3E}">
        <p14:creationId xmlns:p14="http://schemas.microsoft.com/office/powerpoint/2010/main" val="3363925689"/>
      </p:ext>
    </p:extLst>
  </p:cSld>
  <p:clrMapOvr>
    <a:masterClrMapping/>
  </p:clrMapOvr>
  <p:transition/>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Section header A - background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155DEE0-8370-E943-9B2D-42BE4FA5B4B4}"/>
              </a:ext>
            </a:extLst>
          </p:cNvPr>
          <p:cNvSpPr>
            <a:spLocks noGrp="1"/>
          </p:cNvSpPr>
          <p:nvPr>
            <p:ph type="title" hasCustomPrompt="1"/>
          </p:nvPr>
        </p:nvSpPr>
        <p:spPr bwMode="white">
          <a:xfrm>
            <a:off x="6477000" y="2088000"/>
            <a:ext cx="3810000" cy="1551311"/>
          </a:xfrm>
        </p:spPr>
        <p:txBody>
          <a:bodyPr>
            <a:noAutofit/>
          </a:bodyPr>
          <a:lstStyle>
            <a:lvl1pPr>
              <a:lnSpc>
                <a:spcPct val="90000"/>
              </a:lnSpc>
              <a:defRPr sz="4400">
                <a:solidFill>
                  <a:schemeClr val="tx1"/>
                </a:solidFill>
              </a:defRPr>
            </a:lvl1pPr>
          </a:lstStyle>
          <a:p>
            <a:r>
              <a:rPr lang="en-US" noProof="0" dirty="0"/>
              <a:t>Section cover title </a:t>
            </a:r>
          </a:p>
        </p:txBody>
      </p:sp>
      <p:sp>
        <p:nvSpPr>
          <p:cNvPr id="14" name="Text placeholder for subtitle">
            <a:extLst>
              <a:ext uri="{FF2B5EF4-FFF2-40B4-BE49-F238E27FC236}">
                <a16:creationId xmlns:a16="http://schemas.microsoft.com/office/drawing/2014/main" id="{E9522A59-F2EE-EC4A-B6B5-F01CEA5BDA27}"/>
              </a:ext>
            </a:extLst>
          </p:cNvPr>
          <p:cNvSpPr>
            <a:spLocks noGrp="1"/>
          </p:cNvSpPr>
          <p:nvPr>
            <p:ph type="body" sz="quarter" idx="13" hasCustomPrompt="1"/>
          </p:nvPr>
        </p:nvSpPr>
        <p:spPr bwMode="white">
          <a:xfrm>
            <a:off x="6477000" y="4059936"/>
            <a:ext cx="3810000" cy="905256"/>
          </a:xfrm>
          <a:prstGeom prst="rect">
            <a:avLst/>
          </a:prstGeom>
        </p:spPr>
        <p:txBody>
          <a:bodyPr lIns="0" tIns="0" rIns="0" bIns="0">
            <a:noAutofit/>
          </a:bodyPr>
          <a:lstStyle>
            <a:lvl1pPr marL="0" indent="0">
              <a:spcBef>
                <a:spcPts val="0"/>
              </a:spcBef>
              <a:buNone/>
              <a:defRPr sz="2200">
                <a:solidFill>
                  <a:schemeClr val="tx1"/>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Click to add subtitle, if required</a:t>
            </a:r>
          </a:p>
        </p:txBody>
      </p:sp>
      <p:sp>
        <p:nvSpPr>
          <p:cNvPr id="11" name="Picture Placeholder 10">
            <a:extLst>
              <a:ext uri="{FF2B5EF4-FFF2-40B4-BE49-F238E27FC236}">
                <a16:creationId xmlns:a16="http://schemas.microsoft.com/office/drawing/2014/main" id="{F1AE6815-8A45-F99C-1904-333632F4440E}"/>
              </a:ext>
              <a:ext uri="{C183D7F6-B498-43B3-948B-1728B52AA6E4}">
                <adec:decorative xmlns:adec="http://schemas.microsoft.com/office/drawing/2017/decorative" val="1"/>
              </a:ext>
            </a:extLst>
          </p:cNvPr>
          <p:cNvSpPr>
            <a:spLocks noGrp="1"/>
          </p:cNvSpPr>
          <p:nvPr>
            <p:ph type="pic" sz="quarter" idx="14" hasCustomPrompt="1"/>
          </p:nvPr>
        </p:nvSpPr>
        <p:spPr>
          <a:xfrm>
            <a:off x="766762" y="765175"/>
            <a:ext cx="10671048" cy="5327650"/>
          </a:xfrm>
          <a:custGeom>
            <a:avLst/>
            <a:gdLst>
              <a:gd name="connsiteX0" fmla="*/ 5329238 w 10671048"/>
              <a:gd name="connsiteY0" fmla="*/ 763587 h 5327650"/>
              <a:gd name="connsiteX1" fmla="*/ 5329238 w 10671048"/>
              <a:gd name="connsiteY1" fmla="*/ 4569222 h 5327650"/>
              <a:gd name="connsiteX2" fmla="*/ 9893133 w 10671048"/>
              <a:gd name="connsiteY2" fmla="*/ 4569222 h 5327650"/>
              <a:gd name="connsiteX3" fmla="*/ 9893133 w 10671048"/>
              <a:gd name="connsiteY3" fmla="*/ 763587 h 5327650"/>
              <a:gd name="connsiteX4" fmla="*/ 0 w 10671048"/>
              <a:gd name="connsiteY4" fmla="*/ 0 h 5327650"/>
              <a:gd name="connsiteX5" fmla="*/ 10671048 w 10671048"/>
              <a:gd name="connsiteY5" fmla="*/ 0 h 5327650"/>
              <a:gd name="connsiteX6" fmla="*/ 10671048 w 10671048"/>
              <a:gd name="connsiteY6" fmla="*/ 5327650 h 5327650"/>
              <a:gd name="connsiteX7" fmla="*/ 0 w 10671048"/>
              <a:gd name="connsiteY7" fmla="*/ 5327650 h 532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71048" h="5327650">
                <a:moveTo>
                  <a:pt x="5329238" y="763587"/>
                </a:moveTo>
                <a:lnTo>
                  <a:pt x="5329238" y="4569222"/>
                </a:lnTo>
                <a:lnTo>
                  <a:pt x="9893133" y="4569222"/>
                </a:lnTo>
                <a:lnTo>
                  <a:pt x="9893133" y="763587"/>
                </a:lnTo>
                <a:close/>
                <a:moveTo>
                  <a:pt x="0" y="0"/>
                </a:moveTo>
                <a:lnTo>
                  <a:pt x="10671048" y="0"/>
                </a:lnTo>
                <a:lnTo>
                  <a:pt x="10671048" y="5327650"/>
                </a:lnTo>
                <a:lnTo>
                  <a:pt x="0" y="5327650"/>
                </a:lnTo>
                <a:close/>
              </a:path>
            </a:pathLst>
          </a:custGeom>
        </p:spPr>
        <p:txBody>
          <a:bodyPr wrap="square">
            <a:noAutofit/>
          </a:bodyPr>
          <a:lstStyle>
            <a:lvl1pPr marL="0" indent="0">
              <a:buNone/>
              <a:defRPr sz="1800">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4" name="TextBox 3">
            <a:extLst>
              <a:ext uri="{FF2B5EF4-FFF2-40B4-BE49-F238E27FC236}">
                <a16:creationId xmlns:a16="http://schemas.microsoft.com/office/drawing/2014/main" id="{AD10A3FE-3C0F-1B27-1805-00E649F94E45}"/>
              </a:ext>
              <a:ext uri="{C183D7F6-B498-43B3-948B-1728B52AA6E4}">
                <adec:decorative xmlns:adec="http://schemas.microsoft.com/office/drawing/2017/decorative" val="1"/>
              </a:ext>
            </a:extLst>
          </p:cNvPr>
          <p:cNvSpPr txBox="1">
            <a:spLocks/>
          </p:cNvSpPr>
          <p:nvPr/>
        </p:nvSpPr>
        <p:spPr>
          <a:xfrm>
            <a:off x="6096000" y="1528762"/>
            <a:ext cx="4572000" cy="117087"/>
          </a:xfrm>
          <a:prstGeom prst="rect">
            <a:avLst/>
          </a:prstGeom>
          <a:gradFill>
            <a:gsLst>
              <a:gs pos="60000">
                <a:srgbClr val="A82465"/>
              </a:gs>
              <a:gs pos="0">
                <a:srgbClr val="E31937"/>
              </a:gs>
              <a:gs pos="100000">
                <a:srgbClr val="5236AB"/>
              </a:gs>
            </a:gsLst>
            <a:lin ang="10800000" scaled="0"/>
          </a:gradFill>
        </p:spPr>
        <p:txBody>
          <a:bodyPr vert="horz" wrap="square" lIns="0" tIns="0" rIns="0" bIns="0" rtlCol="0" anchor="t" anchorCtr="0">
            <a:normAutofit fontScale="47500" lnSpcReduction="20000"/>
          </a:bodyPr>
          <a:lstStyle/>
          <a:p>
            <a:pPr algn="l"/>
            <a:endParaRPr lang="en-US" noProof="0"/>
          </a:p>
        </p:txBody>
      </p:sp>
      <p:sp>
        <p:nvSpPr>
          <p:cNvPr id="2" name="Footer Placeholder 1">
            <a:extLst>
              <a:ext uri="{FF2B5EF4-FFF2-40B4-BE49-F238E27FC236}">
                <a16:creationId xmlns:a16="http://schemas.microsoft.com/office/drawing/2014/main" id="{ED650254-1B0A-F928-CE1E-0FC2FC32A2F3}"/>
              </a:ext>
              <a:ext uri="{C183D7F6-B498-43B3-948B-1728B52AA6E4}">
                <adec:decorative xmlns:adec="http://schemas.microsoft.com/office/drawing/2017/decorative" val="1"/>
              </a:ext>
            </a:extLst>
          </p:cNvPr>
          <p:cNvSpPr>
            <a:spLocks noGrp="1"/>
          </p:cNvSpPr>
          <p:nvPr>
            <p:ph type="ftr" sz="quarter" idx="18"/>
          </p:nvPr>
        </p:nvSpPr>
        <p:spPr/>
        <p:txBody>
          <a:bodyPr/>
          <a:lstStyle/>
          <a:p>
            <a:endParaRPr lang="en-US" noProof="0"/>
          </a:p>
        </p:txBody>
      </p:sp>
      <p:sp>
        <p:nvSpPr>
          <p:cNvPr id="17" name="Slide Number Placeholder 16">
            <a:extLst>
              <a:ext uri="{FF2B5EF4-FFF2-40B4-BE49-F238E27FC236}">
                <a16:creationId xmlns:a16="http://schemas.microsoft.com/office/drawing/2014/main" id="{0A5518B4-A5E0-02ED-0A2C-41BAAE12CE5D}"/>
              </a:ext>
              <a:ext uri="{C183D7F6-B498-43B3-948B-1728B52AA6E4}">
                <adec:decorative xmlns:adec="http://schemas.microsoft.com/office/drawing/2017/decorative" val="1"/>
              </a:ext>
            </a:extLst>
          </p:cNvPr>
          <p:cNvSpPr>
            <a:spLocks noGrp="1"/>
          </p:cNvSpPr>
          <p:nvPr>
            <p:ph type="sldNum" sz="quarter" idx="17"/>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731680709"/>
      </p:ext>
    </p:extLst>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ection header B - background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155DEE0-8370-E943-9B2D-42BE4FA5B4B4}"/>
              </a:ext>
            </a:extLst>
          </p:cNvPr>
          <p:cNvSpPr>
            <a:spLocks noGrp="1"/>
          </p:cNvSpPr>
          <p:nvPr>
            <p:ph type="title" hasCustomPrompt="1"/>
          </p:nvPr>
        </p:nvSpPr>
        <p:spPr bwMode="white">
          <a:xfrm>
            <a:off x="1912142" y="2088000"/>
            <a:ext cx="3802858" cy="1551311"/>
          </a:xfrm>
        </p:spPr>
        <p:txBody>
          <a:bodyPr>
            <a:noAutofit/>
          </a:bodyPr>
          <a:lstStyle>
            <a:lvl1pPr>
              <a:lnSpc>
                <a:spcPct val="90000"/>
              </a:lnSpc>
              <a:defRPr sz="4400">
                <a:solidFill>
                  <a:schemeClr val="tx1"/>
                </a:solidFill>
              </a:defRPr>
            </a:lvl1pPr>
          </a:lstStyle>
          <a:p>
            <a:r>
              <a:rPr lang="en-US" noProof="0" dirty="0"/>
              <a:t>Section cover title </a:t>
            </a:r>
          </a:p>
        </p:txBody>
      </p:sp>
      <p:sp>
        <p:nvSpPr>
          <p:cNvPr id="14" name="Text placeholder for subtitle">
            <a:extLst>
              <a:ext uri="{FF2B5EF4-FFF2-40B4-BE49-F238E27FC236}">
                <a16:creationId xmlns:a16="http://schemas.microsoft.com/office/drawing/2014/main" id="{E9522A59-F2EE-EC4A-B6B5-F01CEA5BDA27}"/>
              </a:ext>
            </a:extLst>
          </p:cNvPr>
          <p:cNvSpPr>
            <a:spLocks noGrp="1"/>
          </p:cNvSpPr>
          <p:nvPr>
            <p:ph type="body" sz="quarter" idx="13" hasCustomPrompt="1"/>
          </p:nvPr>
        </p:nvSpPr>
        <p:spPr bwMode="white">
          <a:xfrm>
            <a:off x="1912142" y="4063851"/>
            <a:ext cx="3802857" cy="905257"/>
          </a:xfrm>
          <a:prstGeom prst="rect">
            <a:avLst/>
          </a:prstGeom>
        </p:spPr>
        <p:txBody>
          <a:bodyPr lIns="0" tIns="0" rIns="0" bIns="0">
            <a:noAutofit/>
          </a:bodyPr>
          <a:lstStyle>
            <a:lvl1pPr marL="0" indent="0">
              <a:spcBef>
                <a:spcPts val="0"/>
              </a:spcBef>
              <a:buNone/>
              <a:defRPr sz="2200">
                <a:solidFill>
                  <a:schemeClr val="tx1"/>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Click to add subtitle, if required</a:t>
            </a:r>
          </a:p>
        </p:txBody>
      </p:sp>
      <p:sp>
        <p:nvSpPr>
          <p:cNvPr id="11" name="Picture Placeholder 10">
            <a:extLst>
              <a:ext uri="{FF2B5EF4-FFF2-40B4-BE49-F238E27FC236}">
                <a16:creationId xmlns:a16="http://schemas.microsoft.com/office/drawing/2014/main" id="{11EC659F-4DD1-D9DE-261B-10246EEE847C}"/>
              </a:ext>
              <a:ext uri="{C183D7F6-B498-43B3-948B-1728B52AA6E4}">
                <adec:decorative xmlns:adec="http://schemas.microsoft.com/office/drawing/2017/decorative" val="1"/>
              </a:ext>
            </a:extLst>
          </p:cNvPr>
          <p:cNvSpPr>
            <a:spLocks noGrp="1"/>
          </p:cNvSpPr>
          <p:nvPr>
            <p:ph type="pic" sz="quarter" idx="14" hasCustomPrompt="1"/>
          </p:nvPr>
        </p:nvSpPr>
        <p:spPr>
          <a:xfrm>
            <a:off x="762027" y="765175"/>
            <a:ext cx="10671048" cy="5327650"/>
          </a:xfrm>
          <a:custGeom>
            <a:avLst/>
            <a:gdLst>
              <a:gd name="connsiteX0" fmla="*/ 769115 w 10671048"/>
              <a:gd name="connsiteY0" fmla="*/ 761419 h 5327650"/>
              <a:gd name="connsiteX1" fmla="*/ 769115 w 10671048"/>
              <a:gd name="connsiteY1" fmla="*/ 4562873 h 5327650"/>
              <a:gd name="connsiteX2" fmla="*/ 5333972 w 10671048"/>
              <a:gd name="connsiteY2" fmla="*/ 4562873 h 5327650"/>
              <a:gd name="connsiteX3" fmla="*/ 5333972 w 10671048"/>
              <a:gd name="connsiteY3" fmla="*/ 761419 h 5327650"/>
              <a:gd name="connsiteX4" fmla="*/ 0 w 10671048"/>
              <a:gd name="connsiteY4" fmla="*/ 0 h 5327650"/>
              <a:gd name="connsiteX5" fmla="*/ 10671048 w 10671048"/>
              <a:gd name="connsiteY5" fmla="*/ 0 h 5327650"/>
              <a:gd name="connsiteX6" fmla="*/ 10671048 w 10671048"/>
              <a:gd name="connsiteY6" fmla="*/ 5327650 h 5327650"/>
              <a:gd name="connsiteX7" fmla="*/ 0 w 10671048"/>
              <a:gd name="connsiteY7" fmla="*/ 5327650 h 532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71048" h="5327650">
                <a:moveTo>
                  <a:pt x="769115" y="761419"/>
                </a:moveTo>
                <a:lnTo>
                  <a:pt x="769115" y="4562873"/>
                </a:lnTo>
                <a:lnTo>
                  <a:pt x="5333972" y="4562873"/>
                </a:lnTo>
                <a:lnTo>
                  <a:pt x="5333972" y="761419"/>
                </a:lnTo>
                <a:close/>
                <a:moveTo>
                  <a:pt x="0" y="0"/>
                </a:moveTo>
                <a:lnTo>
                  <a:pt x="10671048" y="0"/>
                </a:lnTo>
                <a:lnTo>
                  <a:pt x="10671048" y="5327650"/>
                </a:lnTo>
                <a:lnTo>
                  <a:pt x="0" y="5327650"/>
                </a:lnTo>
                <a:close/>
              </a:path>
            </a:pathLst>
          </a:custGeom>
        </p:spPr>
        <p:txBody>
          <a:bodyPr wrap="square">
            <a:noAutofit/>
          </a:bodyPr>
          <a:lstStyle>
            <a:lvl1pPr marL="0" indent="0">
              <a:buFont typeface="Arial" panose="020B0604020202020204" pitchFamily="34" charset="0"/>
              <a:buNone/>
              <a:defRPr sz="1800">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4" name="TextBox 3">
            <a:extLst>
              <a:ext uri="{FF2B5EF4-FFF2-40B4-BE49-F238E27FC236}">
                <a16:creationId xmlns:a16="http://schemas.microsoft.com/office/drawing/2014/main" id="{AD10A3FE-3C0F-1B27-1805-00E649F94E45}"/>
              </a:ext>
              <a:ext uri="{C183D7F6-B498-43B3-948B-1728B52AA6E4}">
                <adec:decorative xmlns:adec="http://schemas.microsoft.com/office/drawing/2017/decorative" val="1"/>
              </a:ext>
            </a:extLst>
          </p:cNvPr>
          <p:cNvSpPr txBox="1">
            <a:spLocks/>
          </p:cNvSpPr>
          <p:nvPr/>
        </p:nvSpPr>
        <p:spPr>
          <a:xfrm>
            <a:off x="1531143" y="1526593"/>
            <a:ext cx="4564857" cy="117087"/>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7500" lnSpcReduction="20000"/>
          </a:bodyPr>
          <a:lstStyle/>
          <a:p>
            <a:pPr algn="l"/>
            <a:endParaRPr lang="en-US" noProof="0"/>
          </a:p>
        </p:txBody>
      </p:sp>
      <p:sp>
        <p:nvSpPr>
          <p:cNvPr id="2" name="Footer Placeholder 1">
            <a:extLst>
              <a:ext uri="{FF2B5EF4-FFF2-40B4-BE49-F238E27FC236}">
                <a16:creationId xmlns:a16="http://schemas.microsoft.com/office/drawing/2014/main" id="{0C83EDC1-A4B2-4587-8881-13D92EBF26F1}"/>
              </a:ext>
              <a:ext uri="{C183D7F6-B498-43B3-948B-1728B52AA6E4}">
                <adec:decorative xmlns:adec="http://schemas.microsoft.com/office/drawing/2017/decorative" val="1"/>
              </a:ext>
            </a:extLst>
          </p:cNvPr>
          <p:cNvSpPr>
            <a:spLocks noGrp="1"/>
          </p:cNvSpPr>
          <p:nvPr>
            <p:ph type="ftr" sz="quarter" idx="18"/>
          </p:nvPr>
        </p:nvSpPr>
        <p:spPr/>
        <p:txBody>
          <a:bodyPr/>
          <a:lstStyle/>
          <a:p>
            <a:endParaRPr lang="en-US" noProof="0"/>
          </a:p>
        </p:txBody>
      </p:sp>
      <p:sp>
        <p:nvSpPr>
          <p:cNvPr id="8" name="Slide Number Placeholder 7">
            <a:extLst>
              <a:ext uri="{FF2B5EF4-FFF2-40B4-BE49-F238E27FC236}">
                <a16:creationId xmlns:a16="http://schemas.microsoft.com/office/drawing/2014/main" id="{3BA559EC-71D7-D38C-E651-02ABB03A47D6}"/>
              </a:ext>
              <a:ext uri="{C183D7F6-B498-43B3-948B-1728B52AA6E4}">
                <adec:decorative xmlns:adec="http://schemas.microsoft.com/office/drawing/2017/decorative" val="1"/>
              </a:ext>
            </a:extLst>
          </p:cNvPr>
          <p:cNvSpPr>
            <a:spLocks noGrp="1"/>
          </p:cNvSpPr>
          <p:nvPr>
            <p:ph type="sldNum" sz="quarter" idx="17"/>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68938101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Section head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 </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
        <p:nvSpPr>
          <p:cNvPr id="2" name="Footer Placeholder 1">
            <a:extLst>
              <a:ext uri="{FF2B5EF4-FFF2-40B4-BE49-F238E27FC236}">
                <a16:creationId xmlns:a16="http://schemas.microsoft.com/office/drawing/2014/main" id="{D2588DA8-BB1F-017C-4B48-DD35E9D7204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6" name="Slide Number Placeholder 5">
            <a:extLst>
              <a:ext uri="{FF2B5EF4-FFF2-40B4-BE49-F238E27FC236}">
                <a16:creationId xmlns:a16="http://schemas.microsoft.com/office/drawing/2014/main" id="{059168B5-3C81-D649-A62C-3E51DDE9147E}"/>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426164710"/>
      </p:ext>
    </p:extLst>
  </p:cSld>
  <p:clrMapOvr>
    <a:masterClrMapping/>
  </p:clrMapOvr>
  <p:transition/>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Section header B">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
        <p:nvSpPr>
          <p:cNvPr id="2" name="Footer Placeholder 1">
            <a:extLst>
              <a:ext uri="{FF2B5EF4-FFF2-40B4-BE49-F238E27FC236}">
                <a16:creationId xmlns:a16="http://schemas.microsoft.com/office/drawing/2014/main" id="{75106692-C87C-3807-E526-517D6A1F536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6" name="Slide Number Placeholder 5">
            <a:extLst>
              <a:ext uri="{FF2B5EF4-FFF2-40B4-BE49-F238E27FC236}">
                <a16:creationId xmlns:a16="http://schemas.microsoft.com/office/drawing/2014/main" id="{6D464952-1AE7-42B0-8B85-9881A9CDCA45}"/>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300525240"/>
      </p:ext>
    </p:extLst>
  </p:cSld>
  <p:clrMapOvr>
    <a:masterClrMapping/>
  </p:clrMapOvr>
  <p:transition/>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Section header A - Cornersto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pic>
        <p:nvPicPr>
          <p:cNvPr id="25" name="Picture 24">
            <a:extLst>
              <a:ext uri="{FF2B5EF4-FFF2-40B4-BE49-F238E27FC236}">
                <a16:creationId xmlns:a16="http://schemas.microsoft.com/office/drawing/2014/main" id="{85DC4374-E81E-9AC6-B5B6-928E2E87F2F2}"/>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b="14857"/>
          <a:stretch/>
        </p:blipFill>
        <p:spPr>
          <a:xfrm>
            <a:off x="5943600" y="0"/>
            <a:ext cx="6248400" cy="5977126"/>
          </a:xfrm>
          <a:prstGeom prst="rect">
            <a:avLst/>
          </a:prstGeom>
        </p:spPr>
      </p:pic>
      <p:sp>
        <p:nvSpPr>
          <p:cNvPr id="2" name="Footer Placeholder 1">
            <a:extLst>
              <a:ext uri="{FF2B5EF4-FFF2-40B4-BE49-F238E27FC236}">
                <a16:creationId xmlns:a16="http://schemas.microsoft.com/office/drawing/2014/main" id="{AC493637-F6CE-4459-CCA3-59DD38DA66EE}"/>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7" name="Slide Number Placeholder 6">
            <a:extLst>
              <a:ext uri="{FF2B5EF4-FFF2-40B4-BE49-F238E27FC236}">
                <a16:creationId xmlns:a16="http://schemas.microsoft.com/office/drawing/2014/main" id="{DD5E60A9-0732-5033-81CC-B1E4E20B600A}"/>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99807827"/>
      </p:ext>
    </p:extLst>
  </p:cSld>
  <p:clrMapOvr>
    <a:masterClrMapping/>
  </p:clrMapOvr>
  <p:transition/>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Section header B - Cornersto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pic>
        <p:nvPicPr>
          <p:cNvPr id="3" name="Picture 2">
            <a:extLs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b="14857"/>
          <a:stretch/>
        </p:blipFill>
        <p:spPr>
          <a:xfrm>
            <a:off x="5943600" y="0"/>
            <a:ext cx="6248400" cy="5977126"/>
          </a:xfrm>
          <a:prstGeom prst="rect">
            <a:avLst/>
          </a:prstGeom>
        </p:spPr>
      </p:pic>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268960216"/>
      </p:ext>
    </p:extLst>
  </p:cSld>
  <p:clrMapOvr>
    <a:masterClrMapping/>
  </p:clrMapOvr>
  <p:transition/>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Section header gray - Cornerston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2DDCE2-9F0E-46D3-455B-D0CFFE77DED9}"/>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b="14286"/>
          <a:stretch/>
        </p:blipFill>
        <p:spPr>
          <a:xfrm>
            <a:off x="5943600" y="1"/>
            <a:ext cx="6248400" cy="6017241"/>
          </a:xfrm>
          <a:prstGeom prst="rect">
            <a:avLst/>
          </a:prstGeom>
        </p:spPr>
      </p:pic>
      <p:sp>
        <p:nvSpPr>
          <p:cNvPr id="2" name="Footer Placeholder 1">
            <a:extLst>
              <a:ext uri="{FF2B5EF4-FFF2-40B4-BE49-F238E27FC236}">
                <a16:creationId xmlns:a16="http://schemas.microsoft.com/office/drawing/2014/main" id="{055C288E-42E3-955B-BE6D-43C5EAF9E39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7" name="Slide Number Placeholder 6">
            <a:extLst>
              <a:ext uri="{FF2B5EF4-FFF2-40B4-BE49-F238E27FC236}">
                <a16:creationId xmlns:a16="http://schemas.microsoft.com/office/drawing/2014/main" id="{10B65D35-FD44-3A23-5085-583B5C51FD60}"/>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tx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Tree>
    <p:extLst>
      <p:ext uri="{BB962C8B-B14F-4D97-AF65-F5344CB8AC3E}">
        <p14:creationId xmlns:p14="http://schemas.microsoft.com/office/powerpoint/2010/main" val="3691103152"/>
      </p:ext>
    </p:extLst>
  </p:cSld>
  <p:clrMapOvr>
    <a:masterClrMapping/>
  </p:clrMapOvr>
  <p:transition/>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Section header white - Cornerston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088167-3D6D-5E6C-DA5E-C3277ED4606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4286"/>
          <a:stretch/>
        </p:blipFill>
        <p:spPr>
          <a:xfrm>
            <a:off x="5943516" y="0"/>
            <a:ext cx="6248400" cy="6017407"/>
          </a:xfrm>
          <a:prstGeom prst="rect">
            <a:avLst/>
          </a:prstGeom>
        </p:spPr>
      </p:pic>
      <p:sp>
        <p:nvSpPr>
          <p:cNvPr id="2" name="Footer Placeholder 1">
            <a:extLst>
              <a:ext uri="{FF2B5EF4-FFF2-40B4-BE49-F238E27FC236}">
                <a16:creationId xmlns:a16="http://schemas.microsoft.com/office/drawing/2014/main" id="{9542A8DC-D6A9-AE1E-4B2D-94EA32AFA27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31BB1A83-0CD4-B8FB-3185-33E9395D09FB}"/>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11" name="Title 1">
            <a:extLst>
              <a:ext uri="{FF2B5EF4-FFF2-40B4-BE49-F238E27FC236}">
                <a16:creationId xmlns:a16="http://schemas.microsoft.com/office/drawing/2014/main" id="{8C605EF0-E4DC-2A4A-909F-D231546F9524}"/>
              </a:ext>
            </a:extLst>
          </p:cNvPr>
          <p:cNvSpPr>
            <a:spLocks noGrp="1"/>
          </p:cNvSpPr>
          <p:nvPr userDrawn="1">
            <p:ph type="title" hasCustomPrompt="1"/>
          </p:nvPr>
        </p:nvSpPr>
        <p:spPr bwMode="white">
          <a:xfrm>
            <a:off x="767849" y="635964"/>
            <a:ext cx="6090151" cy="2226506"/>
          </a:xfrm>
        </p:spPr>
        <p:txBody>
          <a:bodyPr>
            <a:noAutofit/>
          </a:bodyPr>
          <a:lstStyle>
            <a:lvl1pPr>
              <a:defRPr sz="4800">
                <a:solidFill>
                  <a:schemeClr val="tx1"/>
                </a:solidFill>
              </a:defRPr>
            </a:lvl1pPr>
          </a:lstStyle>
          <a:p>
            <a:r>
              <a:rPr lang="en-US" noProof="0"/>
              <a:t>Section divider slide – click to add title</a:t>
            </a:r>
          </a:p>
        </p:txBody>
      </p:sp>
      <p:sp>
        <p:nvSpPr>
          <p:cNvPr id="13" name="Subtitle 2"/>
          <p:cNvSpPr>
            <a:spLocks noGrp="1"/>
          </p:cNvSpPr>
          <p:nvPr userDrawn="1">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Tree>
    <p:extLst>
      <p:ext uri="{BB962C8B-B14F-4D97-AF65-F5344CB8AC3E}">
        <p14:creationId xmlns:p14="http://schemas.microsoft.com/office/powerpoint/2010/main" val="428093006"/>
      </p:ext>
    </p:extLst>
  </p:cSld>
  <p:clrMapOvr>
    <a:masterClrMapping/>
  </p:clrMapOvr>
  <p:transition/>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Read Only 6">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Closing layouts</a:t>
            </a:r>
            <a:endParaRPr lang="en-US" sz="16600">
              <a:solidFill>
                <a:schemeClr val="bg1"/>
              </a:solidFill>
            </a:endParaRPr>
          </a:p>
        </p:txBody>
      </p:sp>
    </p:spTree>
    <p:extLst>
      <p:ext uri="{BB962C8B-B14F-4D97-AF65-F5344CB8AC3E}">
        <p14:creationId xmlns:p14="http://schemas.microsoft.com/office/powerpoint/2010/main" val="678054219"/>
      </p:ext>
    </p:extLst>
  </p:cSld>
  <p:clrMapOvr>
    <a:masterClrMapping/>
  </p:clrMapOvr>
  <p:transition/>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losing slide A – Cornerstone bkg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a:xfrm>
            <a:off x="1524000" y="1892808"/>
            <a:ext cx="9144000" cy="576072"/>
          </a:xfrm>
        </p:spPr>
        <p:txBody>
          <a:bodyPr anchor="ctr" anchorCtr="0">
            <a:normAutofit/>
          </a:bodyPr>
          <a:lstStyle>
            <a:lvl1pPr algn="ctr">
              <a:defRPr sz="2400" b="1">
                <a:solidFill>
                  <a:sysClr val="windowText" lastClr="000000"/>
                </a:solidFill>
              </a:defRPr>
            </a:lvl1pPr>
          </a:lstStyle>
          <a:p>
            <a:r>
              <a:rPr lang="en-US" noProof="0"/>
              <a:t>Click to add text</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0">
                <a:srgbClr val="E31937"/>
              </a:gs>
              <a:gs pos="60000">
                <a:srgbClr val="A82465"/>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1524000" y="2559050"/>
            <a:ext cx="9144000" cy="3024000"/>
          </a:xfrm>
          <a:prstGeom prst="rect">
            <a:avLst/>
          </a:prstGeom>
        </p:spPr>
        <p:txBody>
          <a:bodyPr lIns="0" tIns="0" rIns="0" bIns="0"/>
          <a:lstStyle>
            <a:lvl1pPr marL="0" indent="0" algn="ctr">
              <a:buFontTx/>
              <a:buNone/>
              <a:defRPr sz="2000"/>
            </a:lvl1pPr>
            <a:lvl2pPr algn="ctr">
              <a:defRPr/>
            </a:lvl2pPr>
            <a:lvl3pPr algn="ctr">
              <a:defRPr/>
            </a:lvl3pPr>
            <a:lvl4pPr algn="ctr">
              <a:defRPr/>
            </a:lvl4pPr>
            <a:lvl5pPr algn="ctr">
              <a:defRPr/>
            </a:lvl5pPr>
          </a:lstStyle>
          <a:p>
            <a:pPr lvl="0"/>
            <a:r>
              <a:rPr lang="en-US" noProof="0"/>
              <a:t>Insert content or thank you message. Resize text as needed.</a:t>
            </a:r>
          </a:p>
        </p:txBody>
      </p:sp>
      <p:sp>
        <p:nvSpPr>
          <p:cNvPr id="2" name="Footer Placeholder 1">
            <a:extLst>
              <a:ext uri="{FF2B5EF4-FFF2-40B4-BE49-F238E27FC236}">
                <a16:creationId xmlns:a16="http://schemas.microsoft.com/office/drawing/2014/main" id="{7FD0C541-2265-F894-DDB6-03F495E227E6}"/>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0A5A640E-6C5B-7F2E-95FA-63A881976C23}"/>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931484636"/>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losing slide B – Cornerstone bkg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a:xfrm>
            <a:off x="1524000" y="1892808"/>
            <a:ext cx="9144000" cy="576072"/>
          </a:xfrm>
        </p:spPr>
        <p:txBody>
          <a:bodyPr anchor="ctr" anchorCtr="0">
            <a:normAutofit/>
          </a:bodyPr>
          <a:lstStyle>
            <a:lvl1pPr algn="ctr">
              <a:defRPr sz="2400" b="1">
                <a:solidFill>
                  <a:sysClr val="windowText" lastClr="000000"/>
                </a:solidFill>
              </a:defRPr>
            </a:lvl1pPr>
          </a:lstStyle>
          <a:p>
            <a:r>
              <a:rPr lang="en-US" noProof="0"/>
              <a:t>Click to add text</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0">
                <a:srgbClr val="FFCDD2"/>
              </a:gs>
              <a:gs pos="33000">
                <a:srgbClr val="FF6A00"/>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1524000" y="2559050"/>
            <a:ext cx="9144000" cy="3024000"/>
          </a:xfrm>
          <a:prstGeom prst="rect">
            <a:avLst/>
          </a:prstGeom>
        </p:spPr>
        <p:txBody>
          <a:bodyPr lIns="0" tIns="0" rIns="0" bIns="0"/>
          <a:lstStyle>
            <a:lvl1pPr marL="0" indent="0" algn="ctr">
              <a:buFontTx/>
              <a:buNone/>
              <a:defRPr sz="2000"/>
            </a:lvl1pPr>
            <a:lvl2pPr algn="ctr">
              <a:defRPr/>
            </a:lvl2pPr>
            <a:lvl3pPr algn="ctr">
              <a:defRPr/>
            </a:lvl3pPr>
            <a:lvl4pPr algn="ctr">
              <a:defRPr/>
            </a:lvl4pPr>
            <a:lvl5pPr algn="ctr">
              <a:defRPr/>
            </a:lvl5pPr>
          </a:lstStyle>
          <a:p>
            <a:pPr lvl="0"/>
            <a:r>
              <a:rPr lang="en-US" noProof="0"/>
              <a:t>Insert content or thank you message. Resize text as needed.</a:t>
            </a:r>
          </a:p>
        </p:txBody>
      </p:sp>
      <p:sp>
        <p:nvSpPr>
          <p:cNvPr id="2" name="Footer Placeholder 1">
            <a:extLst>
              <a:ext uri="{FF2B5EF4-FFF2-40B4-BE49-F238E27FC236}">
                <a16:creationId xmlns:a16="http://schemas.microsoft.com/office/drawing/2014/main" id="{0757972F-F2B7-2039-F70F-0D0BC2FC3E66}"/>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0A5A640E-6C5B-7F2E-95FA-63A881976C23}"/>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413942756"/>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losing slide A – Contact us">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4351994-C110-F943-BA9E-AB717123F9E4}"/>
              </a:ext>
            </a:extLst>
          </p:cNvPr>
          <p:cNvSpPr>
            <a:spLocks noGrp="1"/>
          </p:cNvSpPr>
          <p:nvPr>
            <p:ph type="title" hasCustomPrompt="1"/>
          </p:nvPr>
        </p:nvSpPr>
        <p:spPr>
          <a:xfrm>
            <a:off x="766762" y="2219794"/>
            <a:ext cx="10658475" cy="920750"/>
          </a:xfrm>
          <a:prstGeom prst="rect">
            <a:avLst/>
          </a:prstGeom>
        </p:spPr>
        <p:txBody>
          <a:bodyPr vert="horz" lIns="0" tIns="0" rIns="0" bIns="0" rtlCol="0" anchor="b" anchorCtr="0">
            <a:noAutofit/>
          </a:bodyPr>
          <a:lstStyle>
            <a:lvl1pPr>
              <a:defRPr/>
            </a:lvl1pPr>
          </a:lstStyle>
          <a:p>
            <a:r>
              <a:rPr lang="en-US" noProof="0"/>
              <a:t>Closing contact us slide (gradient A) – click to add title</a:t>
            </a:r>
          </a:p>
        </p:txBody>
      </p:sp>
      <p:grpSp>
        <p:nvGrpSpPr>
          <p:cNvPr id="3" name="Group 2">
            <a:extLst>
              <a:ext uri="{FF2B5EF4-FFF2-40B4-BE49-F238E27FC236}">
                <a16:creationId xmlns:a16="http://schemas.microsoft.com/office/drawing/2014/main" id="{3F95883B-41B1-4F38-1D0A-9E5ECCDB003A}"/>
              </a:ext>
              <a:ext uri="{C183D7F6-B498-43B3-948B-1728B52AA6E4}">
                <adec:decorative xmlns:adec="http://schemas.microsoft.com/office/drawing/2017/decorative" val="1"/>
              </a:ext>
            </a:extLst>
          </p:cNvPr>
          <p:cNvGrpSpPr/>
          <p:nvPr userDrawn="1"/>
        </p:nvGrpSpPr>
        <p:grpSpPr>
          <a:xfrm>
            <a:off x="0" y="3492450"/>
            <a:ext cx="12193200" cy="2600375"/>
            <a:chOff x="0" y="3492450"/>
            <a:chExt cx="12193200" cy="2600375"/>
          </a:xfrm>
        </p:grpSpPr>
        <p:sp>
          <p:nvSpPr>
            <p:cNvPr id="12" name="TextBox 11">
              <a:extLst>
                <a:ext uri="{FF2B5EF4-FFF2-40B4-BE49-F238E27FC236}">
                  <a16:creationId xmlns:a16="http://schemas.microsoft.com/office/drawing/2014/main" id="{1F614509-D299-6819-DE99-999B1432D4BE}"/>
                </a:ext>
                <a:ext uri="{C183D7F6-B498-43B3-948B-1728B52AA6E4}">
                  <adec:decorative xmlns:adec="http://schemas.microsoft.com/office/drawing/2017/decorative" val="1"/>
                </a:ext>
              </a:extLst>
            </p:cNvPr>
            <p:cNvSpPr txBox="1">
              <a:spLocks/>
            </p:cNvSpPr>
            <p:nvPr userDrawn="1"/>
          </p:nvSpPr>
          <p:spPr>
            <a:xfrm>
              <a:off x="0" y="3600450"/>
              <a:ext cx="12192000" cy="2492375"/>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3" name="TextBox 12">
              <a:extLst>
                <a:ext uri="{FF2B5EF4-FFF2-40B4-BE49-F238E27FC236}">
                  <a16:creationId xmlns:a16="http://schemas.microsoft.com/office/drawing/2014/main" id="{B700D9F4-8C66-1D95-B888-C102CFAC6774}"/>
                </a:ext>
                <a:ext uri="{C183D7F6-B498-43B3-948B-1728B52AA6E4}">
                  <adec:decorative xmlns:adec="http://schemas.microsoft.com/office/drawing/2017/decorative" val="1"/>
                </a:ext>
              </a:extLst>
            </p:cNvPr>
            <p:cNvSpPr txBox="1">
              <a:spLocks/>
            </p:cNvSpPr>
            <p:nvPr userDrawn="1"/>
          </p:nvSpPr>
          <p:spPr>
            <a:xfrm>
              <a:off x="0" y="3492450"/>
              <a:ext cx="12193200" cy="108000"/>
            </a:xfrm>
            <a:prstGeom prst="rect">
              <a:avLst/>
            </a:prstGeom>
            <a:gradFill>
              <a:gsLst>
                <a:gs pos="0">
                  <a:srgbClr val="E31937"/>
                </a:gs>
                <a:gs pos="60000">
                  <a:srgbClr val="A82465"/>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4" name="Picture placeholder 5" descr="Photograph of individual who the details in textbox are referencing.">
            <a:extLst>
              <a:ext uri="{FF2B5EF4-FFF2-40B4-BE49-F238E27FC236}">
                <a16:creationId xmlns:a16="http://schemas.microsoft.com/office/drawing/2014/main" id="{03BCFE89-FD15-1E11-B30E-A9928F68DE95}"/>
              </a:ext>
            </a:extLst>
          </p:cNvPr>
          <p:cNvSpPr>
            <a:spLocks noGrp="1" noChangeAspect="1"/>
          </p:cNvSpPr>
          <p:nvPr>
            <p:ph type="pic" sz="quarter" idx="26"/>
          </p:nvPr>
        </p:nvSpPr>
        <p:spPr>
          <a:xfrm>
            <a:off x="853376"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GB" sz="1200" noProof="0">
                <a:cs typeface="Arial" pitchFamily="34" charset="0"/>
              </a:rPr>
              <a:t>Click icon to add picture</a:t>
            </a:r>
            <a:endParaRPr lang="en-US" sz="1200" noProof="0" dirty="0">
              <a:cs typeface="Arial" pitchFamily="34" charset="0"/>
            </a:endParaRPr>
          </a:p>
        </p:txBody>
      </p:sp>
      <p:sp>
        <p:nvSpPr>
          <p:cNvPr id="11" name="Text Placeholder 10">
            <a:extLst>
              <a:ext uri="{FF2B5EF4-FFF2-40B4-BE49-F238E27FC236}">
                <a16:creationId xmlns:a16="http://schemas.microsoft.com/office/drawing/2014/main" id="{EFCFA108-69DB-4B07-6998-B1F4F4095906}"/>
              </a:ext>
            </a:extLst>
          </p:cNvPr>
          <p:cNvSpPr>
            <a:spLocks noGrp="1"/>
          </p:cNvSpPr>
          <p:nvPr>
            <p:ph type="body" sz="quarter" idx="62"/>
          </p:nvPr>
        </p:nvSpPr>
        <p:spPr>
          <a:xfrm>
            <a:off x="2287588" y="3902964"/>
            <a:ext cx="3408362" cy="2148840"/>
          </a:xfrm>
          <a:prstGeom prst="rect">
            <a:avLst/>
          </a:prstGeom>
        </p:spPr>
        <p:txBody>
          <a:bodyPr lIns="0" tIns="0" rIns="0" bIns="0"/>
          <a:lstStyle>
            <a:lvl1pPr marL="0" indent="0">
              <a:buNone/>
              <a:defRPr sz="1600"/>
            </a:lvl1pPr>
          </a:lstStyle>
          <a:p>
            <a:pPr lvl="0"/>
            <a:r>
              <a:rPr lang="en-GB" noProof="0"/>
              <a:t>Click to edit Master text styles</a:t>
            </a:r>
          </a:p>
        </p:txBody>
      </p:sp>
      <p:sp>
        <p:nvSpPr>
          <p:cNvPr id="5" name="Picture placeholder 5" descr="Photograph of individual who the details in textbox are referencing.">
            <a:extLst>
              <a:ext uri="{FF2B5EF4-FFF2-40B4-BE49-F238E27FC236}">
                <a16:creationId xmlns:a16="http://schemas.microsoft.com/office/drawing/2014/main" id="{CC545A77-BA77-E6F6-EBC3-73FBE4CFC458}"/>
              </a:ext>
            </a:extLst>
          </p:cNvPr>
          <p:cNvSpPr>
            <a:spLocks noGrp="1" noChangeAspect="1"/>
          </p:cNvSpPr>
          <p:nvPr>
            <p:ph type="pic" sz="quarter" idx="60"/>
          </p:nvPr>
        </p:nvSpPr>
        <p:spPr>
          <a:xfrm>
            <a:off x="6536690"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GB" sz="1200" noProof="0">
                <a:cs typeface="Arial" pitchFamily="34" charset="0"/>
              </a:rPr>
              <a:t>Click icon to add picture</a:t>
            </a:r>
            <a:endParaRPr lang="en-US" sz="1200" noProof="0" dirty="0">
              <a:cs typeface="Arial" pitchFamily="34" charset="0"/>
            </a:endParaRPr>
          </a:p>
        </p:txBody>
      </p:sp>
      <p:sp>
        <p:nvSpPr>
          <p:cNvPr id="14" name="Text Placeholder 10">
            <a:extLst>
              <a:ext uri="{FF2B5EF4-FFF2-40B4-BE49-F238E27FC236}">
                <a16:creationId xmlns:a16="http://schemas.microsoft.com/office/drawing/2014/main" id="{E713A4D5-4317-F6E9-23F6-EDEF281E8896}"/>
              </a:ext>
            </a:extLst>
          </p:cNvPr>
          <p:cNvSpPr>
            <a:spLocks noGrp="1"/>
          </p:cNvSpPr>
          <p:nvPr>
            <p:ph type="body" sz="quarter" idx="63"/>
          </p:nvPr>
        </p:nvSpPr>
        <p:spPr>
          <a:xfrm>
            <a:off x="8016875" y="3903266"/>
            <a:ext cx="3408362" cy="2148840"/>
          </a:xfrm>
          <a:prstGeom prst="rect">
            <a:avLst/>
          </a:prstGeom>
        </p:spPr>
        <p:txBody>
          <a:bodyPr lIns="0" tIns="0" rIns="0" bIns="0"/>
          <a:lstStyle>
            <a:lvl1pPr marL="0" indent="0">
              <a:buNone/>
              <a:defRPr sz="1600"/>
            </a:lvl1pPr>
          </a:lstStyle>
          <a:p>
            <a:pPr lvl="0"/>
            <a:r>
              <a:rPr lang="en-GB" noProof="0"/>
              <a:t>Click to edit Master text styles</a:t>
            </a:r>
          </a:p>
        </p:txBody>
      </p:sp>
      <p:sp>
        <p:nvSpPr>
          <p:cNvPr id="2" name="Footer Placeholder 1">
            <a:extLst>
              <a:ext uri="{FF2B5EF4-FFF2-40B4-BE49-F238E27FC236}">
                <a16:creationId xmlns:a16="http://schemas.microsoft.com/office/drawing/2014/main" id="{9D21F2AF-DC20-C31D-0076-307B3CAB238D}"/>
              </a:ext>
            </a:extLst>
          </p:cNvPr>
          <p:cNvSpPr>
            <a:spLocks noGrp="1"/>
          </p:cNvSpPr>
          <p:nvPr>
            <p:ph type="ftr" sz="quarter" idx="67"/>
          </p:nvPr>
        </p:nvSpPr>
        <p:spPr/>
        <p:txBody>
          <a:bodyPr/>
          <a:lstStyle/>
          <a:p>
            <a:endParaRPr lang="en-US" noProof="0"/>
          </a:p>
        </p:txBody>
      </p:sp>
      <p:sp>
        <p:nvSpPr>
          <p:cNvPr id="10" name="Slide Number Placeholder 9">
            <a:extLst>
              <a:ext uri="{FF2B5EF4-FFF2-40B4-BE49-F238E27FC236}">
                <a16:creationId xmlns:a16="http://schemas.microsoft.com/office/drawing/2014/main" id="{553AAAF4-091F-0FC5-BBD9-9037C660D57E}"/>
              </a:ext>
              <a:ext uri="{C183D7F6-B498-43B3-948B-1728B52AA6E4}">
                <adec:decorative xmlns:adec="http://schemas.microsoft.com/office/drawing/2017/decorative" val="1"/>
              </a:ext>
            </a:extLst>
          </p:cNvPr>
          <p:cNvSpPr>
            <a:spLocks noGrp="1"/>
          </p:cNvSpPr>
          <p:nvPr>
            <p:ph type="sldNum" sz="quarter" idx="66"/>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937494046"/>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losing slide B – Contact us">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4351994-C110-F943-BA9E-AB717123F9E4}"/>
              </a:ext>
            </a:extLst>
          </p:cNvPr>
          <p:cNvSpPr>
            <a:spLocks noGrp="1"/>
          </p:cNvSpPr>
          <p:nvPr>
            <p:ph type="title" hasCustomPrompt="1"/>
          </p:nvPr>
        </p:nvSpPr>
        <p:spPr>
          <a:xfrm>
            <a:off x="766762" y="2219794"/>
            <a:ext cx="10658475" cy="920750"/>
          </a:xfrm>
          <a:prstGeom prst="rect">
            <a:avLst/>
          </a:prstGeom>
        </p:spPr>
        <p:txBody>
          <a:bodyPr vert="horz" lIns="0" tIns="0" rIns="0" bIns="0" rtlCol="0" anchor="b" anchorCtr="0">
            <a:noAutofit/>
          </a:bodyPr>
          <a:lstStyle>
            <a:lvl1pPr>
              <a:defRPr/>
            </a:lvl1pPr>
          </a:lstStyle>
          <a:p>
            <a:r>
              <a:rPr lang="en-US" noProof="0"/>
              <a:t>Closing contact us slide (gradient B) – click to add title</a:t>
            </a:r>
          </a:p>
        </p:txBody>
      </p:sp>
      <p:grpSp>
        <p:nvGrpSpPr>
          <p:cNvPr id="3" name="Group 2">
            <a:extLst>
              <a:ext uri="{FF2B5EF4-FFF2-40B4-BE49-F238E27FC236}">
                <a16:creationId xmlns:a16="http://schemas.microsoft.com/office/drawing/2014/main" id="{4F8F9319-F47E-5209-D96C-8C63C97A1C5E}"/>
              </a:ext>
              <a:ext uri="{C183D7F6-B498-43B3-948B-1728B52AA6E4}">
                <adec:decorative xmlns:adec="http://schemas.microsoft.com/office/drawing/2017/decorative" val="1"/>
              </a:ext>
            </a:extLst>
          </p:cNvPr>
          <p:cNvGrpSpPr/>
          <p:nvPr userDrawn="1"/>
        </p:nvGrpSpPr>
        <p:grpSpPr>
          <a:xfrm>
            <a:off x="0" y="3492450"/>
            <a:ext cx="12193200" cy="2600375"/>
            <a:chOff x="0" y="3492450"/>
            <a:chExt cx="12193200" cy="2600375"/>
          </a:xfrm>
        </p:grpSpPr>
        <p:sp>
          <p:nvSpPr>
            <p:cNvPr id="12" name="TextBox 11">
              <a:extLst>
                <a:ext uri="{FF2B5EF4-FFF2-40B4-BE49-F238E27FC236}">
                  <a16:creationId xmlns:a16="http://schemas.microsoft.com/office/drawing/2014/main" id="{1F614509-D299-6819-DE99-999B1432D4BE}"/>
                </a:ext>
                <a:ext uri="{C183D7F6-B498-43B3-948B-1728B52AA6E4}">
                  <adec:decorative xmlns:adec="http://schemas.microsoft.com/office/drawing/2017/decorative" val="1"/>
                </a:ext>
              </a:extLst>
            </p:cNvPr>
            <p:cNvSpPr txBox="1">
              <a:spLocks/>
            </p:cNvSpPr>
            <p:nvPr userDrawn="1"/>
          </p:nvSpPr>
          <p:spPr>
            <a:xfrm>
              <a:off x="0" y="3600450"/>
              <a:ext cx="12192000" cy="2492375"/>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3" name="TextBox 12">
              <a:extLst>
                <a:ext uri="{FF2B5EF4-FFF2-40B4-BE49-F238E27FC236}">
                  <a16:creationId xmlns:a16="http://schemas.microsoft.com/office/drawing/2014/main" id="{B700D9F4-8C66-1D95-B888-C102CFAC6774}"/>
                </a:ext>
                <a:ext uri="{C183D7F6-B498-43B3-948B-1728B52AA6E4}">
                  <adec:decorative xmlns:adec="http://schemas.microsoft.com/office/drawing/2017/decorative" val="1"/>
                </a:ext>
              </a:extLst>
            </p:cNvPr>
            <p:cNvSpPr txBox="1">
              <a:spLocks/>
            </p:cNvSpPr>
            <p:nvPr userDrawn="1"/>
          </p:nvSpPr>
          <p:spPr>
            <a:xfrm>
              <a:off x="0" y="349245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4" name="Picture placeholder 5" descr="Photograph of individual who the details in textbox are referencing.">
            <a:extLst>
              <a:ext uri="{FF2B5EF4-FFF2-40B4-BE49-F238E27FC236}">
                <a16:creationId xmlns:a16="http://schemas.microsoft.com/office/drawing/2014/main" id="{03BCFE89-FD15-1E11-B30E-A9928F68DE95}"/>
              </a:ext>
            </a:extLst>
          </p:cNvPr>
          <p:cNvSpPr>
            <a:spLocks noGrp="1" noChangeAspect="1"/>
          </p:cNvSpPr>
          <p:nvPr>
            <p:ph type="pic" sz="quarter" idx="26"/>
          </p:nvPr>
        </p:nvSpPr>
        <p:spPr>
          <a:xfrm>
            <a:off x="850582"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GB" sz="1200" noProof="0">
                <a:cs typeface="Arial" pitchFamily="34" charset="0"/>
              </a:rPr>
              <a:t>Click icon to add picture</a:t>
            </a:r>
            <a:endParaRPr lang="en-US" sz="1200" noProof="0" dirty="0">
              <a:cs typeface="Arial" pitchFamily="34" charset="0"/>
            </a:endParaRPr>
          </a:p>
        </p:txBody>
      </p:sp>
      <p:sp>
        <p:nvSpPr>
          <p:cNvPr id="11" name="Text Placeholder 10">
            <a:extLst>
              <a:ext uri="{FF2B5EF4-FFF2-40B4-BE49-F238E27FC236}">
                <a16:creationId xmlns:a16="http://schemas.microsoft.com/office/drawing/2014/main" id="{EFCFA108-69DB-4B07-6998-B1F4F4095906}"/>
              </a:ext>
            </a:extLst>
          </p:cNvPr>
          <p:cNvSpPr>
            <a:spLocks noGrp="1"/>
          </p:cNvSpPr>
          <p:nvPr>
            <p:ph type="body" sz="quarter" idx="62"/>
          </p:nvPr>
        </p:nvSpPr>
        <p:spPr>
          <a:xfrm>
            <a:off x="2287588" y="3902964"/>
            <a:ext cx="3408362" cy="2148840"/>
          </a:xfrm>
          <a:prstGeom prst="rect">
            <a:avLst/>
          </a:prstGeom>
        </p:spPr>
        <p:txBody>
          <a:bodyPr lIns="0" tIns="0" rIns="0" bIns="0"/>
          <a:lstStyle>
            <a:lvl1pPr marL="0" indent="0">
              <a:buNone/>
              <a:defRPr sz="1600"/>
            </a:lvl1pPr>
          </a:lstStyle>
          <a:p>
            <a:pPr lvl="0"/>
            <a:r>
              <a:rPr lang="en-GB" noProof="0"/>
              <a:t>Click to edit Master text styles</a:t>
            </a:r>
          </a:p>
        </p:txBody>
      </p:sp>
      <p:sp>
        <p:nvSpPr>
          <p:cNvPr id="5" name="Picture placeholder 5" descr="Photograph of individual who the details in textbox are referencing.">
            <a:extLst>
              <a:ext uri="{FF2B5EF4-FFF2-40B4-BE49-F238E27FC236}">
                <a16:creationId xmlns:a16="http://schemas.microsoft.com/office/drawing/2014/main" id="{CC545A77-BA77-E6F6-EBC3-73FBE4CFC458}"/>
              </a:ext>
            </a:extLst>
          </p:cNvPr>
          <p:cNvSpPr>
            <a:spLocks noGrp="1" noChangeAspect="1"/>
          </p:cNvSpPr>
          <p:nvPr>
            <p:ph type="pic" sz="quarter" idx="60"/>
          </p:nvPr>
        </p:nvSpPr>
        <p:spPr>
          <a:xfrm>
            <a:off x="6533896"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GB" sz="1200" noProof="0">
                <a:cs typeface="Arial" pitchFamily="34" charset="0"/>
              </a:rPr>
              <a:t>Click icon to add picture</a:t>
            </a:r>
            <a:endParaRPr lang="en-US" sz="1200" noProof="0" dirty="0">
              <a:cs typeface="Arial" pitchFamily="34" charset="0"/>
            </a:endParaRPr>
          </a:p>
        </p:txBody>
      </p:sp>
      <p:sp>
        <p:nvSpPr>
          <p:cNvPr id="14" name="Text Placeholder 10">
            <a:extLst>
              <a:ext uri="{FF2B5EF4-FFF2-40B4-BE49-F238E27FC236}">
                <a16:creationId xmlns:a16="http://schemas.microsoft.com/office/drawing/2014/main" id="{E713A4D5-4317-F6E9-23F6-EDEF281E8896}"/>
              </a:ext>
            </a:extLst>
          </p:cNvPr>
          <p:cNvSpPr>
            <a:spLocks noGrp="1"/>
          </p:cNvSpPr>
          <p:nvPr>
            <p:ph type="body" sz="quarter" idx="63"/>
          </p:nvPr>
        </p:nvSpPr>
        <p:spPr>
          <a:xfrm>
            <a:off x="8016875" y="3903266"/>
            <a:ext cx="3408362" cy="2148840"/>
          </a:xfrm>
          <a:prstGeom prst="rect">
            <a:avLst/>
          </a:prstGeom>
        </p:spPr>
        <p:txBody>
          <a:bodyPr lIns="0" tIns="0" rIns="0" bIns="0"/>
          <a:lstStyle>
            <a:lvl1pPr marL="0" indent="0">
              <a:buNone/>
              <a:defRPr sz="1600"/>
            </a:lvl1pPr>
          </a:lstStyle>
          <a:p>
            <a:pPr lvl="0"/>
            <a:r>
              <a:rPr lang="en-GB" noProof="0"/>
              <a:t>Click to edit Master text styles</a:t>
            </a:r>
          </a:p>
        </p:txBody>
      </p:sp>
      <p:sp>
        <p:nvSpPr>
          <p:cNvPr id="2" name="Footer Placeholder 1">
            <a:extLst>
              <a:ext uri="{FF2B5EF4-FFF2-40B4-BE49-F238E27FC236}">
                <a16:creationId xmlns:a16="http://schemas.microsoft.com/office/drawing/2014/main" id="{EB7ECD07-7F27-577F-6C51-E0DCA72AAC3A}"/>
              </a:ext>
            </a:extLst>
          </p:cNvPr>
          <p:cNvSpPr>
            <a:spLocks noGrp="1"/>
          </p:cNvSpPr>
          <p:nvPr>
            <p:ph type="ftr" sz="quarter" idx="67"/>
          </p:nvPr>
        </p:nvSpPr>
        <p:spPr/>
        <p:txBody>
          <a:bodyPr/>
          <a:lstStyle/>
          <a:p>
            <a:endParaRPr lang="en-US" noProof="0"/>
          </a:p>
        </p:txBody>
      </p:sp>
      <p:sp>
        <p:nvSpPr>
          <p:cNvPr id="10" name="Slide Number Placeholder 9">
            <a:extLst>
              <a:ext uri="{FF2B5EF4-FFF2-40B4-BE49-F238E27FC236}">
                <a16:creationId xmlns:a16="http://schemas.microsoft.com/office/drawing/2014/main" id="{6A348394-CEAC-2608-D2C7-1C6D9E8624AE}"/>
              </a:ext>
              <a:ext uri="{C183D7F6-B498-43B3-948B-1728B52AA6E4}">
                <adec:decorative xmlns:adec="http://schemas.microsoft.com/office/drawing/2017/decorative" val="1"/>
              </a:ext>
            </a:extLst>
          </p:cNvPr>
          <p:cNvSpPr>
            <a:spLocks noGrp="1"/>
          </p:cNvSpPr>
          <p:nvPr>
            <p:ph type="sldNum" sz="quarter" idx="66"/>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013202458"/>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losing slide A – Logo+Cornerston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04351D-5FDC-BFE0-854C-3134DB0C3A5D}"/>
              </a:ext>
            </a:extLst>
          </p:cNvPr>
          <p:cNvSpPr>
            <a:spLocks noGrp="1"/>
          </p:cNvSpPr>
          <p:nvPr>
            <p:ph type="title" hasCustomPrompt="1"/>
          </p:nvPr>
        </p:nvSpPr>
        <p:spPr>
          <a:xfrm>
            <a:off x="777223" y="770482"/>
            <a:ext cx="6080777" cy="2862072"/>
          </a:xfrm>
          <a:prstGeom prst="rect">
            <a:avLst/>
          </a:prstGeom>
        </p:spPr>
        <p:txBody>
          <a:bodyPr vert="horz" lIns="0" tIns="0" rIns="0" bIns="0" rtlCol="0" anchor="t" anchorCtr="0">
            <a:noAutofit/>
          </a:bodyPr>
          <a:lstStyle>
            <a:lvl1pPr>
              <a:lnSpc>
                <a:spcPct val="80000"/>
              </a:lnSpc>
              <a:defRPr sz="6000">
                <a:solidFill>
                  <a:schemeClr val="tx1"/>
                </a:solidFill>
              </a:defRPr>
            </a:lvl1pPr>
          </a:lstStyle>
          <a:p>
            <a:r>
              <a:rPr lang="en-US" noProof="0"/>
              <a:t>Closing slide (gradient A) – click to add title</a:t>
            </a:r>
          </a:p>
        </p:txBody>
      </p:sp>
      <p:sp>
        <p:nvSpPr>
          <p:cNvPr id="6" name="Text placeholder 2">
            <a:extLst>
              <a:ext uri="{FF2B5EF4-FFF2-40B4-BE49-F238E27FC236}">
                <a16:creationId xmlns:a16="http://schemas.microsoft.com/office/drawing/2014/main" id="{809FFADF-A533-B666-03B7-44FFDD405052}"/>
              </a:ext>
            </a:extLst>
          </p:cNvPr>
          <p:cNvSpPr>
            <a:spLocks noGrp="1"/>
          </p:cNvSpPr>
          <p:nvPr>
            <p:ph type="body" sz="quarter" idx="12" hasCustomPrompt="1"/>
          </p:nvPr>
        </p:nvSpPr>
        <p:spPr>
          <a:xfrm>
            <a:off x="766763" y="3727452"/>
            <a:ext cx="6091237" cy="2016123"/>
          </a:xfrm>
          <a:prstGeom prst="rect">
            <a:avLst/>
          </a:prstGeom>
        </p:spPr>
        <p:txBody>
          <a:bodyPr lIns="0" tIns="0" rIns="0" bIns="0">
            <a:noAutofit/>
          </a:bodyPr>
          <a:lstStyle>
            <a:lvl1pPr marL="0" indent="0">
              <a:spcBef>
                <a:spcPct val="0"/>
              </a:spcBef>
              <a:buNone/>
              <a:defRPr sz="1600"/>
            </a:lvl1pPr>
          </a:lstStyle>
          <a:p>
            <a:pPr lvl="0"/>
            <a:r>
              <a:rPr lang="en-US" noProof="0"/>
              <a:t>To get the latest company description, visit brand.cgi.com &gt; Brand positioning &gt; Company descriptions.</a:t>
            </a:r>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5236AB"/>
              </a:gs>
              <a:gs pos="60000">
                <a:srgbClr val="A82465"/>
              </a:gs>
              <a:gs pos="0">
                <a:srgbClr val="E31937"/>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7D65D96C-0287-1622-2E72-64E2F7F4656C}"/>
              </a:ext>
            </a:extLst>
          </p:cNvPr>
          <p:cNvSpPr>
            <a:spLocks noGrp="1"/>
          </p:cNvSpPr>
          <p:nvPr>
            <p:ph type="ftr" sz="quarter" idx="16"/>
          </p:nvPr>
        </p:nvSpPr>
        <p:spPr/>
        <p:txBody>
          <a:bodyPr/>
          <a:lstStyle/>
          <a:p>
            <a:endParaRPr lang="en-US" noProof="0"/>
          </a:p>
        </p:txBody>
      </p:sp>
      <p:sp>
        <p:nvSpPr>
          <p:cNvPr id="12" name="Slide Number Placeholder 11">
            <a:extLst>
              <a:ext uri="{FF2B5EF4-FFF2-40B4-BE49-F238E27FC236}">
                <a16:creationId xmlns:a16="http://schemas.microsoft.com/office/drawing/2014/main" id="{534E1B12-770D-3077-3F0A-B9B746C3A430}"/>
              </a:ext>
              <a:ext uri="{C183D7F6-B498-43B3-948B-1728B52AA6E4}">
                <adec:decorative xmlns:adec="http://schemas.microsoft.com/office/drawing/2017/decorative" val="1"/>
              </a:ext>
            </a:extLst>
          </p:cNvPr>
          <p:cNvSpPr>
            <a:spLocks noGrp="1"/>
          </p:cNvSpPr>
          <p:nvPr>
            <p:ph type="sldNum" sz="quarter" idx="15"/>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558491376"/>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losing slide B – Logo+Cornerston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04351D-5FDC-BFE0-854C-3134DB0C3A5D}"/>
              </a:ext>
            </a:extLst>
          </p:cNvPr>
          <p:cNvSpPr>
            <a:spLocks noGrp="1"/>
          </p:cNvSpPr>
          <p:nvPr>
            <p:ph type="title" hasCustomPrompt="1"/>
          </p:nvPr>
        </p:nvSpPr>
        <p:spPr>
          <a:xfrm>
            <a:off x="768096" y="768096"/>
            <a:ext cx="6080777" cy="2862072"/>
          </a:xfrm>
          <a:prstGeom prst="rect">
            <a:avLst/>
          </a:prstGeom>
        </p:spPr>
        <p:txBody>
          <a:bodyPr vert="horz" lIns="0" tIns="0" rIns="0" bIns="0" rtlCol="0" anchor="t" anchorCtr="0">
            <a:noAutofit/>
          </a:bodyPr>
          <a:lstStyle>
            <a:lvl1pPr>
              <a:lnSpc>
                <a:spcPct val="80000"/>
              </a:lnSpc>
              <a:defRPr sz="6000">
                <a:solidFill>
                  <a:schemeClr val="tx1"/>
                </a:solidFill>
              </a:defRPr>
            </a:lvl1pPr>
          </a:lstStyle>
          <a:p>
            <a:r>
              <a:rPr lang="en-US" noProof="0"/>
              <a:t>Closing slide (gradient B) – click to add title</a:t>
            </a:r>
          </a:p>
        </p:txBody>
      </p:sp>
      <p:sp>
        <p:nvSpPr>
          <p:cNvPr id="6" name="Text placeholder 2">
            <a:extLst>
              <a:ext uri="{FF2B5EF4-FFF2-40B4-BE49-F238E27FC236}">
                <a16:creationId xmlns:a16="http://schemas.microsoft.com/office/drawing/2014/main" id="{809FFADF-A533-B666-03B7-44FFDD405052}"/>
              </a:ext>
            </a:extLst>
          </p:cNvPr>
          <p:cNvSpPr>
            <a:spLocks noGrp="1"/>
          </p:cNvSpPr>
          <p:nvPr>
            <p:ph type="body" sz="quarter" idx="12" hasCustomPrompt="1"/>
          </p:nvPr>
        </p:nvSpPr>
        <p:spPr>
          <a:xfrm>
            <a:off x="766763" y="3727452"/>
            <a:ext cx="6091237" cy="2016123"/>
          </a:xfrm>
          <a:prstGeom prst="rect">
            <a:avLst/>
          </a:prstGeom>
        </p:spPr>
        <p:txBody>
          <a:bodyPr lIns="0" tIns="0" rIns="0" bIns="0">
            <a:noAutofit/>
          </a:bodyPr>
          <a:lstStyle>
            <a:lvl1pPr marL="0" indent="0">
              <a:spcBef>
                <a:spcPct val="0"/>
              </a:spcBef>
              <a:buNone/>
              <a:defRPr sz="1600"/>
            </a:lvl1pPr>
          </a:lstStyle>
          <a:p>
            <a:pPr lvl="0"/>
            <a:r>
              <a:rPr lang="en-US" noProof="0"/>
              <a:t>To get the latest company description, visit brand.cgi.com &gt; Brand positioning &gt; Company descriptions.</a:t>
            </a:r>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B3DAC949-1442-A46E-72FA-37EF84DEBA82}"/>
              </a:ext>
            </a:extLst>
          </p:cNvPr>
          <p:cNvSpPr>
            <a:spLocks noGrp="1"/>
          </p:cNvSpPr>
          <p:nvPr>
            <p:ph type="ftr" sz="quarter" idx="16"/>
          </p:nvPr>
        </p:nvSpPr>
        <p:spPr/>
        <p:txBody>
          <a:bodyPr/>
          <a:lstStyle/>
          <a:p>
            <a:endParaRPr lang="en-US" noProof="0"/>
          </a:p>
        </p:txBody>
      </p:sp>
      <p:sp>
        <p:nvSpPr>
          <p:cNvPr id="12" name="Slide Number Placeholder 11">
            <a:extLst>
              <a:ext uri="{FF2B5EF4-FFF2-40B4-BE49-F238E27FC236}">
                <a16:creationId xmlns:a16="http://schemas.microsoft.com/office/drawing/2014/main" id="{CF61C4D7-E521-3636-FC43-E3A3C928D333}"/>
              </a:ext>
              <a:ext uri="{C183D7F6-B498-43B3-948B-1728B52AA6E4}">
                <adec:decorative xmlns:adec="http://schemas.microsoft.com/office/drawing/2017/decorative" val="1"/>
              </a:ext>
            </a:extLst>
          </p:cNvPr>
          <p:cNvSpPr>
            <a:spLocks noGrp="1"/>
          </p:cNvSpPr>
          <p:nvPr>
            <p:ph type="sldNum" sz="quarter" idx="15"/>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74997735"/>
      </p:ext>
    </p:extLst>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Read Only 7">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Ready-to-use slides</a:t>
            </a:r>
            <a:endParaRPr lang="en-US" sz="16600">
              <a:solidFill>
                <a:schemeClr val="bg1"/>
              </a:solidFill>
            </a:endParaRPr>
          </a:p>
        </p:txBody>
      </p:sp>
    </p:spTree>
    <p:extLst>
      <p:ext uri="{BB962C8B-B14F-4D97-AF65-F5344CB8AC3E}">
        <p14:creationId xmlns:p14="http://schemas.microsoft.com/office/powerpoint/2010/main" val="1906927898"/>
      </p:ext>
    </p:extLst>
  </p:cSld>
  <p:clrMapOvr>
    <a:masterClrMapping/>
  </p:clrMapOvr>
  <p:transition/>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Q&amp;A - Cornerstone">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userDrawn="1">
            <p:ph type="title" hasCustomPrompt="1"/>
          </p:nvPr>
        </p:nvSpPr>
        <p:spPr bwMode="white">
          <a:xfrm>
            <a:off x="767849" y="612111"/>
            <a:ext cx="6090151" cy="2226506"/>
          </a:xfrm>
        </p:spPr>
        <p:txBody>
          <a:bodyPr>
            <a:noAutofit/>
          </a:bodyPr>
          <a:lstStyle>
            <a:lvl1pPr>
              <a:defRPr sz="4800">
                <a:solidFill>
                  <a:schemeClr val="tx1"/>
                </a:solidFill>
              </a:defRPr>
            </a:lvl1pPr>
          </a:lstStyle>
          <a:p>
            <a:r>
              <a:rPr lang="en-US" noProof="0"/>
              <a:t>Q&amp;A</a:t>
            </a:r>
          </a:p>
        </p:txBody>
      </p:sp>
      <p:pic>
        <p:nvPicPr>
          <p:cNvPr id="3" name="Picture 2">
            <a:extLst>
              <a:ext uri="{FF2B5EF4-FFF2-40B4-BE49-F238E27FC236}">
                <a16:creationId xmlns:a16="http://schemas.microsoft.com/office/drawing/2014/main" id="{65088167-3D6D-5E6C-DA5E-C3277ED4606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4286"/>
          <a:stretch/>
        </p:blipFill>
        <p:spPr>
          <a:xfrm>
            <a:off x="5943516" y="0"/>
            <a:ext cx="6248400" cy="6017407"/>
          </a:xfrm>
          <a:prstGeom prst="rect">
            <a:avLst/>
          </a:prstGeom>
        </p:spPr>
      </p:pic>
      <p:sp>
        <p:nvSpPr>
          <p:cNvPr id="2" name="Footer Placeholder 1">
            <a:extLst>
              <a:ext uri="{FF2B5EF4-FFF2-40B4-BE49-F238E27FC236}">
                <a16:creationId xmlns:a16="http://schemas.microsoft.com/office/drawing/2014/main" id="{9542A8DC-D6A9-AE1E-4B2D-94EA32AFA27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31BB1A83-0CD4-B8FB-3185-33E9395D09FB}"/>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3393280198"/>
      </p:ext>
    </p:extLst>
  </p:cSld>
  <p:clrMapOvr>
    <a:masterClrMapping/>
  </p:clrMapOvr>
  <p:transition/>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losing slide A – Preset tagline+descripti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B22672E-5DB6-C990-E754-D74675986889}"/>
              </a:ext>
            </a:extLst>
          </p:cNvPr>
          <p:cNvSpPr>
            <a:spLocks noGrp="1"/>
          </p:cNvSpPr>
          <p:nvPr>
            <p:ph type="title" hasCustomPrompt="1"/>
          </p:nvPr>
        </p:nvSpPr>
        <p:spPr>
          <a:xfrm>
            <a:off x="397795" y="-3497179"/>
            <a:ext cx="10658475" cy="3452361"/>
          </a:xfrm>
        </p:spPr>
        <p:txBody>
          <a:bodyPr/>
          <a:lstStyle>
            <a:lvl1pPr>
              <a:defRPr>
                <a:solidFill>
                  <a:srgbClr val="E6E6E6"/>
                </a:solidFill>
              </a:defRPr>
            </a:lvl1pPr>
          </a:lstStyle>
          <a:p>
            <a:r>
              <a:rPr lang="en-US" sz="2800" noProof="0"/>
              <a:t>Insights you can act on. Founded in 1976, CGI is among the largest IT and business consulting services firms in the world.</a:t>
            </a:r>
            <a:br>
              <a:rPr lang="en-US" sz="2800" noProof="0"/>
            </a:br>
            <a:br>
              <a:rPr lang="en-US" sz="2800" noProof="0"/>
            </a:br>
            <a:r>
              <a:rPr lang="en-US" sz="2800" noProof="0"/>
              <a:t>We are insights-driven and outcomes-based to help accelerate returns on your investments. Across hundreds of locations worldwide, we provide comprehensive, scalable and sustainable IT and business consulting services that are informed globally and delivered locally.</a:t>
            </a:r>
          </a:p>
        </p:txBody>
      </p:sp>
      <p:sp>
        <p:nvSpPr>
          <p:cNvPr id="5" name="TextBox 4">
            <a:extLst>
              <a:ext uri="{FF2B5EF4-FFF2-40B4-BE49-F238E27FC236}">
                <a16:creationId xmlns:a16="http://schemas.microsoft.com/office/drawing/2014/main" id="{056F8F7F-95BE-A79F-1143-BCA981115B28}"/>
              </a:ext>
            </a:extLst>
          </p:cNvPr>
          <p:cNvSpPr txBox="1">
            <a:spLocks/>
          </p:cNvSpPr>
          <p:nvPr userDrawn="1"/>
        </p:nvSpPr>
        <p:spPr>
          <a:xfrm>
            <a:off x="736292" y="621792"/>
            <a:ext cx="6080760" cy="2862072"/>
          </a:xfrm>
          <a:prstGeom prst="rect">
            <a:avLst/>
          </a:prstGeom>
          <a:ln>
            <a:noFill/>
          </a:ln>
        </p:spPr>
        <p:txBody>
          <a:bodyPr vert="horz" wrap="square" lIns="0" tIns="0" rIns="0" bIns="0" rtlCol="0" anchor="b" anchorCtr="0">
            <a:noAutofit/>
          </a:bodyPr>
          <a:lstStyle/>
          <a:p>
            <a:pPr algn="l">
              <a:lnSpc>
                <a:spcPct val="80000"/>
              </a:lnSpc>
            </a:pPr>
            <a:r>
              <a:rPr lang="en-US" sz="6000" noProof="0"/>
              <a:t>Insights you </a:t>
            </a:r>
            <a:br>
              <a:rPr lang="en-US" sz="6000" noProof="0"/>
            </a:br>
            <a:r>
              <a:rPr lang="en-US" sz="6000" noProof="0"/>
              <a:t>can act on</a:t>
            </a:r>
          </a:p>
        </p:txBody>
      </p:sp>
      <p:sp>
        <p:nvSpPr>
          <p:cNvPr id="2" name="TextBox 1">
            <a:extLst>
              <a:ext uri="{FF2B5EF4-FFF2-40B4-BE49-F238E27FC236}">
                <a16:creationId xmlns:a16="http://schemas.microsoft.com/office/drawing/2014/main" id="{49E263F4-A59C-0AAB-130B-605830B3CE86}"/>
              </a:ext>
            </a:extLst>
          </p:cNvPr>
          <p:cNvSpPr txBox="1">
            <a:spLocks/>
          </p:cNvSpPr>
          <p:nvPr userDrawn="1"/>
        </p:nvSpPr>
        <p:spPr>
          <a:xfrm>
            <a:off x="768096" y="3730752"/>
            <a:ext cx="6089904" cy="2020824"/>
          </a:xfrm>
          <a:prstGeom prst="rect">
            <a:avLst/>
          </a:prstGeom>
        </p:spPr>
        <p:txBody>
          <a:bodyPr vert="horz" wrap="square" lIns="0" tIns="0" rIns="0" bIns="0" rtlCol="0" anchor="t" anchorCtr="0">
            <a:normAutofit/>
          </a:bodyPr>
          <a:lstStyle/>
          <a:p>
            <a:r>
              <a:rPr lang="en-US" sz="1600" noProof="0" dirty="0"/>
              <a:t>Founded in 1976, CGI is among the largest IT and business consulting services firms in the world.</a:t>
            </a:r>
          </a:p>
          <a:p>
            <a:endParaRPr lang="en-US" sz="1600" noProof="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600" noProof="0" dirty="0"/>
              <a:t>We are insights-driven and outcomes-focused to help accelerate returns on your investments. Across hundreds of locations worldwide, we provide comprehensive, scalable and sustainable </a:t>
            </a:r>
            <a:br>
              <a:rPr lang="en-US" sz="1600" noProof="0" dirty="0"/>
            </a:br>
            <a:r>
              <a:rPr lang="en-US" sz="1600" noProof="0" dirty="0"/>
              <a:t>IT and business consulting services that are informed globally </a:t>
            </a:r>
            <a:br>
              <a:rPr lang="en-US" sz="1600" noProof="0" dirty="0"/>
            </a:br>
            <a:r>
              <a:rPr lang="en-US" sz="1600" noProof="0" dirty="0"/>
              <a:t>and delivered locally.</a:t>
            </a:r>
          </a:p>
          <a:p>
            <a:pPr algn="l"/>
            <a:endParaRPr lang="en-US" sz="1600" noProof="0" dirty="0"/>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chemeClr val="accent1"/>
              </a:gs>
              <a:gs pos="60000">
                <a:srgbClr val="A82465"/>
              </a:gs>
              <a:gs pos="0">
                <a:srgbClr val="E31937"/>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0A416AD6-6C56-B972-2AB5-EF9AC998FC78}"/>
              </a:ext>
            </a:extLst>
          </p:cNvPr>
          <p:cNvSpPr>
            <a:spLocks noGrp="1"/>
          </p:cNvSpPr>
          <p:nvPr>
            <p:ph type="ftr" sz="quarter" idx="13"/>
          </p:nvPr>
        </p:nvSpPr>
        <p:spPr/>
        <p:txBody>
          <a:bodyPr/>
          <a:lstStyle/>
          <a:p>
            <a:endParaRPr lang="en-US" noProof="0"/>
          </a:p>
        </p:txBody>
      </p:sp>
      <p:sp>
        <p:nvSpPr>
          <p:cNvPr id="4" name="TextBox 3">
            <a:extLst>
              <a:ext uri="{FF2B5EF4-FFF2-40B4-BE49-F238E27FC236}">
                <a16:creationId xmlns:a16="http://schemas.microsoft.com/office/drawing/2014/main" id="{3A520050-78C8-D59C-A36C-DCAFD6D16DDF}"/>
              </a:ext>
            </a:extLst>
          </p:cNvPr>
          <p:cNvSpPr txBox="1">
            <a:spLocks/>
          </p:cNvSpPr>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6" name="Slide Number Placeholder 7">
            <a:extLst>
              <a:ext uri="{FF2B5EF4-FFF2-40B4-BE49-F238E27FC236}">
                <a16:creationId xmlns:a16="http://schemas.microsoft.com/office/drawing/2014/main" id="{C1D36EEA-528E-E267-D6EC-07BC9DCF7DC0}"/>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36114906"/>
      </p:ext>
    </p:extLst>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losing slide B – Preset tagline+descripti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B22672E-5DB6-C990-E754-D74675986889}"/>
              </a:ext>
            </a:extLst>
          </p:cNvPr>
          <p:cNvSpPr>
            <a:spLocks noGrp="1"/>
          </p:cNvSpPr>
          <p:nvPr>
            <p:ph type="title" hasCustomPrompt="1"/>
          </p:nvPr>
        </p:nvSpPr>
        <p:spPr>
          <a:xfrm>
            <a:off x="397795" y="-3497179"/>
            <a:ext cx="10658475" cy="3452361"/>
          </a:xfrm>
        </p:spPr>
        <p:txBody>
          <a:bodyPr/>
          <a:lstStyle>
            <a:lvl1pPr>
              <a:defRPr>
                <a:solidFill>
                  <a:srgbClr val="E6E6E6"/>
                </a:solidFill>
              </a:defRPr>
            </a:lvl1pPr>
          </a:lstStyle>
          <a:p>
            <a:r>
              <a:rPr lang="en-US" sz="2800" noProof="0"/>
              <a:t>Insights you can act on. Founded in 1976, CGI is among the largest IT and business consulting services firms in the world.</a:t>
            </a:r>
            <a:br>
              <a:rPr lang="en-US" sz="2800" noProof="0"/>
            </a:br>
            <a:br>
              <a:rPr lang="en-US" sz="2800" noProof="0"/>
            </a:br>
            <a:r>
              <a:rPr lang="en-US" sz="2800" noProof="0"/>
              <a:t>We are insights-driven and outcomes-based to help accelerate returns on your investments. Across hundreds of locations worldwide, we provide comprehensive, scalable and sustainable IT and business consulting services that are informed globally and delivered locally.</a:t>
            </a:r>
          </a:p>
        </p:txBody>
      </p:sp>
      <p:sp>
        <p:nvSpPr>
          <p:cNvPr id="5" name="TextBox 4">
            <a:extLst>
              <a:ext uri="{FF2B5EF4-FFF2-40B4-BE49-F238E27FC236}">
                <a16:creationId xmlns:a16="http://schemas.microsoft.com/office/drawing/2014/main" id="{056F8F7F-95BE-A79F-1143-BCA981115B28}"/>
              </a:ext>
            </a:extLst>
          </p:cNvPr>
          <p:cNvSpPr txBox="1">
            <a:spLocks/>
          </p:cNvSpPr>
          <p:nvPr userDrawn="1"/>
        </p:nvSpPr>
        <p:spPr>
          <a:xfrm>
            <a:off x="740664" y="621792"/>
            <a:ext cx="6080760" cy="2862072"/>
          </a:xfrm>
          <a:prstGeom prst="rect">
            <a:avLst/>
          </a:prstGeom>
          <a:ln>
            <a:noFill/>
          </a:ln>
        </p:spPr>
        <p:txBody>
          <a:bodyPr vert="horz" wrap="square" lIns="0" tIns="0" rIns="0" bIns="0" rtlCol="0" anchor="b" anchorCtr="0">
            <a:noAutofit/>
          </a:bodyPr>
          <a:lstStyle/>
          <a:p>
            <a:pPr algn="l">
              <a:lnSpc>
                <a:spcPct val="80000"/>
              </a:lnSpc>
            </a:pPr>
            <a:r>
              <a:rPr lang="en-US" sz="6000" noProof="0"/>
              <a:t>Insights you </a:t>
            </a:r>
            <a:br>
              <a:rPr lang="en-US" sz="6000" noProof="0"/>
            </a:br>
            <a:r>
              <a:rPr lang="en-US" sz="6000" noProof="0"/>
              <a:t>can act on</a:t>
            </a:r>
          </a:p>
        </p:txBody>
      </p:sp>
      <p:sp>
        <p:nvSpPr>
          <p:cNvPr id="2" name="TextBox 1">
            <a:extLst>
              <a:ext uri="{FF2B5EF4-FFF2-40B4-BE49-F238E27FC236}">
                <a16:creationId xmlns:a16="http://schemas.microsoft.com/office/drawing/2014/main" id="{49E263F4-A59C-0AAB-130B-605830B3CE86}"/>
              </a:ext>
            </a:extLst>
          </p:cNvPr>
          <p:cNvSpPr txBox="1">
            <a:spLocks/>
          </p:cNvSpPr>
          <p:nvPr userDrawn="1"/>
        </p:nvSpPr>
        <p:spPr>
          <a:xfrm>
            <a:off x="768096" y="3730752"/>
            <a:ext cx="6089904" cy="2020824"/>
          </a:xfrm>
          <a:prstGeom prst="rect">
            <a:avLst/>
          </a:prstGeom>
        </p:spPr>
        <p:txBody>
          <a:bodyPr vert="horz" wrap="square" lIns="0" tIns="0" rIns="0" bIns="0" rtlCol="0" anchor="t" anchorCtr="0">
            <a:normAutofit/>
          </a:bodyPr>
          <a:lstStyle/>
          <a:p>
            <a:r>
              <a:rPr lang="en-US" sz="1600" noProof="0" dirty="0"/>
              <a:t>Founded in 1976, CGI is among the largest IT and business consulting services firms in the world.</a:t>
            </a:r>
          </a:p>
          <a:p>
            <a:endParaRPr lang="en-US" sz="1600" noProof="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600" noProof="0" dirty="0"/>
              <a:t>We are insights-driven and outcomes-focused to help accelerate returns on your investments. Across hundreds of locations worldwide, we provide comprehensive, scalable and sustainable </a:t>
            </a:r>
            <a:br>
              <a:rPr lang="en-US" sz="1600" noProof="0" dirty="0"/>
            </a:br>
            <a:r>
              <a:rPr lang="en-US" sz="1600" noProof="0" dirty="0"/>
              <a:t>IT and business consulting services that are informed globally </a:t>
            </a:r>
            <a:br>
              <a:rPr lang="en-US" sz="1600" noProof="0" dirty="0"/>
            </a:br>
            <a:r>
              <a:rPr lang="en-US" sz="1600" noProof="0" dirty="0"/>
              <a:t>and delivered locally.</a:t>
            </a:r>
          </a:p>
          <a:p>
            <a:pPr algn="l"/>
            <a:endParaRPr lang="en-US" sz="1600" noProof="0" dirty="0"/>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8310FF9F-E094-3A43-0544-57A6C89432AA}"/>
              </a:ext>
            </a:extLst>
          </p:cNvPr>
          <p:cNvSpPr>
            <a:spLocks noGrp="1"/>
          </p:cNvSpPr>
          <p:nvPr>
            <p:ph type="ftr" sz="quarter" idx="13"/>
          </p:nvPr>
        </p:nvSpPr>
        <p:spPr/>
        <p:txBody>
          <a:bodyPr/>
          <a:lstStyle/>
          <a:p>
            <a:endParaRPr lang="en-US" noProof="0"/>
          </a:p>
        </p:txBody>
      </p:sp>
      <p:sp>
        <p:nvSpPr>
          <p:cNvPr id="4" name="TextBox 3">
            <a:extLst>
              <a:ext uri="{FF2B5EF4-FFF2-40B4-BE49-F238E27FC236}">
                <a16:creationId xmlns:a16="http://schemas.microsoft.com/office/drawing/2014/main" id="{0C57FE94-C0F6-6B34-3783-4C7D2A79BC72}"/>
              </a:ext>
            </a:extLst>
          </p:cNvPr>
          <p:cNvSpPr txBox="1">
            <a:spLocks/>
          </p:cNvSpPr>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6" name="Slide Number Placeholder 7">
            <a:extLst>
              <a:ext uri="{FF2B5EF4-FFF2-40B4-BE49-F238E27FC236}">
                <a16:creationId xmlns:a16="http://schemas.microsoft.com/office/drawing/2014/main" id="{34BF6578-924E-900F-FBB2-D851251DEFBD}"/>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884460317"/>
      </p:ext>
    </p:extLst>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losing slide – Preset About CGI">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60A1F69-B5CC-5702-52E4-2ADAE4CEA12F}"/>
              </a:ext>
            </a:extLst>
          </p:cNvPr>
          <p:cNvSpPr>
            <a:spLocks noGrp="1"/>
          </p:cNvSpPr>
          <p:nvPr>
            <p:ph type="title" hasCustomPrompt="1"/>
          </p:nvPr>
        </p:nvSpPr>
        <p:spPr>
          <a:xfrm>
            <a:off x="821072" y="-1203159"/>
            <a:ext cx="10658475" cy="1148295"/>
          </a:xfrm>
        </p:spPr>
        <p:txBody>
          <a:bodyPr>
            <a:noAutofit/>
          </a:bodyPr>
          <a:lstStyle>
            <a:lvl1pPr>
              <a:defRPr sz="1200" b="0">
                <a:solidFill>
                  <a:srgbClr val="E6E6E6"/>
                </a:solidFill>
              </a:defRPr>
            </a:lvl1pPr>
          </a:lstStyle>
          <a:p>
            <a:pPr algn="l"/>
            <a:r>
              <a:rPr lang="en-US" b="0" noProof="0">
                <a:solidFill>
                  <a:srgbClr val="E6E6E6"/>
                </a:solidFill>
              </a:rPr>
              <a:t>About CGI </a:t>
            </a:r>
            <a:br>
              <a:rPr lang="en-US" b="0" noProof="0">
                <a:solidFill>
                  <a:srgbClr val="E6E6E6"/>
                </a:solidFill>
              </a:rPr>
            </a:br>
            <a:r>
              <a:rPr lang="en-US" b="0" noProof="0">
                <a:solidFill>
                  <a:srgbClr val="E6E6E6"/>
                </a:solidFill>
              </a:rPr>
              <a:t>Insights you can act on</a:t>
            </a:r>
            <a:br>
              <a:rPr lang="en-US" b="0" noProof="0">
                <a:solidFill>
                  <a:srgbClr val="E6E6E6"/>
                </a:solidFill>
              </a:rPr>
            </a:br>
            <a:r>
              <a:rPr lang="en-US" b="0" noProof="0">
                <a:solidFill>
                  <a:srgbClr val="E6E6E6"/>
                </a:solidFill>
              </a:rPr>
              <a:t>Founded in 1976, CGI is among the largest IT and business consulting services firms in the world.</a:t>
            </a:r>
            <a:br>
              <a:rPr lang="en-US" b="0" noProof="0">
                <a:solidFill>
                  <a:srgbClr val="E6E6E6"/>
                </a:solidFill>
              </a:rPr>
            </a:br>
            <a:r>
              <a:rPr lang="en-US" b="0" noProof="0">
                <a:solidFill>
                  <a:srgbClr val="E6E6E6"/>
                </a:solidFill>
              </a:rPr>
              <a:t>We are insights-driven and outcomes-based to help accelerate returns on your investments. Across hundreds of locations worldwide, we provide comprehensive, scalable and sustainable IT and business consulting services that are informed globally and delivered locally.</a:t>
            </a:r>
            <a:br>
              <a:rPr lang="en-US" b="0" noProof="0">
                <a:solidFill>
                  <a:srgbClr val="E6E6E6"/>
                </a:solidFill>
              </a:rPr>
            </a:br>
            <a:r>
              <a:rPr lang="en-US" b="0" noProof="0">
                <a:solidFill>
                  <a:srgbClr val="E6E6E6"/>
                </a:solidFill>
              </a:rPr>
              <a:t>cgi.com</a:t>
            </a:r>
            <a:br>
              <a:rPr lang="en-US" b="0" noProof="0">
                <a:solidFill>
                  <a:srgbClr val="E6E6E6"/>
                </a:solidFill>
              </a:rPr>
            </a:br>
            <a:endParaRPr lang="en-US" b="0" noProof="0">
              <a:solidFill>
                <a:srgbClr val="E6E6E6"/>
              </a:solidFill>
            </a:endParaRPr>
          </a:p>
        </p:txBody>
      </p:sp>
      <p:sp>
        <p:nvSpPr>
          <p:cNvPr id="2" name="TextBox 1">
            <a:extLst>
              <a:ext uri="{FF2B5EF4-FFF2-40B4-BE49-F238E27FC236}">
                <a16:creationId xmlns:a16="http://schemas.microsoft.com/office/drawing/2014/main" id="{4B3C3E2A-4A56-B0A7-0B73-15E80F6D3BDB}"/>
              </a:ext>
            </a:extLst>
          </p:cNvPr>
          <p:cNvSpPr txBox="1"/>
          <p:nvPr userDrawn="1"/>
        </p:nvSpPr>
        <p:spPr>
          <a:xfrm>
            <a:off x="766763" y="3282696"/>
            <a:ext cx="4608576" cy="320040"/>
          </a:xfrm>
          <a:prstGeom prst="rect">
            <a:avLst/>
          </a:prstGeom>
        </p:spPr>
        <p:txBody>
          <a:bodyPr vert="horz" wrap="square" lIns="0" tIns="0" rIns="0" bIns="0" rtlCol="0" anchor="t" anchorCtr="0">
            <a:normAutofit/>
          </a:bodyPr>
          <a:lstStyle/>
          <a:p>
            <a:pPr algn="l"/>
            <a:r>
              <a:rPr lang="en-US" b="1" noProof="0">
                <a:solidFill>
                  <a:srgbClr val="E31937"/>
                </a:solidFill>
              </a:rPr>
              <a:t>About CGI</a:t>
            </a:r>
          </a:p>
        </p:txBody>
      </p:sp>
      <p:sp>
        <p:nvSpPr>
          <p:cNvPr id="8" name="TextBox 7">
            <a:extLst>
              <a:ext uri="{FF2B5EF4-FFF2-40B4-BE49-F238E27FC236}">
                <a16:creationId xmlns:a16="http://schemas.microsoft.com/office/drawing/2014/main" id="{7B2627C1-E12E-A20D-EBCC-1D0135C82DE2}"/>
              </a:ext>
            </a:extLst>
          </p:cNvPr>
          <p:cNvSpPr txBox="1"/>
          <p:nvPr userDrawn="1"/>
        </p:nvSpPr>
        <p:spPr>
          <a:xfrm>
            <a:off x="766762" y="3858768"/>
            <a:ext cx="4608513" cy="2231136"/>
          </a:xfrm>
          <a:prstGeom prst="rect">
            <a:avLst/>
          </a:prstGeom>
        </p:spPr>
        <p:txBody>
          <a:bodyPr vert="horz" wrap="square" lIns="0" tIns="0" rIns="0" bIns="0" rtlCol="0" anchor="t" anchorCtr="0">
            <a:normAutofit/>
          </a:bodyPr>
          <a:lstStyle/>
          <a:p>
            <a:pPr>
              <a:lnSpc>
                <a:spcPct val="110000"/>
              </a:lnSpc>
              <a:spcBef>
                <a:spcPts val="500"/>
              </a:spcBef>
            </a:pPr>
            <a:r>
              <a:rPr lang="en-US" sz="1200" b="1" noProof="0" dirty="0"/>
              <a:t>Insights you can act on</a:t>
            </a:r>
          </a:p>
          <a:p>
            <a:pPr>
              <a:lnSpc>
                <a:spcPct val="110000"/>
              </a:lnSpc>
              <a:spcBef>
                <a:spcPts val="500"/>
              </a:spcBef>
              <a:spcAft>
                <a:spcPts val="600"/>
              </a:spcAft>
            </a:pPr>
            <a:r>
              <a:rPr lang="en-US" sz="1200" noProof="0" dirty="0"/>
              <a:t>Founded in 1976, CGI is among the largest IT and business consulting services firms in the world.</a:t>
            </a:r>
          </a:p>
          <a:p>
            <a:pPr marL="0" marR="0" indent="0" algn="l" defTabSz="914400" rtl="0" eaLnBrk="1" fontAlgn="auto" latinLnBrk="0" hangingPunct="1">
              <a:lnSpc>
                <a:spcPct val="110000"/>
              </a:lnSpc>
              <a:spcBef>
                <a:spcPts val="500"/>
              </a:spcBef>
              <a:spcAft>
                <a:spcPts val="600"/>
              </a:spcAft>
              <a:buClrTx/>
              <a:buSzTx/>
              <a:buFontTx/>
              <a:buNone/>
              <a:tabLst/>
              <a:defRPr/>
            </a:pPr>
            <a:r>
              <a:rPr lang="en-US" sz="1200" noProof="0" dirty="0"/>
              <a:t>We are insights-driven and outcomes-focused to help accelerate returns on your investments. Across hundreds of locations worldwide, we provide comprehensive, scalable and sustainable </a:t>
            </a:r>
            <a:br>
              <a:rPr lang="en-US" sz="1200" noProof="0" dirty="0"/>
            </a:br>
            <a:r>
              <a:rPr lang="en-US" sz="1200" noProof="0" dirty="0"/>
              <a:t>IT and business consulting services that are informed globally and delivered locally.</a:t>
            </a:r>
          </a:p>
          <a:p>
            <a:pPr>
              <a:lnSpc>
                <a:spcPct val="110000"/>
              </a:lnSpc>
              <a:spcBef>
                <a:spcPts val="500"/>
              </a:spcBef>
              <a:spcAft>
                <a:spcPts val="600"/>
              </a:spcAft>
            </a:pPr>
            <a:r>
              <a:rPr lang="en-US" sz="1200" b="1" noProof="0" dirty="0" err="1"/>
              <a:t>cgi.com</a:t>
            </a:r>
            <a:endParaRPr lang="en-US" sz="1200" b="1" noProof="0" dirty="0"/>
          </a:p>
        </p:txBody>
      </p:sp>
      <p:pic>
        <p:nvPicPr>
          <p:cNvPr id="7" name="Image 6" descr="CGI Inc. logo">
            <a:extLst>
              <a:ext uri="{FF2B5EF4-FFF2-40B4-BE49-F238E27FC236}">
                <a16:creationId xmlns:a16="http://schemas.microsoft.com/office/drawing/2014/main" id="{626F09B8-6289-D048-8199-4C52FCE2640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95BF8B7B-FCFC-45CF-773C-C0190909605C}"/>
              </a:ext>
            </a:extLst>
          </p:cNvPr>
          <p:cNvSpPr>
            <a:spLocks noGrp="1"/>
          </p:cNvSpPr>
          <p:nvPr>
            <p:ph type="ftr" sz="quarter" idx="13"/>
          </p:nvPr>
        </p:nvSpPr>
        <p:spPr/>
        <p:txBody>
          <a:bodyPr/>
          <a:lstStyle/>
          <a:p>
            <a:endParaRPr lang="en-US" noProof="0"/>
          </a:p>
        </p:txBody>
      </p:sp>
      <p:sp>
        <p:nvSpPr>
          <p:cNvPr id="4" name="TextBox 3">
            <a:extLst>
              <a:ext uri="{FF2B5EF4-FFF2-40B4-BE49-F238E27FC236}">
                <a16:creationId xmlns:a16="http://schemas.microsoft.com/office/drawing/2014/main" id="{34BB9D9E-BEEE-51E3-062F-07D099B91776}"/>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5" name="Slide Number Placeholder 7">
            <a:extLst>
              <a:ext uri="{FF2B5EF4-FFF2-40B4-BE49-F238E27FC236}">
                <a16:creationId xmlns:a16="http://schemas.microsoft.com/office/drawing/2014/main" id="{B5806568-20EF-02F7-9776-193BEBDD3B43}"/>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183648596"/>
      </p:ext>
    </p:extLst>
  </p:cSld>
  <p:clrMapOvr>
    <a:masterClrMapping/>
  </p:clrMapOv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Read Only - End of slide layouts">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t" anchorCtr="0">
            <a:normAutofit/>
          </a:bodyPr>
          <a:lstStyle/>
          <a:p>
            <a:pPr algn="ctr"/>
            <a:endParaRPr lang="en-US" sz="34400">
              <a:solidFill>
                <a:schemeClr val="bg1"/>
              </a:solidFill>
            </a:endParaRPr>
          </a:p>
        </p:txBody>
      </p:sp>
    </p:spTree>
    <p:extLst>
      <p:ext uri="{BB962C8B-B14F-4D97-AF65-F5344CB8AC3E}">
        <p14:creationId xmlns:p14="http://schemas.microsoft.com/office/powerpoint/2010/main" val="3094766710"/>
      </p:ext>
    </p:extLst>
  </p:cSld>
  <p:clrMapOvr>
    <a:masterClrMapping/>
  </p:clrMapOvr>
  <p:transition/>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GB"/>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noProof="0"/>
          </a:p>
        </p:txBody>
      </p:sp>
      <p:sp>
        <p:nvSpPr>
          <p:cNvPr id="6" name="Slide Number Placeholder 5"/>
          <p:cNvSpPr>
            <a:spLocks noGrp="1"/>
          </p:cNvSpPr>
          <p:nvPr>
            <p:ph type="sldNum" sz="quarter" idx="12"/>
          </p:nvPr>
        </p:nvSpPr>
        <p:spPr>
          <a:xfrm>
            <a:off x="1437664" y="798973"/>
            <a:ext cx="811019" cy="503578"/>
          </a:xfrm>
        </p:spPr>
        <p:txBody>
          <a:bodyPr/>
          <a:lstStyle/>
          <a:p>
            <a:fld id="{525A3C56-E491-49B2-93F3-63532DF516BC}" type="slidenum">
              <a:rPr lang="en-US" noProof="0" smtClean="0"/>
              <a:pPr/>
              <a:t>‹#›</a:t>
            </a:fld>
            <a:endParaRPr lang="en-US" noProof="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11671642"/>
      </p:ext>
    </p:extLst>
  </p:cSld>
  <p:clrMapOvr>
    <a:masterClrMapping/>
  </p:clrMapOvr>
  <p:hf hdr="0" ftr="0"/>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525A3C56-E491-49B2-93F3-63532DF516BC}" type="slidenum">
              <a:rPr lang="en-US" noProof="0" smtClean="0"/>
              <a:pPr/>
              <a:t>‹#›</a:t>
            </a:fld>
            <a:endParaRPr lang="en-US" noProof="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50522835"/>
      </p:ext>
    </p:extLst>
  </p:cSld>
  <p:clrMapOvr>
    <a:masterClrMapping/>
  </p:clrMapOvr>
  <p:hf hdr="0" ftr="0"/>
</p:sldLayout>
</file>

<file path=ppt/slideLayouts/slideLayout8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GB"/>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525A3C56-E491-49B2-93F3-63532DF516BC}" type="slidenum">
              <a:rPr lang="en-US" noProof="0" smtClean="0"/>
              <a:pPr/>
              <a:t>‹#›</a:t>
            </a:fld>
            <a:endParaRPr lang="en-US" noProof="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78812946"/>
      </p:ext>
    </p:extLst>
  </p:cSld>
  <p:clrMapOvr>
    <a:masterClrMapping/>
  </p:clrMapOvr>
  <p:hf hdr="0" ftr="0"/>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6" name="Footer Placeholder 5"/>
          <p:cNvSpPr>
            <a:spLocks noGrp="1"/>
          </p:cNvSpPr>
          <p:nvPr>
            <p:ph type="ftr" sz="quarter" idx="11"/>
          </p:nvPr>
        </p:nvSpPr>
        <p:spPr/>
        <p:txBody>
          <a:bodyPr/>
          <a:lstStyle/>
          <a:p>
            <a:endParaRPr lang="en-US" noProof="0"/>
          </a:p>
        </p:txBody>
      </p:sp>
      <p:sp>
        <p:nvSpPr>
          <p:cNvPr id="7" name="Slide Number Placeholder 6"/>
          <p:cNvSpPr>
            <a:spLocks noGrp="1"/>
          </p:cNvSpPr>
          <p:nvPr>
            <p:ph type="sldNum" sz="quarter" idx="12"/>
          </p:nvPr>
        </p:nvSpPr>
        <p:spPr/>
        <p:txBody>
          <a:bodyPr/>
          <a:lstStyle/>
          <a:p>
            <a:fld id="{525A3C56-E491-49B2-93F3-63532DF516BC}" type="slidenum">
              <a:rPr lang="en-US" noProof="0" smtClean="0"/>
              <a:pPr/>
              <a:t>‹#›</a:t>
            </a:fld>
            <a:endParaRPr lang="en-US" noProof="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5696854"/>
      </p:ext>
    </p:extLst>
  </p:cSld>
  <p:clrMapOvr>
    <a:masterClrMapping/>
  </p:clrMapOvr>
  <p:hf hdr="0" ftr="0"/>
</p:sldLayout>
</file>

<file path=ppt/slideLayouts/slideLayout9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GB"/>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8" name="Footer Placeholder 7"/>
          <p:cNvSpPr>
            <a:spLocks noGrp="1"/>
          </p:cNvSpPr>
          <p:nvPr>
            <p:ph type="ftr" sz="quarter" idx="11"/>
          </p:nvPr>
        </p:nvSpPr>
        <p:spPr/>
        <p:txBody>
          <a:bodyPr/>
          <a:lstStyle/>
          <a:p>
            <a:endParaRPr lang="en-US" noProof="0"/>
          </a:p>
        </p:txBody>
      </p:sp>
      <p:sp>
        <p:nvSpPr>
          <p:cNvPr id="9" name="Slide Number Placeholder 8"/>
          <p:cNvSpPr>
            <a:spLocks noGrp="1"/>
          </p:cNvSpPr>
          <p:nvPr>
            <p:ph type="sldNum" sz="quarter" idx="12"/>
          </p:nvPr>
        </p:nvSpPr>
        <p:spPr/>
        <p:txBody>
          <a:bodyPr/>
          <a:lstStyle/>
          <a:p>
            <a:fld id="{525A3C56-E491-49B2-93F3-63532DF516BC}" type="slidenum">
              <a:rPr lang="en-US" noProof="0" smtClean="0"/>
              <a:pPr/>
              <a:t>‹#›</a:t>
            </a:fld>
            <a:endParaRPr lang="en-US" noProof="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63793960"/>
      </p:ext>
    </p:extLst>
  </p:cSld>
  <p:clrMapOvr>
    <a:masterClrMapping/>
  </p:clrMapOvr>
  <p:hf hdr="0" ftr="0"/>
</p:sldLayout>
</file>

<file path=ppt/slideLayouts/slideLayout9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4" name="Footer Placeholder 3"/>
          <p:cNvSpPr>
            <a:spLocks noGrp="1"/>
          </p:cNvSpPr>
          <p:nvPr>
            <p:ph type="ftr" sz="quarter" idx="11"/>
          </p:nvPr>
        </p:nvSpPr>
        <p:spPr/>
        <p:txBody>
          <a:bodyPr/>
          <a:lstStyle/>
          <a:p>
            <a:endParaRPr lang="en-US" noProof="0"/>
          </a:p>
        </p:txBody>
      </p:sp>
      <p:sp>
        <p:nvSpPr>
          <p:cNvPr id="5" name="Slide Number Placeholder 4"/>
          <p:cNvSpPr>
            <a:spLocks noGrp="1"/>
          </p:cNvSpPr>
          <p:nvPr>
            <p:ph type="sldNum" sz="quarter" idx="12"/>
          </p:nvPr>
        </p:nvSpPr>
        <p:spPr/>
        <p:txBody>
          <a:bodyPr/>
          <a:lstStyle/>
          <a:p>
            <a:fld id="{525A3C56-E491-49B2-93F3-63532DF516BC}" type="slidenum">
              <a:rPr lang="en-US" noProof="0" smtClean="0"/>
              <a:pPr/>
              <a:t>‹#›</a:t>
            </a:fld>
            <a:endParaRPr lang="en-US" noProof="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30845449"/>
      </p:ext>
    </p:extLst>
  </p:cSld>
  <p:clrMapOvr>
    <a:masterClrMapping/>
  </p:clrMapOvr>
  <p:hf hdr="0" ftr="0"/>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3" name="Footer Placeholder 2"/>
          <p:cNvSpPr>
            <a:spLocks noGrp="1"/>
          </p:cNvSpPr>
          <p:nvPr>
            <p:ph type="ftr" sz="quarter" idx="11"/>
          </p:nvPr>
        </p:nvSpPr>
        <p:spPr/>
        <p:txBody>
          <a:bodyPr/>
          <a:lstStyle/>
          <a:p>
            <a:endParaRPr lang="en-US" noProof="0"/>
          </a:p>
        </p:txBody>
      </p:sp>
      <p:sp>
        <p:nvSpPr>
          <p:cNvPr id="4" name="Slide Number Placeholder 3"/>
          <p:cNvSpPr>
            <a:spLocks noGrp="1"/>
          </p:cNvSpPr>
          <p:nvPr>
            <p:ph type="sldNum" sz="quarter" idx="12"/>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941112829"/>
      </p:ext>
    </p:extLst>
  </p:cSld>
  <p:clrMapOvr>
    <a:masterClrMapping/>
  </p:clrMapOvr>
  <p:hf hdr="0" ftr="0"/>
</p:sldLayout>
</file>

<file path=ppt/slideLayouts/slideLayout9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6" name="Footer Placeholder 5"/>
          <p:cNvSpPr>
            <a:spLocks noGrp="1"/>
          </p:cNvSpPr>
          <p:nvPr>
            <p:ph type="ftr" sz="quarter" idx="11"/>
          </p:nvPr>
        </p:nvSpPr>
        <p:spPr/>
        <p:txBody>
          <a:bodyPr/>
          <a:lstStyle/>
          <a:p>
            <a:endParaRPr lang="en-US" noProof="0"/>
          </a:p>
        </p:txBody>
      </p:sp>
      <p:sp>
        <p:nvSpPr>
          <p:cNvPr id="7" name="Slide Number Placeholder 6"/>
          <p:cNvSpPr>
            <a:spLocks noGrp="1"/>
          </p:cNvSpPr>
          <p:nvPr>
            <p:ph type="sldNum" sz="quarter" idx="12"/>
          </p:nvPr>
        </p:nvSpPr>
        <p:spPr/>
        <p:txBody>
          <a:bodyPr/>
          <a:lstStyle/>
          <a:p>
            <a:fld id="{525A3C56-E491-49B2-93F3-63532DF516BC}" type="slidenum">
              <a:rPr lang="en-US" noProof="0" smtClean="0"/>
              <a:pPr/>
              <a:t>‹#›</a:t>
            </a:fld>
            <a:endParaRPr lang="en-US" noProof="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82415623"/>
      </p:ext>
    </p:extLst>
  </p:cSld>
  <p:clrMapOvr>
    <a:masterClrMapping/>
  </p:clrMapOvr>
  <p:hf hdr="0" ftr="0"/>
</p:sldLayout>
</file>

<file path=ppt/slideLayouts/slideLayout9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B61BEF0D-F0BB-DE4B-95CE-6DB70DBA9567}" type="datetimeFigureOut">
              <a:rPr lang="en-US" smtClean="0"/>
              <a:pPr/>
              <a:t>11/7/2025</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noProof="0"/>
          </a:p>
        </p:txBody>
      </p:sp>
      <p:sp>
        <p:nvSpPr>
          <p:cNvPr id="7" name="Slide Number Placeholder 6"/>
          <p:cNvSpPr>
            <a:spLocks noGrp="1"/>
          </p:cNvSpPr>
          <p:nvPr>
            <p:ph type="sldNum" sz="quarter" idx="12"/>
          </p:nvPr>
        </p:nvSpPr>
        <p:spPr/>
        <p:txBody>
          <a:bodyPr/>
          <a:lstStyle/>
          <a:p>
            <a:fld id="{525A3C56-E491-49B2-93F3-63532DF516BC}" type="slidenum">
              <a:rPr lang="en-US" noProof="0" smtClean="0"/>
              <a:pPr/>
              <a:t>‹#›</a:t>
            </a:fld>
            <a:endParaRPr lang="en-US" noProof="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28802879"/>
      </p:ext>
    </p:extLst>
  </p:cSld>
  <p:clrMapOvr>
    <a:masterClrMapping/>
  </p:clrMapOvr>
  <p:hf hdr="0" ftr="0"/>
</p:sldLayout>
</file>

<file path=ppt/slideLayouts/slideLayout9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525A3C56-E491-49B2-93F3-63532DF516BC}" type="slidenum">
              <a:rPr lang="en-US" noProof="0" smtClean="0"/>
              <a:pPr/>
              <a:t>‹#›</a:t>
            </a:fld>
            <a:endParaRPr lang="en-US" noProof="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5790213"/>
      </p:ext>
    </p:extLst>
  </p:cSld>
  <p:clrMapOvr>
    <a:masterClrMapping/>
  </p:clrMapOvr>
  <p:hf hdr="0" ftr="0"/>
</p:sldLayout>
</file>

<file path=ppt/slideLayouts/slideLayout9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11/7/2025</a:t>
            </a:fld>
            <a:endParaRPr lang="en-US" dirty="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525A3C56-E491-49B2-93F3-63532DF516BC}" type="slidenum">
              <a:rPr lang="en-US" noProof="0" smtClean="0"/>
              <a:pPr/>
              <a:t>‹#›</a:t>
            </a:fld>
            <a:endParaRPr lang="en-US" noProof="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20364703"/>
      </p:ext>
    </p:extLst>
  </p:cSld>
  <p:clrMapOvr>
    <a:masterClrMapping/>
  </p:clrMapOvr>
  <p:hf hdr="0" ftr="0"/>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Title slide –  Layout 1">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656B0056-E0F3-20B9-BB54-44E09DF01C80}"/>
              </a:ext>
            </a:extLst>
          </p:cNvPr>
          <p:cNvSpPr>
            <a:spLocks noGrp="1"/>
          </p:cNvSpPr>
          <p:nvPr>
            <p:ph type="title" hasCustomPrompt="1"/>
          </p:nvPr>
        </p:nvSpPr>
        <p:spPr>
          <a:xfrm>
            <a:off x="768096" y="705600"/>
            <a:ext cx="4672584" cy="2907792"/>
          </a:xfrm>
          <a:prstGeom prst="rect">
            <a:avLst/>
          </a:prstGeom>
        </p:spPr>
        <p:txBody>
          <a:bodyPr vert="horz" lIns="0" tIns="0" rIns="0" bIns="0" rtlCol="0" anchor="t" anchorCtr="0">
            <a:noAutofit/>
          </a:bodyPr>
          <a:lstStyle>
            <a:lvl1pPr>
              <a:lnSpc>
                <a:spcPts val="5800"/>
              </a:lnSpc>
              <a:defRPr sz="5400"/>
            </a:lvl1pPr>
          </a:lstStyle>
          <a:p>
            <a:r>
              <a:rPr lang="en-US" noProof="0"/>
              <a:t>Title slide </a:t>
            </a:r>
            <a:br>
              <a:rPr lang="en-US" noProof="0"/>
            </a:br>
            <a:r>
              <a:rPr lang="en-US" noProof="0"/>
              <a:t>Click to add title</a:t>
            </a:r>
          </a:p>
        </p:txBody>
      </p:sp>
      <p:sp>
        <p:nvSpPr>
          <p:cNvPr id="3" name="Text placeholder 7">
            <a:extLst>
              <a:ext uri="{FF2B5EF4-FFF2-40B4-BE49-F238E27FC236}">
                <a16:creationId xmlns:a16="http://schemas.microsoft.com/office/drawing/2014/main" id="{E02232A4-A218-ED0C-51BC-1FE1F5769381}"/>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a:t>Name, role</a:t>
            </a:r>
            <a:br>
              <a:rPr lang="en-US" noProof="0"/>
            </a:br>
            <a:r>
              <a:rPr lang="en-US" noProof="0"/>
              <a:t>Date</a:t>
            </a:r>
          </a:p>
        </p:txBody>
      </p:sp>
      <p:sp>
        <p:nvSpPr>
          <p:cNvPr id="8" name="Picture Placeholder 2" descr="Image placeholder. Click icon to add image. Images are available to download from the Brand Source image library.">
            <a:extLst>
              <a:ext uri="{FF2B5EF4-FFF2-40B4-BE49-F238E27FC236}">
                <a16:creationId xmlns:a16="http://schemas.microsoft.com/office/drawing/2014/main" id="{BAC6136A-72EF-317C-AA1F-00D8CA1A6AEE}"/>
              </a:ext>
              <a:ext uri="{C183D7F6-B498-43B3-948B-1728B52AA6E4}">
                <adec:decorative xmlns:adec="http://schemas.microsoft.com/office/drawing/2017/decorative" val="0"/>
              </a:ext>
            </a:extLst>
          </p:cNvPr>
          <p:cNvSpPr>
            <a:spLocks noGrp="1"/>
          </p:cNvSpPr>
          <p:nvPr>
            <p:ph type="pic" sz="quarter" idx="16" hasCustomPrompt="1"/>
          </p:nvPr>
        </p:nvSpPr>
        <p:spPr>
          <a:xfrm>
            <a:off x="6097588" y="765175"/>
            <a:ext cx="5330952" cy="5330952"/>
          </a:xfrm>
          <a:prstGeom prst="rect">
            <a:avLst/>
          </a:prstGeom>
        </p:spPr>
        <p:txBody>
          <a:bodyPr rIns="0"/>
          <a:lstStyle>
            <a:lvl1pPr marL="0" indent="0">
              <a:buNone/>
              <a:defRPr sz="2400" b="0">
                <a:sym typeface="Wingdings" panose="05000000000000000000" pitchFamily="2" charset="2"/>
              </a:defRPr>
            </a:lvl1pPr>
          </a:lstStyle>
          <a:p>
            <a:r>
              <a:rPr lang="en-US" noProof="0"/>
              <a:t>Click icon to add a cornerstone image.</a:t>
            </a:r>
          </a:p>
          <a:p>
            <a:endParaRPr lang="en-US" noProof="0"/>
          </a:p>
          <a:p>
            <a:r>
              <a:rPr lang="en-US" noProof="0"/>
              <a:t>Images are available to download from the Brand Source image library  </a:t>
            </a:r>
            <a:r>
              <a:rPr lang="en-US" noProof="0" err="1"/>
              <a:t>brand.cgi.com</a:t>
            </a:r>
            <a:endParaRPr lang="en-US" noProof="0"/>
          </a:p>
        </p:txBody>
      </p:sp>
      <p:sp>
        <p:nvSpPr>
          <p:cNvPr id="11" name="TextBox 10">
            <a:extLst>
              <a:ext uri="{FF2B5EF4-FFF2-40B4-BE49-F238E27FC236}">
                <a16:creationId xmlns:a16="http://schemas.microsoft.com/office/drawing/2014/main" id="{62EAF96E-3382-6845-A90C-34A0524FB2A1}"/>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2" name="Footer Placeholder 1">
            <a:extLst>
              <a:ext uri="{FF2B5EF4-FFF2-40B4-BE49-F238E27FC236}">
                <a16:creationId xmlns:a16="http://schemas.microsoft.com/office/drawing/2014/main" id="{89A096ED-76E6-2D8E-D62E-E554F7F1B868}"/>
              </a:ext>
              <a:ext uri="{C183D7F6-B498-43B3-948B-1728B52AA6E4}">
                <adec:decorative xmlns:adec="http://schemas.microsoft.com/office/drawing/2017/decorative" val="1"/>
              </a:ext>
            </a:extLst>
          </p:cNvPr>
          <p:cNvSpPr>
            <a:spLocks noGrp="1"/>
          </p:cNvSpPr>
          <p:nvPr>
            <p:ph type="ftr" sz="quarter" idx="17"/>
          </p:nvPr>
        </p:nvSpPr>
        <p:spPr>
          <a:xfrm>
            <a:off x="4038600" y="6933865"/>
            <a:ext cx="4114800" cy="137160"/>
          </a:xfrm>
        </p:spPr>
        <p:txBody>
          <a:bodyPr/>
          <a:lstStyle/>
          <a:p>
            <a:endParaRPr lang="en-US" noProof="0"/>
          </a:p>
        </p:txBody>
      </p:sp>
      <p:sp>
        <p:nvSpPr>
          <p:cNvPr id="10" name="Slide Number Placeholder 9">
            <a:extLst>
              <a:ext uri="{FF2B5EF4-FFF2-40B4-BE49-F238E27FC236}">
                <a16:creationId xmlns:a16="http://schemas.microsoft.com/office/drawing/2014/main" id="{73648276-7BC7-CB2C-4DFC-34AD563DA95A}"/>
              </a:ext>
              <a:ext uri="{C183D7F6-B498-43B3-948B-1728B52AA6E4}">
                <adec:decorative xmlns:adec="http://schemas.microsoft.com/office/drawing/2017/decorative" val="1"/>
              </a:ext>
            </a:extLst>
          </p:cNvPr>
          <p:cNvSpPr>
            <a:spLocks noGrp="1"/>
          </p:cNvSpPr>
          <p:nvPr>
            <p:ph type="sldNum" sz="quarter" idx="18"/>
          </p:nvPr>
        </p:nvSpPr>
        <p:spPr>
          <a:xfrm>
            <a:off x="11163034" y="6931152"/>
            <a:ext cx="261660" cy="137160"/>
          </a:xfrm>
        </p:spPr>
        <p:txBody>
          <a:bodyPr/>
          <a:lstStyle/>
          <a:p>
            <a:fld id="{525A3C56-E491-49B2-93F3-63532DF516BC}" type="slidenum">
              <a:rPr lang="en-US" noProof="0" smtClean="0"/>
              <a:pPr/>
              <a:t>‹#›</a:t>
            </a:fld>
            <a:endParaRPr lang="en-US" noProof="0"/>
          </a:p>
        </p:txBody>
      </p:sp>
      <p:pic>
        <p:nvPicPr>
          <p:cNvPr id="6" name="CGI logo">
            <a:extLst>
              <a:ext uri="{FF2B5EF4-FFF2-40B4-BE49-F238E27FC236}">
                <a16:creationId xmlns:a16="http://schemas.microsoft.com/office/drawing/2014/main" id="{94D2197B-4A52-EFE6-7BA4-BA841BDCC942}"/>
              </a:ext>
            </a:extLst>
          </p:cNvPr>
          <p:cNvPicPr>
            <a:picLocks/>
          </p:cNvPicPr>
          <p:nvPr userDrawn="1"/>
        </p:nvPicPr>
        <p:blipFill rotWithShape="1">
          <a:blip r:embed="rId2"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4" name="Rectangle 3">
            <a:extLst>
              <a:ext uri="{FF2B5EF4-FFF2-40B4-BE49-F238E27FC236}">
                <a16:creationId xmlns:a16="http://schemas.microsoft.com/office/drawing/2014/main" id="{524E319A-168F-9D6C-522F-1EC18163E33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175564096"/>
      </p:ext>
    </p:extLst>
  </p:cSld>
  <p:clrMapOvr>
    <a:masterClrMapping/>
  </p:clrMapOvr>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cSld name="Large title +right imag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17AC7F31-D848-7A42-9ED8-A1A89D3409FC}"/>
              </a:ext>
            </a:extLst>
          </p:cNvPr>
          <p:cNvSpPr>
            <a:spLocks noGrp="1"/>
          </p:cNvSpPr>
          <p:nvPr>
            <p:ph type="title" hasCustomPrompt="1"/>
          </p:nvPr>
        </p:nvSpPr>
        <p:spPr>
          <a:xfrm>
            <a:off x="766764" y="619403"/>
            <a:ext cx="4567237"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a:t>Click to add title</a:t>
            </a:r>
          </a:p>
        </p:txBody>
      </p:sp>
      <p:sp>
        <p:nvSpPr>
          <p:cNvPr id="5" name="Content Placeholder 20">
            <a:extLst>
              <a:ext uri="{FF2B5EF4-FFF2-40B4-BE49-F238E27FC236}">
                <a16:creationId xmlns:a16="http://schemas.microsoft.com/office/drawing/2014/main" id="{B70092EE-877E-F647-8457-99B829A53438}"/>
              </a:ext>
            </a:extLst>
          </p:cNvPr>
          <p:cNvSpPr>
            <a:spLocks noGrp="1"/>
          </p:cNvSpPr>
          <p:nvPr>
            <p:ph sz="quarter" idx="17" hasCustomPrompt="1"/>
          </p:nvPr>
        </p:nvSpPr>
        <p:spPr>
          <a:xfrm>
            <a:off x="766764" y="3429000"/>
            <a:ext cx="4567237" cy="2663825"/>
          </a:xfrm>
          <a:prstGeom prst="rect">
            <a:avLst/>
          </a:prstGeom>
          <a:noFill/>
        </p:spPr>
        <p:txBody>
          <a:bodyPr lIns="0" tIns="0" rIns="0" bIns="0">
            <a:noAutofit/>
          </a:bodyPr>
          <a:lstStyle>
            <a:lvl1pPr marL="0" indent="0">
              <a:spcBef>
                <a:spcPts val="500"/>
              </a:spcBef>
              <a:buClr>
                <a:schemeClr val="tx1"/>
              </a:buClr>
              <a:buSzPct val="110000"/>
              <a:buFont typeface="Arial" pitchFamily="34" charset="0"/>
              <a:buNone/>
              <a:defRPr sz="2000" b="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6" name="Picture Placeholder 2" descr="Image placeholder. Click icon to add image. Images are available to download from the Brand Source image library.&#10;">
            <a:extLst>
              <a:ext uri="{FF2B5EF4-FFF2-40B4-BE49-F238E27FC236}">
                <a16:creationId xmlns:a16="http://schemas.microsoft.com/office/drawing/2014/main" id="{84A30FA9-EFE0-BD49-888A-59263379F2F6}"/>
              </a:ext>
              <a:ext uri="{C183D7F6-B498-43B3-948B-1728B52AA6E4}">
                <adec:decorative xmlns:adec="http://schemas.microsoft.com/office/drawing/2017/decorative" val="0"/>
              </a:ext>
            </a:extLst>
          </p:cNvPr>
          <p:cNvSpPr>
            <a:spLocks noGrp="1"/>
          </p:cNvSpPr>
          <p:nvPr>
            <p:ph type="pic" sz="quarter" idx="18" hasCustomPrompt="1"/>
          </p:nvPr>
        </p:nvSpPr>
        <p:spPr>
          <a:xfrm>
            <a:off x="6096000" y="765174"/>
            <a:ext cx="5329239" cy="5327651"/>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4AD02D09-217C-4FEB-7C49-069EB2FC1E2B}"/>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5D94A19A-67D7-850F-8887-B4BFAF0A2CED}"/>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605552612"/>
      </p:ext>
    </p:extLst>
  </p:cSld>
  <p:clrMapOvr>
    <a:masterClrMapping/>
  </p:clrMapOvr>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D62D33-9FEA-F269-5FD5-7B5DB87AA0AE}"/>
              </a:ext>
            </a:extLst>
          </p:cNvPr>
          <p:cNvSpPr>
            <a:spLocks noGrp="1"/>
          </p:cNvSpPr>
          <p:nvPr>
            <p:ph type="title" hasCustomPrompt="1"/>
          </p:nvPr>
        </p:nvSpPr>
        <p:spPr/>
        <p:txBody>
          <a:bodyPr/>
          <a:lstStyle/>
          <a:p>
            <a:r>
              <a:rPr lang="en-US"/>
              <a:t>Standard content slide – click to add title</a:t>
            </a:r>
          </a:p>
        </p:txBody>
      </p:sp>
      <p:sp>
        <p:nvSpPr>
          <p:cNvPr id="5" name="Content Placeholder 20">
            <a:extLst>
              <a:ext uri="{FF2B5EF4-FFF2-40B4-BE49-F238E27FC236}">
                <a16:creationId xmlns:a16="http://schemas.microsoft.com/office/drawing/2014/main" id="{6A54173B-8497-A140-8F24-1AF3E1B758D8}"/>
              </a:ext>
            </a:extLst>
          </p:cNvPr>
          <p:cNvSpPr>
            <a:spLocks noGrp="1"/>
          </p:cNvSpPr>
          <p:nvPr>
            <p:ph sz="quarter" idx="17" hasCustomPrompt="1"/>
          </p:nvPr>
        </p:nvSpPr>
        <p:spPr>
          <a:xfrm>
            <a:off x="766763" y="1527176"/>
            <a:ext cx="10658475"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6" name="Footer Placeholder 5">
            <a:extLst>
              <a:ext uri="{FF2B5EF4-FFF2-40B4-BE49-F238E27FC236}">
                <a16:creationId xmlns:a16="http://schemas.microsoft.com/office/drawing/2014/main" id="{3D76CFA5-EB83-A561-2284-3D83107B5542}"/>
              </a:ext>
              <a:ext uri="{C183D7F6-B498-43B3-948B-1728B52AA6E4}">
                <adec:decorative xmlns:adec="http://schemas.microsoft.com/office/drawing/2017/decorative" val="1"/>
              </a:ext>
            </a:extLst>
          </p:cNvPr>
          <p:cNvSpPr>
            <a:spLocks noGrp="1"/>
          </p:cNvSpPr>
          <p:nvPr>
            <p:ph type="ftr" sz="quarter" idx="20"/>
          </p:nvPr>
        </p:nvSpPr>
        <p:spPr>
          <a:xfrm>
            <a:off x="4038600" y="6965950"/>
            <a:ext cx="4114800" cy="137160"/>
          </a:xfrm>
        </p:spPr>
        <p:txBody>
          <a:bodyPr/>
          <a:lstStyle/>
          <a:p>
            <a:endParaRPr lang="en-US" noProof="0"/>
          </a:p>
        </p:txBody>
      </p:sp>
      <p:sp>
        <p:nvSpPr>
          <p:cNvPr id="2" name="Slide Number Placeholder 2">
            <a:extLst>
              <a:ext uri="{FF2B5EF4-FFF2-40B4-BE49-F238E27FC236}">
                <a16:creationId xmlns:a16="http://schemas.microsoft.com/office/drawing/2014/main" id="{A9D43B2A-0634-FFFC-5993-893162DDF73C}"/>
              </a:ext>
              <a:ext uri="{C183D7F6-B498-43B3-948B-1728B52AA6E4}">
                <adec:decorative xmlns:adec="http://schemas.microsoft.com/office/drawing/2017/decorative" val="1"/>
              </a:ext>
            </a:extLst>
          </p:cNvPr>
          <p:cNvSpPr>
            <a:spLocks noGrp="1"/>
          </p:cNvSpPr>
          <p:nvPr>
            <p:ph type="sldNum" sz="quarter" idx="10"/>
          </p:nvPr>
        </p:nvSpPr>
        <p:spPr>
          <a:xfrm>
            <a:off x="11163034" y="6965950"/>
            <a:ext cx="261660" cy="137160"/>
          </a:xfrm>
        </p:spPr>
        <p:txBody>
          <a:bodyPr>
            <a:noAutofit/>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549882132"/>
      </p:ext>
    </p:extLst>
  </p:cSld>
  <p:clrMapOvr>
    <a:masterClrMapping/>
  </p:clrMapOvr>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Title only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794BB4-8070-CB70-06F6-0F69C001300A}"/>
              </a:ext>
            </a:extLst>
          </p:cNvPr>
          <p:cNvSpPr>
            <a:spLocks noGrp="1"/>
          </p:cNvSpPr>
          <p:nvPr>
            <p:ph type="title" hasCustomPrompt="1"/>
          </p:nvPr>
        </p:nvSpPr>
        <p:spPr/>
        <p:txBody>
          <a:bodyPr/>
          <a:lstStyle/>
          <a:p>
            <a:r>
              <a:rPr lang="en-US"/>
              <a:t>Title only slide – click to add title</a:t>
            </a:r>
          </a:p>
        </p:txBody>
      </p:sp>
      <p:sp>
        <p:nvSpPr>
          <p:cNvPr id="2" name="Footer Placeholder 1">
            <a:extLst>
              <a:ext uri="{FF2B5EF4-FFF2-40B4-BE49-F238E27FC236}">
                <a16:creationId xmlns:a16="http://schemas.microsoft.com/office/drawing/2014/main" id="{F2C87742-AE32-5B9D-5FE2-AFB515A3B860}"/>
              </a:ext>
            </a:extLst>
          </p:cNvPr>
          <p:cNvSpPr>
            <a:spLocks noGrp="1"/>
          </p:cNvSpPr>
          <p:nvPr>
            <p:ph type="ftr" sz="quarter" idx="13"/>
          </p:nvPr>
        </p:nvSpPr>
        <p:spPr>
          <a:xfrm>
            <a:off x="4038600" y="6965950"/>
            <a:ext cx="4114800" cy="137160"/>
          </a:xfrm>
        </p:spPr>
        <p:txBody>
          <a:bodyPr/>
          <a:lstStyle/>
          <a:p>
            <a:endParaRPr lang="en-US" noProof="0"/>
          </a:p>
        </p:txBody>
      </p:sp>
      <p:sp>
        <p:nvSpPr>
          <p:cNvPr id="7" name="Slide Number Placeholder 6">
            <a:extLst>
              <a:ext uri="{FF2B5EF4-FFF2-40B4-BE49-F238E27FC236}">
                <a16:creationId xmlns:a16="http://schemas.microsoft.com/office/drawing/2014/main" id="{0CD77F76-3BCB-7CAC-C7D7-E0AAD9A90688}"/>
              </a:ext>
            </a:extLst>
          </p:cNvPr>
          <p:cNvSpPr>
            <a:spLocks noGrp="1"/>
          </p:cNvSpPr>
          <p:nvPr>
            <p:ph type="sldNum" sz="quarter" idx="12"/>
          </p:nvPr>
        </p:nvSpPr>
        <p:spPr>
          <a:xfrm>
            <a:off x="11163034" y="6965950"/>
            <a:ext cx="261660" cy="137160"/>
          </a:xfrm>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1046414195"/>
      </p:ext>
    </p:extLst>
  </p:cSld>
  <p:clrMapOvr>
    <a:masterClrMapping/>
  </p:clrMapOvr>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61" Type="http://schemas.openxmlformats.org/officeDocument/2006/relationships/slideLayout" Target="../slideLayouts/slideLayout61.xml"/><Relationship Id="rId82" Type="http://schemas.openxmlformats.org/officeDocument/2006/relationships/slideLayout" Target="../slideLayouts/slideLayout8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3.xml"/><Relationship Id="rId13" Type="http://schemas.openxmlformats.org/officeDocument/2006/relationships/slideLayout" Target="../slideLayouts/slideLayout98.xml"/><Relationship Id="rId3" Type="http://schemas.openxmlformats.org/officeDocument/2006/relationships/slideLayout" Target="../slideLayouts/slideLayout88.xml"/><Relationship Id="rId7" Type="http://schemas.openxmlformats.org/officeDocument/2006/relationships/slideLayout" Target="../slideLayouts/slideLayout92.xml"/><Relationship Id="rId12" Type="http://schemas.openxmlformats.org/officeDocument/2006/relationships/slideLayout" Target="../slideLayouts/slideLayout97.xml"/><Relationship Id="rId17" Type="http://schemas.openxmlformats.org/officeDocument/2006/relationships/image" Target="../media/image21.jpg"/><Relationship Id="rId2" Type="http://schemas.openxmlformats.org/officeDocument/2006/relationships/slideLayout" Target="../slideLayouts/slideLayout87.xml"/><Relationship Id="rId16" Type="http://schemas.openxmlformats.org/officeDocument/2006/relationships/theme" Target="../theme/theme2.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1" Type="http://schemas.openxmlformats.org/officeDocument/2006/relationships/slideLayout" Target="../slideLayouts/slideLayout96.xml"/><Relationship Id="rId5" Type="http://schemas.openxmlformats.org/officeDocument/2006/relationships/slideLayout" Target="../slideLayouts/slideLayout90.xml"/><Relationship Id="rId15" Type="http://schemas.openxmlformats.org/officeDocument/2006/relationships/slideLayout" Target="../slideLayouts/slideLayout100.xml"/><Relationship Id="rId10" Type="http://schemas.openxmlformats.org/officeDocument/2006/relationships/slideLayout" Target="../slideLayouts/slideLayout95.xml"/><Relationship Id="rId4" Type="http://schemas.openxmlformats.org/officeDocument/2006/relationships/slideLayout" Target="../slideLayouts/slideLayout89.xml"/><Relationship Id="rId9" Type="http://schemas.openxmlformats.org/officeDocument/2006/relationships/slideLayout" Target="../slideLayouts/slideLayout94.xml"/><Relationship Id="rId14" Type="http://schemas.openxmlformats.org/officeDocument/2006/relationships/slideLayout" Target="../slideLayouts/slideLayout9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6763" y="682514"/>
            <a:ext cx="10658475" cy="532765"/>
          </a:xfrm>
          <a:prstGeom prst="rect">
            <a:avLst/>
          </a:prstGeom>
        </p:spPr>
        <p:txBody>
          <a:bodyPr vert="horz" lIns="0" tIns="0" rIns="0" bIns="0" rtlCol="0" anchor="t" anchorCtr="0">
            <a:noAutofit/>
          </a:bodyPr>
          <a:lstStyle/>
          <a:p>
            <a:endParaRPr lang="en-US" noProof="0"/>
          </a:p>
        </p:txBody>
      </p:sp>
      <p:sp>
        <p:nvSpPr>
          <p:cNvPr id="7" name="Text Placeholder 6">
            <a:extLst>
              <a:ext uri="{FF2B5EF4-FFF2-40B4-BE49-F238E27FC236}">
                <a16:creationId xmlns:a16="http://schemas.microsoft.com/office/drawing/2014/main" id="{EAA6994A-D67A-D275-E6E1-A9066A768579}"/>
              </a:ext>
            </a:extLst>
          </p:cNvPr>
          <p:cNvSpPr>
            <a:spLocks noGrp="1"/>
          </p:cNvSpPr>
          <p:nvPr>
            <p:ph type="body" idx="1"/>
          </p:nvPr>
        </p:nvSpPr>
        <p:spPr>
          <a:xfrm>
            <a:off x="768096" y="1527048"/>
            <a:ext cx="10661904" cy="4562856"/>
          </a:xfrm>
          <a:prstGeom prst="rect">
            <a:avLst/>
          </a:prstGeom>
        </p:spPr>
        <p:txBody>
          <a:bodyPr vert="horz" lIns="0" tIns="0" rIns="0" bIns="0" rtlCol="0">
            <a:no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5" name="TextBox 4">
            <a:extLst>
              <a:ext uri="{FF2B5EF4-FFF2-40B4-BE49-F238E27FC236}">
                <a16:creationId xmlns:a16="http://schemas.microsoft.com/office/drawing/2014/main" id="{2028125A-CE44-EA24-6422-3D620A31D93E}"/>
              </a:ext>
            </a:extLst>
          </p:cNvPr>
          <p:cNvSpPr txBox="1"/>
          <p:nvPr userDrawn="1"/>
        </p:nvSpPr>
        <p:spPr>
          <a:xfrm>
            <a:off x="768096" y="6364224"/>
            <a:ext cx="2743200" cy="137160"/>
          </a:xfrm>
          <a:prstGeom prst="rect">
            <a:avLst/>
          </a:prstGeom>
        </p:spPr>
        <p:txBody>
          <a:bodyPr vert="horz" wrap="square" lIns="0" tIns="0" rIns="0" bIns="0" rtlCol="0" anchor="t" anchorCtr="0">
            <a:noAutofit/>
          </a:bodyPr>
          <a:lstStyle/>
          <a:p>
            <a:r>
              <a:rPr lang="en-US" sz="900" dirty="0"/>
              <a:t>© 2025 CGI Inc.</a:t>
            </a:r>
            <a:endParaRPr lang="en-CA" sz="900" dirty="0"/>
          </a:p>
        </p:txBody>
      </p:sp>
      <p:sp>
        <p:nvSpPr>
          <p:cNvPr id="8" name="TextBox 7">
            <a:extLst>
              <a:ext uri="{FF2B5EF4-FFF2-40B4-BE49-F238E27FC236}">
                <a16:creationId xmlns:a16="http://schemas.microsoft.com/office/drawing/2014/main" id="{BB57DA4E-FDAF-661C-4EF2-19948FE7A37A}"/>
              </a:ext>
            </a:extLst>
          </p:cNvPr>
          <p:cNvSpPr txBox="1"/>
          <p:nvPr>
            <p:extLst>
              <p:ext uri="{1162E1C5-73C7-4A58-AE30-91384D911F3F}">
                <p184:classification xmlns:p184="http://schemas.microsoft.com/office/powerpoint/2018/4/main" val="ftr"/>
              </p:ext>
            </p:extLst>
          </p:nvPr>
        </p:nvSpPr>
        <p:spPr>
          <a:xfrm>
            <a:off x="5905500" y="6365240"/>
            <a:ext cx="412750" cy="137160"/>
          </a:xfrm>
          <a:prstGeom prst="rect">
            <a:avLst/>
          </a:prstGeom>
        </p:spPr>
        <p:txBody>
          <a:bodyPr horzOverflow="overflow" lIns="0" tIns="0" rIns="0" bIns="0">
            <a:spAutoFit/>
          </a:bodyPr>
          <a:lstStyle/>
          <a:p>
            <a:pPr algn="l"/>
            <a:r>
              <a:rPr lang="en-US" sz="900">
                <a:solidFill>
                  <a:srgbClr val="000000"/>
                </a:solidFill>
                <a:latin typeface="Arial" panose="020B0604020202020204" pitchFamily="34" charset="0"/>
                <a:cs typeface="Arial" panose="020B0604020202020204" pitchFamily="34" charset="0"/>
              </a:rPr>
              <a:t>Internal</a:t>
            </a:r>
          </a:p>
        </p:txBody>
      </p:sp>
      <p:sp>
        <p:nvSpPr>
          <p:cNvPr id="4" name="TextBox 3">
            <a:extLst>
              <a:ext uri="{FF2B5EF4-FFF2-40B4-BE49-F238E27FC236}">
                <a16:creationId xmlns:a16="http://schemas.microsoft.com/office/drawing/2014/main" id="{46CD75ED-04E3-1615-7A72-5844C3E4AD65}"/>
              </a:ext>
              <a:ext uri="{C183D7F6-B498-43B3-948B-1728B52AA6E4}">
                <adec:decorative xmlns:adec="http://schemas.microsoft.com/office/drawing/2017/decorative" val="1"/>
              </a:ext>
            </a:extLst>
          </p:cNvPr>
          <p:cNvSpPr txBox="1"/>
          <p:nvPr userDrawn="1"/>
        </p:nvSpPr>
        <p:spPr>
          <a:xfrm>
            <a:off x="11164824" y="6364224"/>
            <a:ext cx="265176" cy="137160"/>
          </a:xfrm>
          <a:prstGeom prst="rect">
            <a:avLst/>
          </a:prstGeom>
        </p:spPr>
        <p:txBody>
          <a:bodyPr vert="horz" wrap="square" lIns="0" tIns="0" rIns="0" bIns="0" rtlCol="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5A3C56-E491-49B2-93F3-63532DF516BC}" type="slidenum">
              <a:rPr lang="en-US" sz="900" noProof="0" smtClean="0"/>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900" noProof="0"/>
          </a:p>
          <a:p>
            <a:pPr algn="l"/>
            <a:endParaRPr lang="en-US" sz="900" noProof="0"/>
          </a:p>
        </p:txBody>
      </p:sp>
      <p:sp>
        <p:nvSpPr>
          <p:cNvPr id="6" name="Footer Placeholder 5">
            <a:extLst>
              <a:ext uri="{FF2B5EF4-FFF2-40B4-BE49-F238E27FC236}">
                <a16:creationId xmlns:a16="http://schemas.microsoft.com/office/drawing/2014/main" id="{F909B625-DA2A-6A9C-1194-02961B28B8CC}"/>
              </a:ext>
              <a:ext uri="{C183D7F6-B498-43B3-948B-1728B52AA6E4}">
                <adec:decorative xmlns:adec="http://schemas.microsoft.com/office/drawing/2017/decorative" val="1"/>
              </a:ext>
            </a:extLst>
          </p:cNvPr>
          <p:cNvSpPr>
            <a:spLocks noGrp="1"/>
          </p:cNvSpPr>
          <p:nvPr>
            <p:ph type="ftr" sz="quarter" idx="3"/>
          </p:nvPr>
        </p:nvSpPr>
        <p:spPr>
          <a:xfrm>
            <a:off x="4038600" y="6967728"/>
            <a:ext cx="4114800" cy="137160"/>
          </a:xfrm>
          <a:prstGeom prst="rect">
            <a:avLst/>
          </a:prstGeom>
        </p:spPr>
        <p:txBody>
          <a:bodyPr vert="horz" lIns="0" tIns="0" rIns="0" bIns="0" rtlCol="0" anchor="t" anchorCtr="0"/>
          <a:lstStyle>
            <a:lvl1pPr algn="ctr">
              <a:defRPr sz="900">
                <a:solidFill>
                  <a:srgbClr val="E6E6E6"/>
                </a:solidFill>
              </a:defRPr>
            </a:lvl1pPr>
          </a:lstStyle>
          <a:p>
            <a:endParaRPr lang="en-US" noProof="0"/>
          </a:p>
        </p:txBody>
      </p:sp>
      <p:sp>
        <p:nvSpPr>
          <p:cNvPr id="90" name="Slide Number Placeholder">
            <a:extLst>
              <a:ext uri="{C183D7F6-B498-43B3-948B-1728B52AA6E4}">
                <adec:decorative xmlns:adec="http://schemas.microsoft.com/office/drawing/2017/decorative" val="1"/>
              </a:ext>
            </a:extLst>
          </p:cNvPr>
          <p:cNvSpPr>
            <a:spLocks noGrp="1"/>
          </p:cNvSpPr>
          <p:nvPr>
            <p:ph type="sldNum" sz="quarter" idx="4"/>
          </p:nvPr>
        </p:nvSpPr>
        <p:spPr>
          <a:xfrm>
            <a:off x="11162244" y="6967728"/>
            <a:ext cx="261660" cy="137160"/>
          </a:xfrm>
          <a:prstGeom prst="rect">
            <a:avLst/>
          </a:prstGeom>
        </p:spPr>
        <p:txBody>
          <a:bodyPr wrap="square" lIns="0" tIns="0" rIns="0" bIns="0" anchor="t"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675926287"/>
      </p:ext>
    </p:extLst>
  </p:cSld>
  <p:clrMap bg1="lt1" tx1="dk1" bg2="lt2" tx2="dk2" accent1="accent1" accent2="accent2" accent3="accent3" accent4="accent4" accent5="accent5" accent6="accent6" hlink="hlink" folHlink="folHlink"/>
  <p:sldLayoutIdLst>
    <p:sldLayoutId id="2147484318" r:id="rId1"/>
    <p:sldLayoutId id="2147484272" r:id="rId2"/>
    <p:sldLayoutId id="2147484273" r:id="rId3"/>
    <p:sldLayoutId id="2147484274" r:id="rId4"/>
    <p:sldLayoutId id="2147484329" r:id="rId5"/>
    <p:sldLayoutId id="2147484334" r:id="rId6"/>
    <p:sldLayoutId id="2147484086" r:id="rId7"/>
    <p:sldLayoutId id="2147484275" r:id="rId8"/>
    <p:sldLayoutId id="2147484229" r:id="rId9"/>
    <p:sldLayoutId id="2147484243" r:id="rId10"/>
    <p:sldLayoutId id="2147484234" r:id="rId11"/>
    <p:sldLayoutId id="2147484319" r:id="rId12"/>
    <p:sldLayoutId id="2147484148" r:id="rId13"/>
    <p:sldLayoutId id="2147484157" r:id="rId14"/>
    <p:sldLayoutId id="2147484158" r:id="rId15"/>
    <p:sldLayoutId id="2147484183" r:id="rId16"/>
    <p:sldLayoutId id="2147484160" r:id="rId17"/>
    <p:sldLayoutId id="2147484161" r:id="rId18"/>
    <p:sldLayoutId id="2147484244" r:id="rId19"/>
    <p:sldLayoutId id="2147484164" r:id="rId20"/>
    <p:sldLayoutId id="2147484156" r:id="rId21"/>
    <p:sldLayoutId id="2147484168" r:id="rId22"/>
    <p:sldLayoutId id="2147484163" r:id="rId23"/>
    <p:sldLayoutId id="2147484170" r:id="rId24"/>
    <p:sldLayoutId id="2147484172" r:id="rId25"/>
    <p:sldLayoutId id="2147484184" r:id="rId26"/>
    <p:sldLayoutId id="2147484151" r:id="rId27"/>
    <p:sldLayoutId id="2147484152" r:id="rId28"/>
    <p:sldLayoutId id="2147484155" r:id="rId29"/>
    <p:sldLayoutId id="2147484150" r:id="rId30"/>
    <p:sldLayoutId id="2147484153" r:id="rId31"/>
    <p:sldLayoutId id="2147484154" r:id="rId32"/>
    <p:sldLayoutId id="2147484179" r:id="rId33"/>
    <p:sldLayoutId id="2147484180" r:id="rId34"/>
    <p:sldLayoutId id="2147484181" r:id="rId35"/>
    <p:sldLayoutId id="2147484182" r:id="rId36"/>
    <p:sldLayoutId id="2147484162" r:id="rId37"/>
    <p:sldLayoutId id="2147484320" r:id="rId38"/>
    <p:sldLayoutId id="2147484271" r:id="rId39"/>
    <p:sldLayoutId id="2147484073" r:id="rId40"/>
    <p:sldLayoutId id="2147484246" r:id="rId41"/>
    <p:sldLayoutId id="2147484316" r:id="rId42"/>
    <p:sldLayoutId id="2147484079" r:id="rId43"/>
    <p:sldLayoutId id="2147484247" r:id="rId44"/>
    <p:sldLayoutId id="2147484080" r:id="rId45"/>
    <p:sldLayoutId id="2147484248" r:id="rId46"/>
    <p:sldLayoutId id="2147484081" r:id="rId47"/>
    <p:sldLayoutId id="2147484249" r:id="rId48"/>
    <p:sldLayoutId id="2147484082" r:id="rId49"/>
    <p:sldLayoutId id="2147484267" r:id="rId50"/>
    <p:sldLayoutId id="2147484321" r:id="rId51"/>
    <p:sldLayoutId id="2147484260" r:id="rId52"/>
    <p:sldLayoutId id="2147484265" r:id="rId53"/>
    <p:sldLayoutId id="2147484261" r:id="rId54"/>
    <p:sldLayoutId id="2147484044" r:id="rId55"/>
    <p:sldLayoutId id="2147484331" r:id="rId56"/>
    <p:sldLayoutId id="2147484332" r:id="rId57"/>
    <p:sldLayoutId id="2147484333" r:id="rId58"/>
    <p:sldLayoutId id="2147484262" r:id="rId59"/>
    <p:sldLayoutId id="2147484324" r:id="rId60"/>
    <p:sldLayoutId id="2147484263" r:id="rId61"/>
    <p:sldLayoutId id="2147484325" r:id="rId62"/>
    <p:sldLayoutId id="2147484264" r:id="rId63"/>
    <p:sldLayoutId id="2147484317" r:id="rId64"/>
    <p:sldLayoutId id="2147484146" r:id="rId65"/>
    <p:sldLayoutId id="2147484145" r:id="rId66"/>
    <p:sldLayoutId id="2147484219" r:id="rId67"/>
    <p:sldLayoutId id="2147484255" r:id="rId68"/>
    <p:sldLayoutId id="2147484256" r:id="rId69"/>
    <p:sldLayoutId id="2147484257" r:id="rId70"/>
    <p:sldLayoutId id="2147484266" r:id="rId71"/>
    <p:sldLayoutId id="2147484259" r:id="rId72"/>
    <p:sldLayoutId id="2147484322" r:id="rId73"/>
    <p:sldLayoutId id="2147484268" r:id="rId74"/>
    <p:sldLayoutId id="2147484270" r:id="rId75"/>
    <p:sldLayoutId id="2147484239" r:id="rId76"/>
    <p:sldLayoutId id="2147484251" r:id="rId77"/>
    <p:sldLayoutId id="2147484240" r:id="rId78"/>
    <p:sldLayoutId id="2147484253" r:id="rId79"/>
    <p:sldLayoutId id="2147484323" r:id="rId80"/>
    <p:sldLayoutId id="2147484326" r:id="rId81"/>
    <p:sldLayoutId id="2147484241" r:id="rId82"/>
    <p:sldLayoutId id="2147484252" r:id="rId83"/>
    <p:sldLayoutId id="2147484242" r:id="rId84"/>
    <p:sldLayoutId id="2147484327" r:id="rId85"/>
  </p:sldLayoutIdLst>
  <p:transition/>
  <p:hf hdr="0" ftr="0"/>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spcBef>
          <a:spcPts val="500"/>
        </a:spcBef>
        <a:buFont typeface="Arial" pitchFamily="34" charset="0"/>
        <a:buNone/>
        <a:defRPr sz="2000" kern="1200">
          <a:solidFill>
            <a:schemeClr val="tx1"/>
          </a:solidFill>
          <a:latin typeface="+mn-lt"/>
          <a:ea typeface="+mn-ea"/>
          <a:cs typeface="+mn-cs"/>
        </a:defRPr>
      </a:lvl1pPr>
      <a:lvl2pPr marL="230188" indent="-230188" algn="l" defTabSz="914400" rtl="0" eaLnBrk="1" latinLnBrk="0" hangingPunct="1">
        <a:spcBef>
          <a:spcPts val="500"/>
        </a:spcBef>
        <a:buFont typeface="Arial" panose="020B0604020202020204" pitchFamily="34" charset="0"/>
        <a:buChar char="•"/>
        <a:defRPr sz="2000" kern="1200">
          <a:solidFill>
            <a:schemeClr val="tx1"/>
          </a:solidFill>
          <a:latin typeface="+mn-lt"/>
          <a:ea typeface="+mn-ea"/>
          <a:cs typeface="+mn-cs"/>
        </a:defRPr>
      </a:lvl2pPr>
      <a:lvl3pPr marL="574675" indent="-234950" algn="l" defTabSz="914400" rtl="0" eaLnBrk="1" latinLnBrk="0" hangingPunct="1">
        <a:spcBef>
          <a:spcPts val="500"/>
        </a:spcBef>
        <a:buFont typeface="Arial" panose="020B0604020202020204" pitchFamily="34" charset="0"/>
        <a:buChar char="–"/>
        <a:defRPr sz="1800" kern="1200">
          <a:solidFill>
            <a:schemeClr val="tx1"/>
          </a:solidFill>
          <a:latin typeface="+mn-lt"/>
          <a:ea typeface="+mn-ea"/>
          <a:cs typeface="+mn-cs"/>
        </a:defRPr>
      </a:lvl3pPr>
      <a:lvl4pPr marL="803275" indent="-230188" algn="l" defTabSz="914400" rtl="0" eaLnBrk="1" latinLnBrk="0" hangingPunct="1">
        <a:spcBef>
          <a:spcPts val="500"/>
        </a:spcBef>
        <a:buFont typeface="Wingdings" panose="05000000000000000000" pitchFamily="2" charset="2"/>
        <a:buChar char="§"/>
        <a:defRPr sz="1600" kern="1200">
          <a:solidFill>
            <a:schemeClr val="tx1"/>
          </a:solidFill>
          <a:latin typeface="+mn-lt"/>
          <a:ea typeface="+mn-ea"/>
          <a:cs typeface="+mn-cs"/>
        </a:defRPr>
      </a:lvl4pPr>
      <a:lvl5pPr marL="1025525" indent="-222250" algn="l" defTabSz="914400" rtl="0" eaLnBrk="1" latinLnBrk="0" hangingPunct="1">
        <a:spcBef>
          <a:spcPts val="500"/>
        </a:spcBef>
        <a:buFont typeface="Courier New" panose="02070309020205020404" pitchFamily="49" charset="0"/>
        <a:buChar char="o"/>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guide id="4" orient="horz" pos="3838">
          <p15:clr>
            <a:srgbClr val="F26B43"/>
          </p15:clr>
        </p15:guide>
        <p15:guide id="11" pos="7197">
          <p15:clr>
            <a:srgbClr val="F26B43"/>
          </p15:clr>
        </p15:guide>
        <p15:guide id="12" pos="7680">
          <p15:clr>
            <a:srgbClr val="F26B43"/>
          </p15:clr>
        </p15:guide>
        <p15:guide id="13" pos="6720">
          <p15:clr>
            <a:srgbClr val="F26B43"/>
          </p15:clr>
        </p15:guide>
        <p15:guide id="14" pos="6240" userDrawn="1">
          <p15:clr>
            <a:srgbClr val="F26B43"/>
          </p15:clr>
        </p15:guide>
        <p15:guide id="19">
          <p15:clr>
            <a:srgbClr val="F26B43"/>
          </p15:clr>
        </p15:guide>
        <p15:guide id="20" pos="480" userDrawn="1">
          <p15:clr>
            <a:srgbClr val="F26B43"/>
          </p15:clr>
        </p15:guide>
        <p15:guide id="22" orient="horz" pos="482">
          <p15:clr>
            <a:srgbClr val="F26B43"/>
          </p15:clr>
        </p15:guide>
        <p15:guide id="23" pos="5760" userDrawn="1">
          <p15:clr>
            <a:srgbClr val="F26B43"/>
          </p15:clr>
        </p15:guide>
        <p15:guide id="24" pos="5280" userDrawn="1">
          <p15:clr>
            <a:srgbClr val="F26B43"/>
          </p15:clr>
        </p15:guide>
        <p15:guide id="25" pos="4800" userDrawn="1">
          <p15:clr>
            <a:srgbClr val="F26B43"/>
          </p15:clr>
        </p15:guide>
        <p15:guide id="26" pos="4320" userDrawn="1">
          <p15:clr>
            <a:srgbClr val="F26B43"/>
          </p15:clr>
        </p15:guide>
        <p15:guide id="27" pos="3360" userDrawn="1">
          <p15:clr>
            <a:srgbClr val="F26B43"/>
          </p15:clr>
        </p15:guide>
        <p15:guide id="28" pos="2880" userDrawn="1">
          <p15:clr>
            <a:srgbClr val="F26B43"/>
          </p15:clr>
        </p15:guide>
        <p15:guide id="29" pos="2400" userDrawn="1">
          <p15:clr>
            <a:srgbClr val="F26B43"/>
          </p15:clr>
        </p15:guide>
        <p15:guide id="30" pos="1920" userDrawn="1">
          <p15:clr>
            <a:srgbClr val="F26B43"/>
          </p15:clr>
        </p15:guide>
        <p15:guide id="31" pos="1440" userDrawn="1">
          <p15:clr>
            <a:srgbClr val="F26B43"/>
          </p15:clr>
        </p15:guide>
        <p15:guide id="32" pos="960" userDrawn="1">
          <p15:clr>
            <a:srgbClr val="F26B43"/>
          </p15:clr>
        </p15:guide>
        <p15:guide id="33" orient="horz" pos="958"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pic>
        <p:nvPicPr>
          <p:cNvPr id="7" name="Picture 6"/>
          <p:cNvPicPr>
            <a:picLocks noChangeAspect="1"/>
          </p:cNvPicPr>
          <p:nvPr/>
        </p:nvPicPr>
        <p:blipFill rotWithShape="1">
          <a:blip r:embed="rId17">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11/7/2025</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noProof="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525A3C56-E491-49B2-93F3-63532DF516BC}" type="slidenum">
              <a:rPr lang="en-US" noProof="0" smtClean="0"/>
              <a:pPr/>
              <a:t>‹#›</a:t>
            </a:fld>
            <a:endParaRPr lang="en-US" noProof="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25A5AE2-738A-3081-F370-5E1DF588A57C}"/>
              </a:ext>
            </a:extLst>
          </p:cNvPr>
          <p:cNvSpPr txBox="1"/>
          <p:nvPr userDrawn="1"/>
        </p:nvSpPr>
        <p:spPr>
          <a:xfrm>
            <a:off x="768096" y="6364224"/>
            <a:ext cx="2743200" cy="137160"/>
          </a:xfrm>
          <a:prstGeom prst="rect">
            <a:avLst/>
          </a:prstGeom>
        </p:spPr>
        <p:txBody>
          <a:bodyPr vert="horz" wrap="square" lIns="0" tIns="0" rIns="0" bIns="0" rtlCol="0" anchor="t" anchorCtr="0">
            <a:noAutofit/>
          </a:bodyPr>
          <a:lstStyle/>
          <a:p>
            <a:r>
              <a:rPr lang="en-US" sz="900" dirty="0"/>
              <a:t>© 2025 CGI Inc.</a:t>
            </a:r>
            <a:endParaRPr lang="en-CA" sz="900" dirty="0"/>
          </a:p>
        </p:txBody>
      </p:sp>
      <p:sp>
        <p:nvSpPr>
          <p:cNvPr id="11" name="TextBox 10">
            <a:extLst>
              <a:ext uri="{FF2B5EF4-FFF2-40B4-BE49-F238E27FC236}">
                <a16:creationId xmlns:a16="http://schemas.microsoft.com/office/drawing/2014/main" id="{FC4BCD06-047C-4935-FD37-BF2F2B370925}"/>
              </a:ext>
              <a:ext uri="{C183D7F6-B498-43B3-948B-1728B52AA6E4}">
                <adec:decorative xmlns:adec="http://schemas.microsoft.com/office/drawing/2017/decorative" val="1"/>
              </a:ext>
            </a:extLst>
          </p:cNvPr>
          <p:cNvSpPr txBox="1"/>
          <p:nvPr userDrawn="1"/>
        </p:nvSpPr>
        <p:spPr>
          <a:xfrm>
            <a:off x="11164824" y="6364224"/>
            <a:ext cx="265176" cy="137160"/>
          </a:xfrm>
          <a:prstGeom prst="rect">
            <a:avLst/>
          </a:prstGeom>
        </p:spPr>
        <p:txBody>
          <a:bodyPr vert="horz" wrap="square" lIns="0" tIns="0" rIns="0" bIns="0" rtlCol="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5A3C56-E491-49B2-93F3-63532DF516BC}" type="slidenum">
              <a:rPr lang="en-US" sz="900" noProof="0" smtClean="0"/>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900" noProof="0"/>
          </a:p>
          <a:p>
            <a:pPr algn="l"/>
            <a:endParaRPr lang="en-US" sz="900" noProof="0"/>
          </a:p>
        </p:txBody>
      </p:sp>
    </p:spTree>
    <p:extLst>
      <p:ext uri="{BB962C8B-B14F-4D97-AF65-F5344CB8AC3E}">
        <p14:creationId xmlns:p14="http://schemas.microsoft.com/office/powerpoint/2010/main" val="4047387523"/>
      </p:ext>
    </p:extLst>
  </p:cSld>
  <p:clrMap bg1="lt1" tx1="dk1" bg2="lt2" tx2="dk2" accent1="accent1" accent2="accent2" accent3="accent3" accent4="accent4" accent5="accent5" accent6="accent6" hlink="hlink" folHlink="folHlink"/>
  <p:sldLayoutIdLst>
    <p:sldLayoutId id="2147484374" r:id="rId1"/>
    <p:sldLayoutId id="2147484375" r:id="rId2"/>
    <p:sldLayoutId id="2147484376" r:id="rId3"/>
    <p:sldLayoutId id="2147484377" r:id="rId4"/>
    <p:sldLayoutId id="2147484378" r:id="rId5"/>
    <p:sldLayoutId id="2147484379" r:id="rId6"/>
    <p:sldLayoutId id="2147484380" r:id="rId7"/>
    <p:sldLayoutId id="2147484381" r:id="rId8"/>
    <p:sldLayoutId id="2147484382" r:id="rId9"/>
    <p:sldLayoutId id="2147484383" r:id="rId10"/>
    <p:sldLayoutId id="2147484384" r:id="rId11"/>
    <p:sldLayoutId id="2147484385" r:id="rId12"/>
    <p:sldLayoutId id="2147484386" r:id="rId13"/>
    <p:sldLayoutId id="2147484387" r:id="rId14"/>
    <p:sldLayoutId id="2147484388" r:id="rId15"/>
  </p:sldLayoutIdLst>
  <p:hf hdr="0" ftr="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6240" userDrawn="1">
          <p15:clr>
            <a:srgbClr val="F26B43"/>
          </p15:clr>
        </p15:guide>
        <p15:guide id="3" pos="480" userDrawn="1">
          <p15:clr>
            <a:srgbClr val="F26B43"/>
          </p15:clr>
        </p15:guide>
        <p15:guide id="4" pos="5760" userDrawn="1">
          <p15:clr>
            <a:srgbClr val="F26B43"/>
          </p15:clr>
        </p15:guide>
        <p15:guide id="5" pos="5280" userDrawn="1">
          <p15:clr>
            <a:srgbClr val="F26B43"/>
          </p15:clr>
        </p15:guide>
        <p15:guide id="6" pos="4800" userDrawn="1">
          <p15:clr>
            <a:srgbClr val="F26B43"/>
          </p15:clr>
        </p15:guide>
        <p15:guide id="7" pos="4320" userDrawn="1">
          <p15:clr>
            <a:srgbClr val="F26B43"/>
          </p15:clr>
        </p15:guide>
        <p15:guide id="8" pos="3360" userDrawn="1">
          <p15:clr>
            <a:srgbClr val="F26B43"/>
          </p15:clr>
        </p15:guide>
        <p15:guide id="9" pos="2880" userDrawn="1">
          <p15:clr>
            <a:srgbClr val="F26B43"/>
          </p15:clr>
        </p15:guide>
        <p15:guide id="10" pos="2400" userDrawn="1">
          <p15:clr>
            <a:srgbClr val="F26B43"/>
          </p15:clr>
        </p15:guide>
        <p15:guide id="11" pos="1920" userDrawn="1">
          <p15:clr>
            <a:srgbClr val="F26B43"/>
          </p15:clr>
        </p15:guide>
        <p15:guide id="12" pos="1440" userDrawn="1">
          <p15:clr>
            <a:srgbClr val="F26B43"/>
          </p15:clr>
        </p15:guide>
        <p15:guide id="13" pos="960" userDrawn="1">
          <p15:clr>
            <a:srgbClr val="F26B43"/>
          </p15:clr>
        </p15:guide>
        <p15:guide id="14" orient="horz" pos="958"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7.xml"/></Relationships>
</file>

<file path=ppt/slides/_rels/slide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xml"/><Relationship Id="rId1" Type="http://schemas.openxmlformats.org/officeDocument/2006/relationships/slideLayout" Target="../slideLayouts/slideLayout98.xml"/><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xml"/><Relationship Id="rId1" Type="http://schemas.openxmlformats.org/officeDocument/2006/relationships/slideLayout" Target="../slideLayouts/slideLayout98.xml"/></Relationships>
</file>

<file path=ppt/slides/_rels/slide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xml"/><Relationship Id="rId1" Type="http://schemas.openxmlformats.org/officeDocument/2006/relationships/slideLayout" Target="../slideLayouts/slideLayout99.xml"/><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1.jpg"/><Relationship Id="rId1" Type="http://schemas.openxmlformats.org/officeDocument/2006/relationships/slideLayout" Target="../slideLayouts/slideLayout100.xml"/></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1.jpg"/><Relationship Id="rId1" Type="http://schemas.openxmlformats.org/officeDocument/2006/relationships/slideLayout" Target="../slideLayouts/slideLayout100.xml"/></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1.jpg"/><Relationship Id="rId1" Type="http://schemas.openxmlformats.org/officeDocument/2006/relationships/slideLayout" Target="../slideLayouts/slideLayout100.xml"/></Relationships>
</file>

<file path=ppt/slides/_rels/slide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1.jpg"/><Relationship Id="rId1" Type="http://schemas.openxmlformats.org/officeDocument/2006/relationships/slideLayout" Target="../slideLayouts/slideLayout100.xml"/></Relationships>
</file>

<file path=ppt/slides/_rels/slide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E859F390-FBE2-6883-1A31-EB10F38C116A}"/>
              </a:ext>
            </a:extLst>
          </p:cNvPr>
          <p:cNvSpPr>
            <a:spLocks noGrp="1"/>
          </p:cNvSpPr>
          <p:nvPr>
            <p:ph type="title"/>
          </p:nvPr>
        </p:nvSpPr>
        <p:spPr>
          <a:xfrm>
            <a:off x="511277" y="707923"/>
            <a:ext cx="5462803" cy="866877"/>
          </a:xfrm>
        </p:spPr>
        <p:txBody>
          <a:bodyPr/>
          <a:lstStyle/>
          <a:p>
            <a:r>
              <a:rPr lang="en-GB" sz="2400" dirty="0"/>
              <a:t>Compliance Digital Assistant</a:t>
            </a:r>
            <a:br>
              <a:rPr lang="en-GB" sz="2800" dirty="0"/>
            </a:br>
            <a:r>
              <a:rPr lang="en-GB" sz="1400" dirty="0"/>
              <a:t>Empowering Compliance Officers with Intelligent Policy Query Resolution</a:t>
            </a:r>
            <a:endParaRPr lang="en-US" sz="1400" dirty="0"/>
          </a:p>
        </p:txBody>
      </p:sp>
      <p:sp>
        <p:nvSpPr>
          <p:cNvPr id="3" name="Text Placeholder 2">
            <a:extLst>
              <a:ext uri="{FF2B5EF4-FFF2-40B4-BE49-F238E27FC236}">
                <a16:creationId xmlns:a16="http://schemas.microsoft.com/office/drawing/2014/main" id="{8370344E-4C05-767D-1089-30E57918AF57}"/>
              </a:ext>
            </a:extLst>
          </p:cNvPr>
          <p:cNvSpPr>
            <a:spLocks noGrp="1"/>
          </p:cNvSpPr>
          <p:nvPr>
            <p:ph type="body" sz="quarter" idx="14"/>
          </p:nvPr>
        </p:nvSpPr>
        <p:spPr/>
        <p:txBody>
          <a:bodyPr/>
          <a:lstStyle/>
          <a:p>
            <a:r>
              <a:rPr lang="en-CA" dirty="0"/>
              <a:t>November 2025</a:t>
            </a:r>
            <a:endParaRPr lang="en-US" dirty="0"/>
          </a:p>
        </p:txBody>
      </p:sp>
      <p:sp>
        <p:nvSpPr>
          <p:cNvPr id="2" name="Text Placeholder 2">
            <a:extLst>
              <a:ext uri="{FF2B5EF4-FFF2-40B4-BE49-F238E27FC236}">
                <a16:creationId xmlns:a16="http://schemas.microsoft.com/office/drawing/2014/main" id="{215799EC-F37B-AB79-B4D5-658F9D490C1C}"/>
              </a:ext>
            </a:extLst>
          </p:cNvPr>
          <p:cNvSpPr txBox="1">
            <a:spLocks/>
          </p:cNvSpPr>
          <p:nvPr/>
        </p:nvSpPr>
        <p:spPr>
          <a:xfrm>
            <a:off x="5340702" y="5934024"/>
            <a:ext cx="5330952" cy="639775"/>
          </a:xfrm>
          <a:prstGeom prst="rect">
            <a:avLst/>
          </a:prstGeom>
        </p:spPr>
        <p:txBody>
          <a:bodyPr vert="horz" lIns="0" tIns="0" rIns="0" bIns="0" rtlCol="0" anchor="b">
            <a:noAutofit/>
          </a:bodyPr>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kern="1200">
                <a:solidFill>
                  <a:schemeClr val="tx1"/>
                </a:solidFill>
                <a:latin typeface="+mn-lt"/>
                <a:ea typeface="+mn-ea"/>
                <a:cs typeface="+mn-cs"/>
              </a:defRPr>
            </a:lvl1pPr>
            <a:lvl2pPr marL="230188" indent="-230188" algn="l" defTabSz="914400" rtl="0" eaLnBrk="1" latinLnBrk="0" hangingPunct="1">
              <a:spcBef>
                <a:spcPts val="500"/>
              </a:spcBef>
              <a:buFont typeface="Arial" panose="020B0604020202020204" pitchFamily="34" charset="0"/>
              <a:buChar char="•"/>
              <a:defRPr sz="2000" kern="1200">
                <a:solidFill>
                  <a:schemeClr val="tx1"/>
                </a:solidFill>
                <a:latin typeface="+mn-lt"/>
                <a:ea typeface="+mn-ea"/>
                <a:cs typeface="+mn-cs"/>
              </a:defRPr>
            </a:lvl2pPr>
            <a:lvl3pPr marL="574675" indent="-234950" algn="l" defTabSz="914400" rtl="0" eaLnBrk="1" latinLnBrk="0" hangingPunct="1">
              <a:spcBef>
                <a:spcPts val="500"/>
              </a:spcBef>
              <a:buFont typeface="Arial" panose="020B0604020202020204" pitchFamily="34" charset="0"/>
              <a:buChar char="–"/>
              <a:defRPr sz="1800" kern="1200">
                <a:solidFill>
                  <a:schemeClr val="tx1"/>
                </a:solidFill>
                <a:latin typeface="+mn-lt"/>
                <a:ea typeface="+mn-ea"/>
                <a:cs typeface="+mn-cs"/>
              </a:defRPr>
            </a:lvl3pPr>
            <a:lvl4pPr marL="803275" indent="-230188" algn="l" defTabSz="914400" rtl="0" eaLnBrk="1" latinLnBrk="0" hangingPunct="1">
              <a:spcBef>
                <a:spcPts val="500"/>
              </a:spcBef>
              <a:buFont typeface="Wingdings" panose="05000000000000000000" pitchFamily="2" charset="2"/>
              <a:buChar char="§"/>
              <a:defRPr sz="1600" kern="1200">
                <a:solidFill>
                  <a:schemeClr val="tx1"/>
                </a:solidFill>
                <a:latin typeface="+mn-lt"/>
                <a:ea typeface="+mn-ea"/>
                <a:cs typeface="+mn-cs"/>
              </a:defRPr>
            </a:lvl4pPr>
            <a:lvl5pPr marL="1025525" indent="-222250" algn="l" defTabSz="914400" rtl="0" eaLnBrk="1" latinLnBrk="0" hangingPunct="1">
              <a:spcBef>
                <a:spcPts val="500"/>
              </a:spcBef>
              <a:buFont typeface="Courier New" panose="02070309020205020404" pitchFamily="49" charset="0"/>
              <a:buChar char="o"/>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dirty="0"/>
              <a:t>Harmeet Singh – Senior Consultant</a:t>
            </a:r>
          </a:p>
        </p:txBody>
      </p:sp>
      <p:pic>
        <p:nvPicPr>
          <p:cNvPr id="25" name="Picture 24">
            <a:extLst>
              <a:ext uri="{FF2B5EF4-FFF2-40B4-BE49-F238E27FC236}">
                <a16:creationId xmlns:a16="http://schemas.microsoft.com/office/drawing/2014/main" id="{28045B42-4DE5-83DF-44F2-96482F1F322C}"/>
              </a:ext>
            </a:extLst>
          </p:cNvPr>
          <p:cNvPicPr>
            <a:picLocks noChangeAspect="1"/>
          </p:cNvPicPr>
          <p:nvPr/>
        </p:nvPicPr>
        <p:blipFill>
          <a:blip r:embed="rId2"/>
          <a:stretch>
            <a:fillRect/>
          </a:stretch>
        </p:blipFill>
        <p:spPr>
          <a:xfrm>
            <a:off x="6929120" y="1180487"/>
            <a:ext cx="3360711" cy="3375953"/>
          </a:xfrm>
          <a:prstGeom prst="rect">
            <a:avLst/>
          </a:prstGeom>
        </p:spPr>
      </p:pic>
    </p:spTree>
    <p:extLst>
      <p:ext uri="{BB962C8B-B14F-4D97-AF65-F5344CB8AC3E}">
        <p14:creationId xmlns:p14="http://schemas.microsoft.com/office/powerpoint/2010/main" val="182987902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pic>
        <p:nvPicPr>
          <p:cNvPr id="25" name="Picture 24">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7" name="Straight Connector 26">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56012FD-74A8-4C91-B318-435CF2B719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5" name="Title 4"/>
          <p:cNvSpPr>
            <a:spLocks noGrp="1"/>
          </p:cNvSpPr>
          <p:nvPr>
            <p:ph type="title"/>
          </p:nvPr>
        </p:nvSpPr>
        <p:spPr>
          <a:xfrm>
            <a:off x="1614139" y="965436"/>
            <a:ext cx="9603275" cy="1049235"/>
          </a:xfrm>
        </p:spPr>
        <p:txBody>
          <a:bodyPr vert="horz" lIns="91440" tIns="45720" rIns="91440" bIns="45720" rtlCol="0" anchor="t">
            <a:normAutofit/>
          </a:bodyPr>
          <a:lstStyle/>
          <a:p>
            <a:r>
              <a:rPr lang="en-US" sz="3200" dirty="0"/>
              <a:t>Current Challenges</a:t>
            </a:r>
            <a:br>
              <a:rPr lang="en-US" sz="3200" dirty="0"/>
            </a:br>
            <a:endParaRPr lang="en-US" sz="3200" noProof="0" dirty="0"/>
          </a:p>
        </p:txBody>
      </p:sp>
      <p:sp>
        <p:nvSpPr>
          <p:cNvPr id="6" name="Text Placeholder 5"/>
          <p:cNvSpPr>
            <a:spLocks noGrp="1"/>
          </p:cNvSpPr>
          <p:nvPr>
            <p:ph sz="quarter" idx="17"/>
          </p:nvPr>
        </p:nvSpPr>
        <p:spPr>
          <a:xfrm>
            <a:off x="5439134" y="2064019"/>
            <a:ext cx="5622284" cy="3450613"/>
          </a:xfrm>
        </p:spPr>
        <p:txBody>
          <a:bodyPr vert="horz" lIns="91440" tIns="45720" rIns="91440" bIns="45720" rtlCol="0" anchor="t">
            <a:normAutofit/>
          </a:bodyPr>
          <a:lstStyle/>
          <a:p>
            <a:pPr marL="285750" indent="-228600">
              <a:lnSpc>
                <a:spcPct val="110000"/>
              </a:lnSpc>
              <a:spcAft>
                <a:spcPts val="1200"/>
              </a:spcAft>
              <a:buClr>
                <a:schemeClr val="accent1"/>
              </a:buClr>
              <a:buSzPct val="100000"/>
              <a:buFont typeface="Arial" panose="020B0604020202020204" pitchFamily="34" charset="0"/>
              <a:buChar char="•"/>
            </a:pPr>
            <a:r>
              <a:rPr lang="en-US" sz="1700" b="1" dirty="0"/>
              <a:t>High Query Volume:</a:t>
            </a:r>
            <a:r>
              <a:rPr lang="en-US" sz="1700" dirty="0"/>
              <a:t> Over </a:t>
            </a:r>
            <a:r>
              <a:rPr lang="en-US" sz="1700" b="1" dirty="0"/>
              <a:t>40,000 policy-related queries</a:t>
            </a:r>
            <a:r>
              <a:rPr lang="en-US" sz="1700" dirty="0"/>
              <a:t> raised annually via emails, calls, and messages.</a:t>
            </a:r>
          </a:p>
          <a:p>
            <a:pPr marL="285750" indent="-228600">
              <a:lnSpc>
                <a:spcPct val="110000"/>
              </a:lnSpc>
              <a:spcAft>
                <a:spcPts val="1200"/>
              </a:spcAft>
              <a:buClr>
                <a:schemeClr val="accent1"/>
              </a:buClr>
              <a:buSzPct val="100000"/>
              <a:buFont typeface="Arial" panose="020B0604020202020204" pitchFamily="34" charset="0"/>
              <a:buChar char="•"/>
            </a:pPr>
            <a:r>
              <a:rPr lang="en-US" sz="1700" b="1" dirty="0"/>
              <a:t>Manual Effort:</a:t>
            </a:r>
            <a:r>
              <a:rPr lang="en-US" sz="1700" dirty="0"/>
              <a:t> Responses require </a:t>
            </a:r>
            <a:r>
              <a:rPr lang="en-US" sz="1700" b="1" dirty="0"/>
              <a:t>extensive research</a:t>
            </a:r>
            <a:r>
              <a:rPr lang="en-US" sz="1700" dirty="0"/>
              <a:t> across multiple, complex policy and regulatory documents.</a:t>
            </a:r>
          </a:p>
          <a:p>
            <a:pPr marL="285750" indent="-228600">
              <a:lnSpc>
                <a:spcPct val="110000"/>
              </a:lnSpc>
              <a:spcAft>
                <a:spcPts val="1200"/>
              </a:spcAft>
              <a:buClr>
                <a:schemeClr val="accent1"/>
              </a:buClr>
              <a:buSzPct val="100000"/>
              <a:buFont typeface="Arial" panose="020B0604020202020204" pitchFamily="34" charset="0"/>
              <a:buChar char="•"/>
            </a:pPr>
            <a:r>
              <a:rPr lang="en-US" sz="1700" b="1" dirty="0"/>
              <a:t>Inefficient Process:</a:t>
            </a:r>
            <a:r>
              <a:rPr lang="en-US" sz="1700" dirty="0"/>
              <a:t> Current approach is </a:t>
            </a:r>
            <a:r>
              <a:rPr lang="en-US" sz="1700" b="1" dirty="0"/>
              <a:t>time-consuming, inconsistent, and resource-intensive</a:t>
            </a:r>
            <a:r>
              <a:rPr lang="en-US" sz="1700" dirty="0"/>
              <a:t>.</a:t>
            </a:r>
          </a:p>
          <a:p>
            <a:pPr marL="285750" indent="-228600">
              <a:lnSpc>
                <a:spcPct val="110000"/>
              </a:lnSpc>
              <a:spcAft>
                <a:spcPts val="1200"/>
              </a:spcAft>
              <a:buClr>
                <a:schemeClr val="accent1"/>
              </a:buClr>
              <a:buSzPct val="100000"/>
              <a:buFont typeface="Arial" panose="020B0604020202020204" pitchFamily="34" charset="0"/>
              <a:buChar char="•"/>
            </a:pPr>
            <a:r>
              <a:rPr lang="en-US" sz="1700" b="1" dirty="0"/>
              <a:t>Rising Risk Exposure:</a:t>
            </a:r>
            <a:r>
              <a:rPr lang="en-US" sz="1700" dirty="0"/>
              <a:t> Increasing policy complexity leads to </a:t>
            </a:r>
            <a:r>
              <a:rPr lang="en-US" sz="1700" b="1" dirty="0"/>
              <a:t>outdated, inaccurate, or inconsistent guidance</a:t>
            </a:r>
            <a:r>
              <a:rPr lang="en-US" sz="1700" dirty="0"/>
              <a:t> being issued.</a:t>
            </a:r>
            <a:endParaRPr lang="en-US" sz="1700" noProof="0" dirty="0"/>
          </a:p>
        </p:txBody>
      </p:sp>
      <p:pic>
        <p:nvPicPr>
          <p:cNvPr id="18" name="Picture 17">
            <a:extLst>
              <a:ext uri="{FF2B5EF4-FFF2-40B4-BE49-F238E27FC236}">
                <a16:creationId xmlns:a16="http://schemas.microsoft.com/office/drawing/2014/main" id="{E27DA0D0-29D1-C274-6056-F8D6881454DD}"/>
              </a:ext>
            </a:extLst>
          </p:cNvPr>
          <p:cNvPicPr>
            <a:picLocks noChangeAspect="1"/>
          </p:cNvPicPr>
          <p:nvPr/>
        </p:nvPicPr>
        <p:blipFill>
          <a:blip r:embed="rId4"/>
          <a:stretch>
            <a:fillRect/>
          </a:stretch>
        </p:blipFill>
        <p:spPr>
          <a:xfrm>
            <a:off x="1828154" y="2064019"/>
            <a:ext cx="3045165" cy="3450613"/>
          </a:xfrm>
          <a:prstGeom prst="rect">
            <a:avLst/>
          </a:prstGeom>
        </p:spPr>
      </p:pic>
    </p:spTree>
    <p:extLst>
      <p:ext uri="{BB962C8B-B14F-4D97-AF65-F5344CB8AC3E}">
        <p14:creationId xmlns:p14="http://schemas.microsoft.com/office/powerpoint/2010/main" val="308763888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BCA-8D38-84E7-6CA7-A046C1954049}"/>
              </a:ext>
            </a:extLst>
          </p:cNvPr>
          <p:cNvSpPr>
            <a:spLocks noGrp="1"/>
          </p:cNvSpPr>
          <p:nvPr>
            <p:ph type="title"/>
          </p:nvPr>
        </p:nvSpPr>
        <p:spPr>
          <a:xfrm>
            <a:off x="6385571" y="639212"/>
            <a:ext cx="2527044" cy="530971"/>
          </a:xfrm>
        </p:spPr>
        <p:txBody>
          <a:bodyPr/>
          <a:lstStyle/>
          <a:p>
            <a:r>
              <a:rPr lang="en-US" sz="2400" dirty="0"/>
              <a:t>Business</a:t>
            </a:r>
            <a:r>
              <a:rPr lang="en-US" sz="3000" dirty="0"/>
              <a:t> </a:t>
            </a:r>
            <a:r>
              <a:rPr lang="en-US" sz="2400" dirty="0"/>
              <a:t>Impact</a:t>
            </a:r>
          </a:p>
        </p:txBody>
      </p:sp>
      <p:sp>
        <p:nvSpPr>
          <p:cNvPr id="3" name="Rectangle 1">
            <a:extLst>
              <a:ext uri="{FF2B5EF4-FFF2-40B4-BE49-F238E27FC236}">
                <a16:creationId xmlns:a16="http://schemas.microsoft.com/office/drawing/2014/main" id="{57905716-686B-B949-F55D-B6C7A5038D11}"/>
              </a:ext>
            </a:extLst>
          </p:cNvPr>
          <p:cNvSpPr>
            <a:spLocks noGrp="1" noChangeArrowheads="1"/>
          </p:cNvSpPr>
          <p:nvPr>
            <p:ph sz="quarter" idx="17"/>
          </p:nvPr>
        </p:nvSpPr>
        <p:spPr bwMode="auto">
          <a:xfrm>
            <a:off x="6252133" y="1328813"/>
            <a:ext cx="3994826" cy="2251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fontAlgn="base">
              <a:lnSpc>
                <a:spcPct val="100000"/>
              </a:lnSpc>
              <a:spcAft>
                <a:spcPts val="1200"/>
              </a:spcAft>
              <a:buFont typeface="Arial" panose="020B0604020202020204" pitchFamily="34" charset="0"/>
              <a:buChar char="•"/>
              <a:tabLst/>
            </a:pPr>
            <a:r>
              <a:rPr lang="en-US" altLang="en-US" sz="1600" dirty="0"/>
              <a:t>Delayed responses and lower productivity for Compliance Officers.</a:t>
            </a:r>
          </a:p>
          <a:p>
            <a:pPr marL="285750" marR="0" lvl="0" indent="-285750" fontAlgn="base">
              <a:lnSpc>
                <a:spcPct val="100000"/>
              </a:lnSpc>
              <a:spcAft>
                <a:spcPts val="1200"/>
              </a:spcAft>
              <a:buFont typeface="Arial" panose="020B0604020202020204" pitchFamily="34" charset="0"/>
              <a:buChar char="•"/>
              <a:tabLst/>
            </a:pPr>
            <a:r>
              <a:rPr lang="en-US" altLang="en-US" sz="1600" dirty="0"/>
              <a:t>Increased operational costs and employee frustration.</a:t>
            </a:r>
          </a:p>
          <a:p>
            <a:pPr marL="285750" marR="0" lvl="0" indent="-285750" fontAlgn="base">
              <a:lnSpc>
                <a:spcPct val="100000"/>
              </a:lnSpc>
              <a:spcAft>
                <a:spcPts val="1200"/>
              </a:spcAft>
              <a:buFont typeface="Arial" panose="020B0604020202020204" pitchFamily="34" charset="0"/>
              <a:buChar char="•"/>
              <a:tabLst/>
            </a:pPr>
            <a:r>
              <a:rPr lang="en-US" altLang="en-US" sz="1600" dirty="0"/>
              <a:t>Heightened compliance and reputational risks due to inconsistent policy interpretations.</a:t>
            </a:r>
          </a:p>
        </p:txBody>
      </p:sp>
      <p:sp>
        <p:nvSpPr>
          <p:cNvPr id="5" name="TextBox 4">
            <a:extLst>
              <a:ext uri="{FF2B5EF4-FFF2-40B4-BE49-F238E27FC236}">
                <a16:creationId xmlns:a16="http://schemas.microsoft.com/office/drawing/2014/main" id="{1B663758-EE7D-9DD5-97BB-DB12AA183202}"/>
              </a:ext>
            </a:extLst>
          </p:cNvPr>
          <p:cNvSpPr txBox="1"/>
          <p:nvPr/>
        </p:nvSpPr>
        <p:spPr>
          <a:xfrm>
            <a:off x="6252133" y="3897971"/>
            <a:ext cx="4700347" cy="1631216"/>
          </a:xfrm>
          <a:prstGeom prst="rect">
            <a:avLst/>
          </a:prstGeom>
          <a:noFill/>
        </p:spPr>
        <p:txBody>
          <a:bodyPr wrap="square">
            <a:spAutoFit/>
          </a:bodyPr>
          <a:lstStyle/>
          <a:p>
            <a:r>
              <a:rPr lang="en-GB" sz="2000" cap="all" dirty="0">
                <a:latin typeface="+mj-lt"/>
                <a:ea typeface="+mj-ea"/>
                <a:cs typeface="+mj-cs"/>
              </a:rPr>
              <a:t>Opportunity</a:t>
            </a:r>
            <a:endParaRPr lang="en-GB" sz="2400" cap="all" dirty="0">
              <a:latin typeface="+mj-lt"/>
              <a:ea typeface="+mj-ea"/>
              <a:cs typeface="+mj-cs"/>
            </a:endParaRPr>
          </a:p>
          <a:p>
            <a:endParaRPr lang="en-GB" sz="1200" dirty="0"/>
          </a:p>
          <a:p>
            <a:r>
              <a:rPr lang="en-GB" sz="1600" dirty="0"/>
              <a:t>Introduce an </a:t>
            </a:r>
            <a:r>
              <a:rPr lang="en-GB" sz="1600" b="1" dirty="0"/>
              <a:t>AI-powered Digital Assistant </a:t>
            </a:r>
            <a:r>
              <a:rPr lang="en-GB" sz="1600" dirty="0"/>
              <a:t>capable of interpreting policy documents and providing real-time, accurate responses to Compliance-related queries.</a:t>
            </a:r>
          </a:p>
        </p:txBody>
      </p:sp>
      <p:pic>
        <p:nvPicPr>
          <p:cNvPr id="7" name="Picture 3" descr="Google to Launch Generative AI-Powered ...">
            <a:extLst>
              <a:ext uri="{FF2B5EF4-FFF2-40B4-BE49-F238E27FC236}">
                <a16:creationId xmlns:a16="http://schemas.microsoft.com/office/drawing/2014/main" id="{D1FF551B-6CC1-B6C9-2071-A311894725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320" y="1530373"/>
            <a:ext cx="4129920" cy="29251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856802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pic>
        <p:nvPicPr>
          <p:cNvPr id="21" name="Picture 20">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3" name="Straight Connector 22">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56012FD-74A8-4C91-B318-435CF2B719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7C441706-8DC0-5886-2EA9-281B6B9E87BB}"/>
              </a:ext>
            </a:extLst>
          </p:cNvPr>
          <p:cNvSpPr>
            <a:spLocks noGrp="1"/>
          </p:cNvSpPr>
          <p:nvPr>
            <p:ph type="title"/>
          </p:nvPr>
        </p:nvSpPr>
        <p:spPr>
          <a:xfrm>
            <a:off x="1451579" y="804519"/>
            <a:ext cx="9603275" cy="1049235"/>
          </a:xfrm>
        </p:spPr>
        <p:txBody>
          <a:bodyPr vert="horz" lIns="91440" tIns="45720" rIns="91440" bIns="45720" rtlCol="0" anchor="t">
            <a:normAutofit/>
          </a:bodyPr>
          <a:lstStyle/>
          <a:p>
            <a:r>
              <a:rPr lang="en-US"/>
              <a:t>How It Works – End-to-End Workflow</a:t>
            </a:r>
            <a:endParaRPr lang="en-US" noProof="0"/>
          </a:p>
        </p:txBody>
      </p:sp>
      <p:pic>
        <p:nvPicPr>
          <p:cNvPr id="14" name="Picture 13">
            <a:extLst>
              <a:ext uri="{FF2B5EF4-FFF2-40B4-BE49-F238E27FC236}">
                <a16:creationId xmlns:a16="http://schemas.microsoft.com/office/drawing/2014/main" id="{0B4E448E-FFDD-4C92-E554-8EC3AEAA28C7}"/>
              </a:ext>
            </a:extLst>
          </p:cNvPr>
          <p:cNvPicPr>
            <a:picLocks noChangeAspect="1"/>
          </p:cNvPicPr>
          <p:nvPr/>
        </p:nvPicPr>
        <p:blipFill>
          <a:blip r:embed="rId4"/>
          <a:stretch>
            <a:fillRect/>
          </a:stretch>
        </p:blipFill>
        <p:spPr>
          <a:xfrm>
            <a:off x="2411604" y="2015734"/>
            <a:ext cx="3145134" cy="3907546"/>
          </a:xfrm>
          <a:prstGeom prst="rect">
            <a:avLst/>
          </a:prstGeom>
        </p:spPr>
      </p:pic>
      <p:sp>
        <p:nvSpPr>
          <p:cNvPr id="3" name="Content Placeholder 2">
            <a:extLst>
              <a:ext uri="{FF2B5EF4-FFF2-40B4-BE49-F238E27FC236}">
                <a16:creationId xmlns:a16="http://schemas.microsoft.com/office/drawing/2014/main" id="{4AE3E130-FADA-6A3A-BDB3-12C6C3ACF0D5}"/>
              </a:ext>
            </a:extLst>
          </p:cNvPr>
          <p:cNvSpPr>
            <a:spLocks noGrp="1"/>
          </p:cNvSpPr>
          <p:nvPr>
            <p:ph sz="quarter" idx="17"/>
          </p:nvPr>
        </p:nvSpPr>
        <p:spPr>
          <a:xfrm>
            <a:off x="6892299" y="2015734"/>
            <a:ext cx="4162555" cy="3450613"/>
          </a:xfrm>
        </p:spPr>
        <p:txBody>
          <a:bodyPr vert="horz" lIns="91440" tIns="45720" rIns="91440" bIns="45720" rtlCol="0" anchor="t">
            <a:normAutofit/>
          </a:bodyPr>
          <a:lstStyle/>
          <a:p>
            <a:pPr marL="285750" indent="-228600">
              <a:lnSpc>
                <a:spcPct val="110000"/>
              </a:lnSpc>
              <a:buClr>
                <a:schemeClr val="accent1"/>
              </a:buClr>
              <a:buSzPct val="100000"/>
              <a:buFont typeface="Arial" panose="020B0604020202020204" pitchFamily="34" charset="0"/>
              <a:buChar char="•"/>
              <a:defRPr sz="1800"/>
            </a:pPr>
            <a:r>
              <a:rPr lang="en-US" sz="1300" b="1"/>
              <a:t>User Access &amp; Authentication:</a:t>
            </a:r>
            <a:r>
              <a:rPr lang="en-US" sz="1300"/>
              <a:t> Compliance Officer logs in via CIDP and is validated through Entitlements.</a:t>
            </a:r>
          </a:p>
          <a:p>
            <a:pPr marL="285750" indent="-228600">
              <a:lnSpc>
                <a:spcPct val="110000"/>
              </a:lnSpc>
              <a:buClr>
                <a:schemeClr val="accent1"/>
              </a:buClr>
              <a:buSzPct val="100000"/>
              <a:buFont typeface="Arial" panose="020B0604020202020204" pitchFamily="34" charset="0"/>
              <a:buChar char="•"/>
              <a:defRPr sz="1800"/>
            </a:pPr>
            <a:r>
              <a:rPr lang="en-US" sz="1300" b="1"/>
              <a:t>Query Submission:</a:t>
            </a:r>
            <a:r>
              <a:rPr lang="en-US" sz="1300"/>
              <a:t> Officer submits a policy-related query to the Digital Assistant.</a:t>
            </a:r>
          </a:p>
          <a:p>
            <a:pPr marL="285750" indent="-228600">
              <a:lnSpc>
                <a:spcPct val="110000"/>
              </a:lnSpc>
              <a:buClr>
                <a:schemeClr val="accent1"/>
              </a:buClr>
              <a:buSzPct val="100000"/>
              <a:buFont typeface="Arial" panose="020B0604020202020204" pitchFamily="34" charset="0"/>
              <a:buChar char="•"/>
              <a:defRPr sz="1800"/>
            </a:pPr>
            <a:r>
              <a:rPr lang="en-US" sz="1300" b="1"/>
              <a:t>Smart Interpretation:</a:t>
            </a:r>
            <a:r>
              <a:rPr lang="en-US" sz="1300"/>
              <a:t> The Assistant enriches and routes the query to Dialogflow CX and the Data Store Agent.</a:t>
            </a:r>
          </a:p>
          <a:p>
            <a:pPr marL="285750" indent="-228600">
              <a:lnSpc>
                <a:spcPct val="110000"/>
              </a:lnSpc>
              <a:buClr>
                <a:schemeClr val="accent1"/>
              </a:buClr>
              <a:buSzPct val="100000"/>
              <a:buFont typeface="Arial" panose="020B0604020202020204" pitchFamily="34" charset="0"/>
              <a:buChar char="•"/>
              <a:defRPr sz="1800"/>
            </a:pPr>
            <a:r>
              <a:rPr lang="en-US" sz="1300" b="1"/>
              <a:t>Policy Lookup &amp; Validation:</a:t>
            </a:r>
            <a:r>
              <a:rPr lang="en-US" sz="1300"/>
              <a:t> The system checks for banned phrases, identifies the most relevant policy source, and formulates a compliant response. </a:t>
            </a:r>
          </a:p>
          <a:p>
            <a:pPr marL="285750" indent="-228600">
              <a:lnSpc>
                <a:spcPct val="110000"/>
              </a:lnSpc>
              <a:buClr>
                <a:schemeClr val="accent1"/>
              </a:buClr>
              <a:buSzPct val="100000"/>
              <a:buFont typeface="Arial" panose="020B0604020202020204" pitchFamily="34" charset="0"/>
              <a:buChar char="•"/>
              <a:defRPr sz="1800"/>
            </a:pPr>
            <a:r>
              <a:rPr lang="en-US" sz="1300" b="1"/>
              <a:t>Human Oversight:</a:t>
            </a:r>
            <a:r>
              <a:rPr lang="en-US" sz="1300"/>
              <a:t> During initial phases, all AI-generated responses are reviewed and approved by Compliance Officers before being shared.</a:t>
            </a:r>
          </a:p>
          <a:p>
            <a:pPr indent="-228600">
              <a:lnSpc>
                <a:spcPct val="110000"/>
              </a:lnSpc>
              <a:buClr>
                <a:schemeClr val="accent1"/>
              </a:buClr>
              <a:buSzPct val="100000"/>
              <a:buFont typeface="Arial" panose="020B0604020202020204" pitchFamily="34" charset="0"/>
              <a:buChar char="•"/>
            </a:pPr>
            <a:endParaRPr lang="en-US" sz="1300" noProof="0"/>
          </a:p>
        </p:txBody>
      </p:sp>
    </p:spTree>
    <p:extLst>
      <p:ext uri="{BB962C8B-B14F-4D97-AF65-F5344CB8AC3E}">
        <p14:creationId xmlns:p14="http://schemas.microsoft.com/office/powerpoint/2010/main" val="368407100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pic>
        <p:nvPicPr>
          <p:cNvPr id="20" name="Picture 19">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2" name="Straight Connector 21">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6012FD-74A8-4C91-B318-435CF2B719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8" name="Title 7">
            <a:extLst>
              <a:ext uri="{FF2B5EF4-FFF2-40B4-BE49-F238E27FC236}">
                <a16:creationId xmlns:a16="http://schemas.microsoft.com/office/drawing/2014/main" id="{6B517E62-8CCB-C601-EB0C-16A6B84D83A8}"/>
              </a:ext>
            </a:extLst>
          </p:cNvPr>
          <p:cNvSpPr>
            <a:spLocks noGrp="1"/>
          </p:cNvSpPr>
          <p:nvPr>
            <p:ph type="title"/>
          </p:nvPr>
        </p:nvSpPr>
        <p:spPr>
          <a:xfrm>
            <a:off x="1451579" y="804519"/>
            <a:ext cx="9603275" cy="1049235"/>
          </a:xfrm>
        </p:spPr>
        <p:txBody>
          <a:bodyPr vert="horz" lIns="91440" tIns="45720" rIns="91440" bIns="45720" rtlCol="0" anchor="t">
            <a:normAutofit/>
          </a:bodyPr>
          <a:lstStyle/>
          <a:p>
            <a:r>
              <a:rPr lang="en-US"/>
              <a:t>Business Value and Benefits</a:t>
            </a:r>
          </a:p>
        </p:txBody>
      </p:sp>
      <p:pic>
        <p:nvPicPr>
          <p:cNvPr id="13" name="Picture 12">
            <a:extLst>
              <a:ext uri="{FF2B5EF4-FFF2-40B4-BE49-F238E27FC236}">
                <a16:creationId xmlns:a16="http://schemas.microsoft.com/office/drawing/2014/main" id="{7103F4D3-9E4A-7BD4-DE56-6772F134EADB}"/>
              </a:ext>
            </a:extLst>
          </p:cNvPr>
          <p:cNvPicPr>
            <a:picLocks noChangeAspect="1"/>
          </p:cNvPicPr>
          <p:nvPr/>
        </p:nvPicPr>
        <p:blipFill>
          <a:blip r:embed="rId3"/>
          <a:stretch>
            <a:fillRect/>
          </a:stretch>
        </p:blipFill>
        <p:spPr>
          <a:xfrm>
            <a:off x="2046220" y="2015734"/>
            <a:ext cx="3771161" cy="3450613"/>
          </a:xfrm>
          <a:prstGeom prst="rect">
            <a:avLst/>
          </a:prstGeom>
        </p:spPr>
      </p:pic>
      <p:sp>
        <p:nvSpPr>
          <p:cNvPr id="3" name="TextBox 2">
            <a:extLst>
              <a:ext uri="{FF2B5EF4-FFF2-40B4-BE49-F238E27FC236}">
                <a16:creationId xmlns:a16="http://schemas.microsoft.com/office/drawing/2014/main" id="{3FB0DD4F-E3B7-C2CE-B8D0-5A428622B870}"/>
              </a:ext>
            </a:extLst>
          </p:cNvPr>
          <p:cNvSpPr txBox="1"/>
          <p:nvPr/>
        </p:nvSpPr>
        <p:spPr>
          <a:xfrm>
            <a:off x="6892299" y="2015734"/>
            <a:ext cx="4162555" cy="3450613"/>
          </a:xfrm>
          <a:prstGeom prst="rect">
            <a:avLst/>
          </a:prstGeom>
        </p:spPr>
        <p:txBody>
          <a:bodyPr vert="horz" lIns="91440" tIns="45720" rIns="91440" bIns="45720" rtlCol="0" anchor="t">
            <a:normAutofit/>
          </a:bodyPr>
          <a:lstStyle/>
          <a:p>
            <a:pPr marL="285750" indent="-228600" fontAlgn="base">
              <a:lnSpc>
                <a:spcPct val="110000"/>
              </a:lnSpc>
              <a:spcBef>
                <a:spcPts val="500"/>
              </a:spcBef>
              <a:spcAft>
                <a:spcPts val="1200"/>
              </a:spcAft>
              <a:buClr>
                <a:schemeClr val="accent1"/>
              </a:buClr>
              <a:buSzPct val="100000"/>
              <a:buFont typeface="Arial" panose="020B0604020202020204" pitchFamily="34" charset="0"/>
              <a:buChar char="•"/>
              <a:defRPr sz="1800"/>
            </a:pPr>
            <a:r>
              <a:rPr lang="en-US" sz="1600" b="1" dirty="0"/>
              <a:t>Efficiency</a:t>
            </a:r>
            <a:r>
              <a:rPr lang="en-US" sz="1600" dirty="0"/>
              <a:t>: Significant reduction in manual effort and response turnaround time.</a:t>
            </a:r>
          </a:p>
          <a:p>
            <a:pPr marL="285750" indent="-228600" fontAlgn="base">
              <a:lnSpc>
                <a:spcPct val="110000"/>
              </a:lnSpc>
              <a:spcBef>
                <a:spcPts val="500"/>
              </a:spcBef>
              <a:spcAft>
                <a:spcPts val="1200"/>
              </a:spcAft>
              <a:buClr>
                <a:schemeClr val="accent1"/>
              </a:buClr>
              <a:buSzPct val="100000"/>
              <a:buFont typeface="Arial" panose="020B0604020202020204" pitchFamily="34" charset="0"/>
              <a:buChar char="•"/>
              <a:defRPr sz="1800"/>
            </a:pPr>
            <a:r>
              <a:rPr lang="en-US" sz="1600" b="1" dirty="0"/>
              <a:t>Accuracy</a:t>
            </a:r>
            <a:r>
              <a:rPr lang="en-US" sz="1600" dirty="0"/>
              <a:t>: Ensures guidance is consistent, traceable, and aligned with the latest policies.</a:t>
            </a:r>
          </a:p>
          <a:p>
            <a:pPr marL="285750" indent="-228600" fontAlgn="base">
              <a:lnSpc>
                <a:spcPct val="110000"/>
              </a:lnSpc>
              <a:spcBef>
                <a:spcPts val="500"/>
              </a:spcBef>
              <a:spcAft>
                <a:spcPts val="1200"/>
              </a:spcAft>
              <a:buClr>
                <a:schemeClr val="accent1"/>
              </a:buClr>
              <a:buSzPct val="100000"/>
              <a:buFont typeface="Arial" panose="020B0604020202020204" pitchFamily="34" charset="0"/>
              <a:buChar char="•"/>
              <a:defRPr sz="1800"/>
            </a:pPr>
            <a:r>
              <a:rPr lang="en-US" sz="1600" b="1" dirty="0"/>
              <a:t>Scalability</a:t>
            </a:r>
            <a:r>
              <a:rPr lang="en-US" sz="1600" dirty="0"/>
              <a:t>: Handles increasing query volumes without expanding Compliance headcount.</a:t>
            </a:r>
          </a:p>
          <a:p>
            <a:pPr marL="285750" indent="-228600" fontAlgn="base">
              <a:lnSpc>
                <a:spcPct val="110000"/>
              </a:lnSpc>
              <a:spcBef>
                <a:spcPts val="500"/>
              </a:spcBef>
              <a:spcAft>
                <a:spcPts val="1200"/>
              </a:spcAft>
              <a:buClr>
                <a:schemeClr val="accent1"/>
              </a:buClr>
              <a:buSzPct val="100000"/>
              <a:buFont typeface="Arial" panose="020B0604020202020204" pitchFamily="34" charset="0"/>
              <a:buChar char="•"/>
              <a:defRPr sz="1800"/>
            </a:pPr>
            <a:r>
              <a:rPr lang="en-US" sz="1600" b="1" dirty="0"/>
              <a:t>Governance</a:t>
            </a:r>
            <a:r>
              <a:rPr lang="en-US" sz="1600" dirty="0"/>
              <a:t>: Provides full auditability and traceability of all queries and responses.</a:t>
            </a:r>
          </a:p>
        </p:txBody>
      </p:sp>
    </p:spTree>
    <p:extLst>
      <p:ext uri="{BB962C8B-B14F-4D97-AF65-F5344CB8AC3E}">
        <p14:creationId xmlns:p14="http://schemas.microsoft.com/office/powerpoint/2010/main" val="256679775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BAD1F80C-E60C-A13D-A23D-627CBCCAFC10}"/>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pic>
        <p:nvPicPr>
          <p:cNvPr id="47" name="Picture 46">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48" name="Straight Connector 47">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56012FD-74A8-4C91-B318-435CF2B719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8" name="Title 7">
            <a:extLst>
              <a:ext uri="{FF2B5EF4-FFF2-40B4-BE49-F238E27FC236}">
                <a16:creationId xmlns:a16="http://schemas.microsoft.com/office/drawing/2014/main" id="{EF199FF1-711B-952B-C37D-ACB341D3B48B}"/>
              </a:ext>
            </a:extLst>
          </p:cNvPr>
          <p:cNvSpPr>
            <a:spLocks noGrp="1"/>
          </p:cNvSpPr>
          <p:nvPr>
            <p:ph type="title"/>
          </p:nvPr>
        </p:nvSpPr>
        <p:spPr>
          <a:xfrm>
            <a:off x="1783175" y="880305"/>
            <a:ext cx="9603275" cy="1049235"/>
          </a:xfrm>
        </p:spPr>
        <p:txBody>
          <a:bodyPr vert="horz" lIns="91440" tIns="45720" rIns="91440" bIns="45720" rtlCol="0" anchor="t">
            <a:normAutofit/>
          </a:bodyPr>
          <a:lstStyle/>
          <a:p>
            <a:r>
              <a:rPr lang="en-US" dirty="0"/>
              <a:t>Technology Stack</a:t>
            </a:r>
          </a:p>
        </p:txBody>
      </p:sp>
      <p:pic>
        <p:nvPicPr>
          <p:cNvPr id="12" name="Picture 11">
            <a:extLst>
              <a:ext uri="{FF2B5EF4-FFF2-40B4-BE49-F238E27FC236}">
                <a16:creationId xmlns:a16="http://schemas.microsoft.com/office/drawing/2014/main" id="{536BBD07-6396-9CC6-8BE6-3198403AA4FD}"/>
              </a:ext>
            </a:extLst>
          </p:cNvPr>
          <p:cNvPicPr>
            <a:picLocks noChangeAspect="1"/>
          </p:cNvPicPr>
          <p:nvPr/>
        </p:nvPicPr>
        <p:blipFill>
          <a:blip r:embed="rId3"/>
          <a:stretch>
            <a:fillRect/>
          </a:stretch>
        </p:blipFill>
        <p:spPr>
          <a:xfrm>
            <a:off x="1931445" y="2015734"/>
            <a:ext cx="4000710" cy="3450613"/>
          </a:xfrm>
          <a:prstGeom prst="rect">
            <a:avLst/>
          </a:prstGeom>
        </p:spPr>
      </p:pic>
      <p:sp>
        <p:nvSpPr>
          <p:cNvPr id="3" name="TextBox 2">
            <a:extLst>
              <a:ext uri="{FF2B5EF4-FFF2-40B4-BE49-F238E27FC236}">
                <a16:creationId xmlns:a16="http://schemas.microsoft.com/office/drawing/2014/main" id="{CEE5B758-EE9C-DFD4-C9ED-F275215AAE74}"/>
              </a:ext>
            </a:extLst>
          </p:cNvPr>
          <p:cNvSpPr txBox="1"/>
          <p:nvPr/>
        </p:nvSpPr>
        <p:spPr>
          <a:xfrm>
            <a:off x="6781767" y="2015734"/>
            <a:ext cx="4162555" cy="3450613"/>
          </a:xfrm>
          <a:prstGeom prst="rect">
            <a:avLst/>
          </a:prstGeom>
        </p:spPr>
        <p:txBody>
          <a:bodyPr vert="horz" lIns="91440" tIns="45720" rIns="91440" bIns="45720" rtlCol="0" anchor="t">
            <a:normAutofit fontScale="85000" lnSpcReduction="10000"/>
          </a:bodyPr>
          <a:lstStyle/>
          <a:p>
            <a:pPr marL="285750" indent="-228600" fontAlgn="base">
              <a:lnSpc>
                <a:spcPct val="110000"/>
              </a:lnSpc>
              <a:spcBef>
                <a:spcPts val="500"/>
              </a:spcBef>
              <a:spcAft>
                <a:spcPts val="1200"/>
              </a:spcAft>
              <a:buClr>
                <a:schemeClr val="accent1"/>
              </a:buClr>
              <a:buSzPct val="100000"/>
              <a:buFont typeface="Arial" panose="020B0604020202020204" pitchFamily="34" charset="0"/>
              <a:buChar char="•"/>
              <a:defRPr sz="1800"/>
            </a:pPr>
            <a:r>
              <a:rPr lang="en-US" sz="1400" b="1" dirty="0" err="1"/>
              <a:t>Dialogflow</a:t>
            </a:r>
            <a:r>
              <a:rPr lang="en-US" sz="1400" b="1" dirty="0"/>
              <a:t> CX: </a:t>
            </a:r>
            <a:r>
              <a:rPr lang="en-US" sz="1400" dirty="0"/>
              <a:t>Conversational flow and intent management</a:t>
            </a:r>
          </a:p>
          <a:p>
            <a:pPr marL="285750" indent="-228600" fontAlgn="base">
              <a:lnSpc>
                <a:spcPct val="110000"/>
              </a:lnSpc>
              <a:spcBef>
                <a:spcPts val="500"/>
              </a:spcBef>
              <a:spcAft>
                <a:spcPts val="1200"/>
              </a:spcAft>
              <a:buClr>
                <a:schemeClr val="accent1"/>
              </a:buClr>
              <a:buSzPct val="100000"/>
              <a:buFont typeface="Arial" panose="020B0604020202020204" pitchFamily="34" charset="0"/>
              <a:buChar char="•"/>
              <a:defRPr sz="1800"/>
            </a:pPr>
            <a:r>
              <a:rPr lang="en-US" sz="1400" b="1" dirty="0"/>
              <a:t>Vertex AI: </a:t>
            </a:r>
            <a:r>
              <a:rPr lang="en-US" sz="1400" dirty="0"/>
              <a:t>Model storage, training, and datastore</a:t>
            </a:r>
          </a:p>
          <a:p>
            <a:pPr marL="285750" indent="-228600" fontAlgn="base">
              <a:lnSpc>
                <a:spcPct val="110000"/>
              </a:lnSpc>
              <a:spcBef>
                <a:spcPts val="500"/>
              </a:spcBef>
              <a:spcAft>
                <a:spcPts val="1200"/>
              </a:spcAft>
              <a:buClr>
                <a:schemeClr val="accent1"/>
              </a:buClr>
              <a:buSzPct val="100000"/>
              <a:buFont typeface="Arial" panose="020B0604020202020204" pitchFamily="34" charset="0"/>
              <a:buChar char="•"/>
              <a:defRPr sz="1800"/>
            </a:pPr>
            <a:r>
              <a:rPr lang="en-US" sz="1400" b="1" dirty="0"/>
              <a:t>API Gateway: </a:t>
            </a:r>
            <a:r>
              <a:rPr lang="en-US" sz="1400" dirty="0"/>
              <a:t>Middleware for orchestration and API integration</a:t>
            </a:r>
          </a:p>
          <a:p>
            <a:pPr marL="285750" indent="-228600" fontAlgn="base">
              <a:lnSpc>
                <a:spcPct val="110000"/>
              </a:lnSpc>
              <a:spcBef>
                <a:spcPts val="500"/>
              </a:spcBef>
              <a:spcAft>
                <a:spcPts val="1200"/>
              </a:spcAft>
              <a:buClr>
                <a:schemeClr val="accent1"/>
              </a:buClr>
              <a:buSzPct val="100000"/>
              <a:buFont typeface="Arial" panose="020B0604020202020204" pitchFamily="34" charset="0"/>
              <a:buChar char="•"/>
              <a:defRPr sz="1800"/>
            </a:pPr>
            <a:r>
              <a:rPr lang="en-US" sz="1400" b="1" dirty="0"/>
              <a:t>Gemini: </a:t>
            </a:r>
            <a:r>
              <a:rPr lang="en-US" sz="1400" dirty="0"/>
              <a:t>Generative AI for FAQ summarization, Converts multi-page documents into concise, readable responses.</a:t>
            </a:r>
          </a:p>
          <a:p>
            <a:pPr marL="285750" indent="-228600" fontAlgn="base">
              <a:lnSpc>
                <a:spcPct val="110000"/>
              </a:lnSpc>
              <a:spcBef>
                <a:spcPts val="500"/>
              </a:spcBef>
              <a:spcAft>
                <a:spcPts val="1200"/>
              </a:spcAft>
              <a:buClr>
                <a:schemeClr val="accent1"/>
              </a:buClr>
              <a:buSzPct val="100000"/>
              <a:buFont typeface="Arial" panose="020B0604020202020204" pitchFamily="34" charset="0"/>
              <a:buChar char="•"/>
              <a:defRPr sz="1800"/>
            </a:pPr>
            <a:r>
              <a:rPr lang="en-US" sz="1400" b="1" dirty="0"/>
              <a:t>Google Cloud Platform: </a:t>
            </a:r>
            <a:r>
              <a:rPr lang="en-US" sz="1400" dirty="0"/>
              <a:t>Hosting and scalability</a:t>
            </a:r>
          </a:p>
          <a:p>
            <a:pPr marL="285750" indent="-228600" fontAlgn="base">
              <a:lnSpc>
                <a:spcPct val="110000"/>
              </a:lnSpc>
              <a:spcBef>
                <a:spcPts val="500"/>
              </a:spcBef>
              <a:spcAft>
                <a:spcPts val="1200"/>
              </a:spcAft>
              <a:buClr>
                <a:schemeClr val="accent1"/>
              </a:buClr>
              <a:buSzPct val="100000"/>
              <a:buFont typeface="Arial" panose="020B0604020202020204" pitchFamily="34" charset="0"/>
              <a:buChar char="•"/>
              <a:defRPr sz="1800"/>
            </a:pPr>
            <a:r>
              <a:rPr lang="en-US" sz="1400" b="1" dirty="0"/>
              <a:t>Python: </a:t>
            </a:r>
            <a:r>
              <a:rPr lang="en-US" sz="1400" dirty="0"/>
              <a:t>For regression pack, Generate </a:t>
            </a:r>
            <a:r>
              <a:rPr lang="en-US" sz="1400" dirty="0" err="1"/>
              <a:t>faq</a:t>
            </a:r>
            <a:r>
              <a:rPr lang="en-US" sz="1400" dirty="0"/>
              <a:t> summary </a:t>
            </a:r>
          </a:p>
          <a:p>
            <a:pPr marL="285750" indent="-228600" fontAlgn="base">
              <a:lnSpc>
                <a:spcPct val="110000"/>
              </a:lnSpc>
              <a:spcBef>
                <a:spcPts val="500"/>
              </a:spcBef>
              <a:spcAft>
                <a:spcPts val="1200"/>
              </a:spcAft>
              <a:buClr>
                <a:schemeClr val="accent1"/>
              </a:buClr>
              <a:buSzPct val="100000"/>
              <a:buFont typeface="Arial" panose="020B0604020202020204" pitchFamily="34" charset="0"/>
              <a:buChar char="•"/>
              <a:defRPr sz="1800"/>
            </a:pPr>
            <a:r>
              <a:rPr lang="en-US" sz="1400" b="1" dirty="0"/>
              <a:t>GKE Cron Job: </a:t>
            </a:r>
            <a:r>
              <a:rPr lang="en-US" sz="1400" dirty="0"/>
              <a:t>To automate the process of updated document ingestion </a:t>
            </a:r>
          </a:p>
        </p:txBody>
      </p:sp>
    </p:spTree>
    <p:extLst>
      <p:ext uri="{BB962C8B-B14F-4D97-AF65-F5344CB8AC3E}">
        <p14:creationId xmlns:p14="http://schemas.microsoft.com/office/powerpoint/2010/main" val="300176761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pic>
        <p:nvPicPr>
          <p:cNvPr id="43" name="Picture 42">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45" name="Straight Connector 44">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56012FD-74A8-4C91-B318-435CF2B719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564925FE-DAD7-E060-42F8-F825E343F0AA}"/>
              </a:ext>
            </a:extLst>
          </p:cNvPr>
          <p:cNvSpPr>
            <a:spLocks noGrp="1"/>
          </p:cNvSpPr>
          <p:nvPr>
            <p:ph type="title"/>
          </p:nvPr>
        </p:nvSpPr>
        <p:spPr>
          <a:xfrm>
            <a:off x="1451579" y="965436"/>
            <a:ext cx="9603275" cy="1049235"/>
          </a:xfrm>
        </p:spPr>
        <p:txBody>
          <a:bodyPr vert="horz" lIns="91440" tIns="45720" rIns="91440" bIns="45720" rtlCol="0" anchor="t">
            <a:normAutofit fontScale="90000"/>
          </a:bodyPr>
          <a:lstStyle/>
          <a:p>
            <a:r>
              <a:rPr lang="en-US" sz="2800" dirty="0"/>
              <a:t>Roadmap - planned enhancements</a:t>
            </a:r>
            <a:br>
              <a:rPr lang="en-US" sz="1500" dirty="0"/>
            </a:br>
            <a:br>
              <a:rPr lang="en-US" sz="1500" dirty="0"/>
            </a:br>
            <a:br>
              <a:rPr lang="en-US" sz="1500" dirty="0"/>
            </a:br>
            <a:endParaRPr lang="en-US" sz="1500" dirty="0"/>
          </a:p>
        </p:txBody>
      </p:sp>
      <p:pic>
        <p:nvPicPr>
          <p:cNvPr id="15" name="Picture 14">
            <a:extLst>
              <a:ext uri="{FF2B5EF4-FFF2-40B4-BE49-F238E27FC236}">
                <a16:creationId xmlns:a16="http://schemas.microsoft.com/office/drawing/2014/main" id="{7513181E-113B-DAD1-293B-302D3E72B2C5}"/>
              </a:ext>
            </a:extLst>
          </p:cNvPr>
          <p:cNvPicPr>
            <a:picLocks noChangeAspect="1"/>
          </p:cNvPicPr>
          <p:nvPr/>
        </p:nvPicPr>
        <p:blipFill>
          <a:blip r:embed="rId3"/>
          <a:stretch>
            <a:fillRect/>
          </a:stretch>
        </p:blipFill>
        <p:spPr>
          <a:xfrm>
            <a:off x="1584496" y="2015734"/>
            <a:ext cx="4694609" cy="3450613"/>
          </a:xfrm>
          <a:prstGeom prst="rect">
            <a:avLst/>
          </a:prstGeom>
        </p:spPr>
      </p:pic>
      <p:sp>
        <p:nvSpPr>
          <p:cNvPr id="7" name="TextBox 6">
            <a:extLst>
              <a:ext uri="{FF2B5EF4-FFF2-40B4-BE49-F238E27FC236}">
                <a16:creationId xmlns:a16="http://schemas.microsoft.com/office/drawing/2014/main" id="{35FDD889-AEE8-F6EA-2E45-D49B7C843056}"/>
              </a:ext>
            </a:extLst>
          </p:cNvPr>
          <p:cNvSpPr txBox="1"/>
          <p:nvPr/>
        </p:nvSpPr>
        <p:spPr>
          <a:xfrm>
            <a:off x="6892299" y="2015734"/>
            <a:ext cx="4162555" cy="3450613"/>
          </a:xfrm>
          <a:prstGeom prst="rect">
            <a:avLst/>
          </a:prstGeom>
        </p:spPr>
        <p:txBody>
          <a:bodyPr vert="horz" lIns="91440" tIns="45720" rIns="91440" bIns="45720" rtlCol="0" anchor="t">
            <a:normAutofit/>
          </a:bodyPr>
          <a:lstStyle/>
          <a:p>
            <a:pPr marL="285750" indent="-228600">
              <a:lnSpc>
                <a:spcPct val="120000"/>
              </a:lnSpc>
              <a:spcAft>
                <a:spcPts val="600"/>
              </a:spcAft>
              <a:buClr>
                <a:schemeClr val="accent1"/>
              </a:buClr>
              <a:buSzPct val="100000"/>
              <a:buFont typeface="Arial" panose="020B0604020202020204" pitchFamily="34" charset="0"/>
              <a:buChar char="•"/>
            </a:pPr>
            <a:r>
              <a:rPr lang="en-US"/>
              <a:t>Add multilingual support</a:t>
            </a:r>
          </a:p>
          <a:p>
            <a:pPr marL="285750" indent="-228600">
              <a:lnSpc>
                <a:spcPct val="120000"/>
              </a:lnSpc>
              <a:spcAft>
                <a:spcPts val="600"/>
              </a:spcAft>
              <a:buClr>
                <a:schemeClr val="accent1"/>
              </a:buClr>
              <a:buSzPct val="100000"/>
              <a:buFont typeface="Arial" panose="020B0604020202020204" pitchFamily="34" charset="0"/>
              <a:buChar char="•"/>
            </a:pPr>
            <a:r>
              <a:rPr lang="en-US"/>
              <a:t>Automated sync with Policy Portal</a:t>
            </a:r>
          </a:p>
          <a:p>
            <a:pPr marL="285750" indent="-228600">
              <a:lnSpc>
                <a:spcPct val="120000"/>
              </a:lnSpc>
              <a:spcAft>
                <a:spcPts val="600"/>
              </a:spcAft>
              <a:buClr>
                <a:schemeClr val="accent1"/>
              </a:buClr>
              <a:buSzPct val="100000"/>
              <a:buFont typeface="Arial" panose="020B0604020202020204" pitchFamily="34" charset="0"/>
              <a:buChar char="•"/>
            </a:pPr>
            <a:r>
              <a:rPr lang="en-US"/>
              <a:t>Integration with Google Playbook </a:t>
            </a:r>
          </a:p>
          <a:p>
            <a:pPr marL="285750" indent="-228600">
              <a:lnSpc>
                <a:spcPct val="120000"/>
              </a:lnSpc>
              <a:spcAft>
                <a:spcPts val="600"/>
              </a:spcAft>
              <a:buClr>
                <a:schemeClr val="accent1"/>
              </a:buClr>
              <a:buSzPct val="100000"/>
              <a:buFont typeface="Arial" panose="020B0604020202020204" pitchFamily="34" charset="0"/>
              <a:buChar char="•"/>
            </a:pPr>
            <a:r>
              <a:rPr lang="en-US"/>
              <a:t>Integration with Entitlement </a:t>
            </a:r>
          </a:p>
          <a:p>
            <a:pPr marL="285750" indent="-228600">
              <a:lnSpc>
                <a:spcPct val="120000"/>
              </a:lnSpc>
              <a:spcAft>
                <a:spcPts val="600"/>
              </a:spcAft>
              <a:buClr>
                <a:schemeClr val="accent1"/>
              </a:buClr>
              <a:buSzPct val="100000"/>
              <a:buFont typeface="Arial" panose="020B0604020202020204" pitchFamily="34" charset="0"/>
              <a:buChar char="•"/>
            </a:pPr>
            <a:r>
              <a:rPr lang="en-US"/>
              <a:t>On-boarding new tenants</a:t>
            </a:r>
          </a:p>
          <a:p>
            <a:pPr marL="285750" indent="-228600">
              <a:lnSpc>
                <a:spcPct val="120000"/>
              </a:lnSpc>
              <a:spcAft>
                <a:spcPts val="600"/>
              </a:spcAft>
              <a:buClr>
                <a:schemeClr val="accent1"/>
              </a:buClr>
              <a:buSzPct val="100000"/>
              <a:buFont typeface="Arial" panose="020B0604020202020204" pitchFamily="34" charset="0"/>
              <a:buChar char="•"/>
            </a:pPr>
            <a:r>
              <a:rPr lang="en-US"/>
              <a:t>Integrating tool to generate MI reports to see the usage.</a:t>
            </a:r>
          </a:p>
        </p:txBody>
      </p:sp>
      <p:sp>
        <p:nvSpPr>
          <p:cNvPr id="3" name="Slide Number Placeholder 2">
            <a:extLst>
              <a:ext uri="{FF2B5EF4-FFF2-40B4-BE49-F238E27FC236}">
                <a16:creationId xmlns:a16="http://schemas.microsoft.com/office/drawing/2014/main" id="{92010084-A7BA-E85E-6973-F562775F4639}"/>
              </a:ext>
            </a:extLst>
          </p:cNvPr>
          <p:cNvSpPr>
            <a:spLocks noGrp="1"/>
          </p:cNvSpPr>
          <p:nvPr>
            <p:ph type="sldNum" sz="quarter" idx="12"/>
          </p:nvPr>
        </p:nvSpPr>
        <p:spPr/>
        <p:txBody>
          <a:bodyPr/>
          <a:lstStyle/>
          <a:p>
            <a:pPr>
              <a:spcAft>
                <a:spcPts val="600"/>
              </a:spcAft>
            </a:pPr>
            <a:fld id="{525A3C56-E491-49B2-93F3-63532DF516BC}" type="slidenum">
              <a:rPr lang="en-US" noProof="0" smtClean="0"/>
              <a:pPr>
                <a:spcAft>
                  <a:spcPts val="600"/>
                </a:spcAft>
              </a:pPr>
              <a:t>7</a:t>
            </a:fld>
            <a:endParaRPr lang="en-US" noProof="0"/>
          </a:p>
        </p:txBody>
      </p:sp>
    </p:spTree>
    <p:extLst>
      <p:ext uri="{BB962C8B-B14F-4D97-AF65-F5344CB8AC3E}">
        <p14:creationId xmlns:p14="http://schemas.microsoft.com/office/powerpoint/2010/main" val="20815134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ED7458DA-7646-6704-7585-FBA310F43B9D}"/>
            </a:ext>
          </a:extLst>
        </p:cNvPr>
        <p:cNvGrpSpPr/>
        <p:nvPr/>
      </p:nvGrpSpPr>
      <p:grpSpPr>
        <a:xfrm>
          <a:off x="0" y="0"/>
          <a:ext cx="0" cy="0"/>
          <a:chOff x="0" y="0"/>
          <a:chExt cx="0" cy="0"/>
        </a:xfrm>
      </p:grpSpPr>
      <p:sp>
        <p:nvSpPr>
          <p:cNvPr id="5127" name="Rectangle 5126">
            <a:extLst>
              <a:ext uri="{FF2B5EF4-FFF2-40B4-BE49-F238E27FC236}">
                <a16:creationId xmlns:a16="http://schemas.microsoft.com/office/drawing/2014/main" id="{EEA869E1-F851-4A52-92F5-77E592B76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pic>
        <p:nvPicPr>
          <p:cNvPr id="5129" name="Picture 5128">
            <a:extLst>
              <a:ext uri="{FF2B5EF4-FFF2-40B4-BE49-F238E27FC236}">
                <a16:creationId xmlns:a16="http://schemas.microsoft.com/office/drawing/2014/main" id="{B083AD55-8296-44BD-8E14-DD2DDBC351B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5131" name="Straight Connector 5130">
            <a:extLst>
              <a:ext uri="{FF2B5EF4-FFF2-40B4-BE49-F238E27FC236}">
                <a16:creationId xmlns:a16="http://schemas.microsoft.com/office/drawing/2014/main" id="{2BF46B26-15FC-4C5A-94FA-AE9ED64B5C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5133" name="Straight Connector 5132">
            <a:extLst>
              <a:ext uri="{FF2B5EF4-FFF2-40B4-BE49-F238E27FC236}">
                <a16:creationId xmlns:a16="http://schemas.microsoft.com/office/drawing/2014/main" id="{BADF1045-FC61-45F9-B214-2286C9675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8" name="Title 7">
            <a:extLst>
              <a:ext uri="{FF2B5EF4-FFF2-40B4-BE49-F238E27FC236}">
                <a16:creationId xmlns:a16="http://schemas.microsoft.com/office/drawing/2014/main" id="{B7D11DBE-28B0-9BCA-95CC-0D465307FA13}"/>
              </a:ext>
            </a:extLst>
          </p:cNvPr>
          <p:cNvSpPr>
            <a:spLocks noGrp="1"/>
          </p:cNvSpPr>
          <p:nvPr>
            <p:ph type="title"/>
          </p:nvPr>
        </p:nvSpPr>
        <p:spPr>
          <a:xfrm>
            <a:off x="1451579" y="804519"/>
            <a:ext cx="9603275" cy="1049235"/>
          </a:xfrm>
        </p:spPr>
        <p:txBody>
          <a:bodyPr vert="horz" lIns="91440" tIns="45720" rIns="91440" bIns="45720" rtlCol="0" anchor="t">
            <a:normAutofit/>
          </a:bodyPr>
          <a:lstStyle/>
          <a:p>
            <a:r>
              <a:rPr lang="en-US"/>
              <a:t>Role – Senior Consultant (CGI)</a:t>
            </a:r>
          </a:p>
        </p:txBody>
      </p:sp>
      <p:sp>
        <p:nvSpPr>
          <p:cNvPr id="3" name="TextBox 2">
            <a:extLst>
              <a:ext uri="{FF2B5EF4-FFF2-40B4-BE49-F238E27FC236}">
                <a16:creationId xmlns:a16="http://schemas.microsoft.com/office/drawing/2014/main" id="{7AB36692-CC2D-8000-F89B-6B02911A502A}"/>
              </a:ext>
            </a:extLst>
          </p:cNvPr>
          <p:cNvSpPr txBox="1"/>
          <p:nvPr/>
        </p:nvSpPr>
        <p:spPr>
          <a:xfrm>
            <a:off x="6884001" y="2015732"/>
            <a:ext cx="4170853" cy="3450613"/>
          </a:xfrm>
          <a:prstGeom prst="rect">
            <a:avLst/>
          </a:prstGeom>
        </p:spPr>
        <p:txBody>
          <a:bodyPr vert="horz" lIns="91440" tIns="45720" rIns="91440" bIns="45720" rtlCol="0" anchor="t">
            <a:normAutofit fontScale="85000" lnSpcReduction="10000"/>
          </a:bodyPr>
          <a:lstStyle/>
          <a:p>
            <a:pPr marL="285750" indent="-228600" fontAlgn="base">
              <a:lnSpc>
                <a:spcPct val="110000"/>
              </a:lnSpc>
              <a:spcBef>
                <a:spcPts val="500"/>
              </a:spcBef>
              <a:spcAft>
                <a:spcPts val="1200"/>
              </a:spcAft>
              <a:buClr>
                <a:schemeClr val="accent1"/>
              </a:buClr>
              <a:buSzPct val="100000"/>
              <a:buFont typeface="Arial" panose="020B0604020202020204" pitchFamily="34" charset="0"/>
              <a:buChar char="•"/>
              <a:defRPr sz="1800"/>
            </a:pPr>
            <a:r>
              <a:rPr lang="en-US" sz="1900" dirty="0"/>
              <a:t>Designed and implemented DIGITAL Assistance middleware.</a:t>
            </a:r>
          </a:p>
          <a:p>
            <a:pPr marL="285750" indent="-228600" fontAlgn="base">
              <a:lnSpc>
                <a:spcPct val="110000"/>
              </a:lnSpc>
              <a:spcBef>
                <a:spcPts val="500"/>
              </a:spcBef>
              <a:spcAft>
                <a:spcPts val="1200"/>
              </a:spcAft>
              <a:buClr>
                <a:schemeClr val="accent1"/>
              </a:buClr>
              <a:buSzPct val="100000"/>
              <a:buFont typeface="Arial" panose="020B0604020202020204" pitchFamily="34" charset="0"/>
              <a:buChar char="•"/>
              <a:defRPr sz="1800"/>
            </a:pPr>
            <a:r>
              <a:rPr lang="en-US" sz="1900" dirty="0"/>
              <a:t>Integrated </a:t>
            </a:r>
            <a:r>
              <a:rPr lang="en-US" sz="1900" dirty="0" err="1"/>
              <a:t>Dialogflow</a:t>
            </a:r>
            <a:r>
              <a:rPr lang="en-US" sz="1900" dirty="0"/>
              <a:t> CX with Vertex AI and Gemini.</a:t>
            </a:r>
          </a:p>
          <a:p>
            <a:pPr marL="285750" indent="-228600" fontAlgn="base">
              <a:lnSpc>
                <a:spcPct val="110000"/>
              </a:lnSpc>
              <a:spcBef>
                <a:spcPts val="500"/>
              </a:spcBef>
              <a:spcAft>
                <a:spcPts val="1200"/>
              </a:spcAft>
              <a:buClr>
                <a:schemeClr val="accent1"/>
              </a:buClr>
              <a:buSzPct val="100000"/>
              <a:buFont typeface="Arial" panose="020B0604020202020204" pitchFamily="34" charset="0"/>
              <a:buChar char="•"/>
              <a:defRPr sz="1800"/>
            </a:pPr>
            <a:r>
              <a:rPr lang="en-US" sz="1900" dirty="0"/>
              <a:t>Led the orchestration layer for seamless communication.</a:t>
            </a:r>
          </a:p>
          <a:p>
            <a:pPr marL="285750" indent="-228600" fontAlgn="base">
              <a:lnSpc>
                <a:spcPct val="110000"/>
              </a:lnSpc>
              <a:spcBef>
                <a:spcPts val="500"/>
              </a:spcBef>
              <a:spcAft>
                <a:spcPts val="1200"/>
              </a:spcAft>
              <a:buClr>
                <a:schemeClr val="accent1"/>
              </a:buClr>
              <a:buSzPct val="100000"/>
              <a:buFont typeface="Arial" panose="020B0604020202020204" pitchFamily="34" charset="0"/>
              <a:buChar char="•"/>
              <a:defRPr sz="1800"/>
            </a:pPr>
            <a:r>
              <a:rPr lang="en-US" sz="1900" dirty="0"/>
              <a:t>Ensured secure data handling and performance optimization.</a:t>
            </a:r>
          </a:p>
          <a:p>
            <a:pPr marL="285750" indent="-228600" fontAlgn="base">
              <a:lnSpc>
                <a:spcPct val="110000"/>
              </a:lnSpc>
              <a:spcBef>
                <a:spcPts val="500"/>
              </a:spcBef>
              <a:spcAft>
                <a:spcPts val="1200"/>
              </a:spcAft>
              <a:buClr>
                <a:schemeClr val="accent1"/>
              </a:buClr>
              <a:buSzPct val="100000"/>
              <a:buFont typeface="Arial" panose="020B0604020202020204" pitchFamily="34" charset="0"/>
              <a:buChar char="•"/>
              <a:defRPr sz="1800"/>
            </a:pPr>
            <a:r>
              <a:rPr lang="en-US" sz="1900" dirty="0"/>
              <a:t>Create a regression test suite using Python </a:t>
            </a:r>
            <a:br>
              <a:rPr lang="en-US" sz="1400" dirty="0"/>
            </a:br>
            <a:endParaRPr lang="en-US" sz="1400" dirty="0"/>
          </a:p>
        </p:txBody>
      </p:sp>
      <p:grpSp>
        <p:nvGrpSpPr>
          <p:cNvPr id="5" name="Group 4" descr="Additional accessibility resources available from Microsoft. Also available in the slide notes.&#10;">
            <a:extLst>
              <a:ext uri="{FF2B5EF4-FFF2-40B4-BE49-F238E27FC236}">
                <a16:creationId xmlns:a16="http://schemas.microsoft.com/office/drawing/2014/main" id="{78F0FDE4-DE29-4D15-D2C4-CBF35E35C793}"/>
              </a:ext>
            </a:extLst>
          </p:cNvPr>
          <p:cNvGrpSpPr/>
          <p:nvPr/>
        </p:nvGrpSpPr>
        <p:grpSpPr>
          <a:xfrm>
            <a:off x="2088552" y="2284497"/>
            <a:ext cx="3658303" cy="2866624"/>
            <a:chOff x="8382000" y="1523999"/>
            <a:chExt cx="3043238" cy="4568825"/>
          </a:xfrm>
        </p:grpSpPr>
        <p:sp>
          <p:nvSpPr>
            <p:cNvPr id="6" name="TextBox 5" descr="Additional accessibility resources available from Microsoft. Also available in the slide notes.&#10;">
              <a:extLst>
                <a:ext uri="{FF2B5EF4-FFF2-40B4-BE49-F238E27FC236}">
                  <a16:creationId xmlns:a16="http://schemas.microsoft.com/office/drawing/2014/main" id="{6215D3D9-9CF5-B4A9-064C-3457CE37BB33}"/>
                </a:ext>
              </a:extLst>
            </p:cNvPr>
            <p:cNvSpPr txBox="1"/>
            <p:nvPr/>
          </p:nvSpPr>
          <p:spPr>
            <a:xfrm>
              <a:off x="8382000" y="1523999"/>
              <a:ext cx="3043238" cy="4568825"/>
            </a:xfrm>
            <a:prstGeom prst="rect">
              <a:avLst/>
            </a:prstGeom>
            <a:solidFill>
              <a:schemeClr val="bg1"/>
            </a:solidFill>
            <a:ln w="28575">
              <a:no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180000" tIns="0" rIns="180000" bIns="0" anchor="ctr"/>
            <a:lstStyle>
              <a:defPPr>
                <a:defRPr lang="en-US"/>
              </a:defPPr>
              <a:lvl1pPr indent="0" algn="ctr">
                <a:spcBef>
                  <a:spcPct val="0"/>
                </a:spcBef>
                <a:buSzPct val="90000"/>
                <a:buFont typeface="Arial" pitchFamily="34" charset="0"/>
                <a:buNone/>
                <a:defRPr sz="1400" b="1"/>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endParaRPr lang="en-US" b="0" dirty="0"/>
            </a:p>
          </p:txBody>
        </p:sp>
        <p:sp>
          <p:nvSpPr>
            <p:cNvPr id="7" name="Rectangle 6">
              <a:extLst>
                <a:ext uri="{FF2B5EF4-FFF2-40B4-BE49-F238E27FC236}">
                  <a16:creationId xmlns:a16="http://schemas.microsoft.com/office/drawing/2014/main" id="{FC8A4E1D-0F0A-FB76-A083-778193477119}"/>
                </a:ext>
              </a:extLst>
            </p:cNvPr>
            <p:cNvSpPr/>
            <p:nvPr/>
          </p:nvSpPr>
          <p:spPr bwMode="gray">
            <a:xfrm>
              <a:off x="8382000" y="1523999"/>
              <a:ext cx="3042694" cy="84544"/>
            </a:xfrm>
            <a:prstGeom prst="rect">
              <a:avLst/>
            </a:prstGeom>
            <a:gradFill>
              <a:gsLst>
                <a:gs pos="0">
                  <a:srgbClr val="991F3D"/>
                </a:gs>
                <a:gs pos="33000">
                  <a:srgbClr val="E31937"/>
                </a:gs>
                <a:gs pos="66000">
                  <a:srgbClr val="FF6A00"/>
                </a:gs>
                <a:gs pos="100000">
                  <a:srgbClr val="FFCDD2"/>
                </a:gs>
              </a:gsLst>
              <a:lin ang="0" scaled="0"/>
            </a:gradFill>
            <a:ln w="9525" algn="ctr">
              <a:noFill/>
              <a:miter lim="800000"/>
              <a:headEnd/>
              <a:tailEnd/>
            </a:ln>
            <a:effectLst/>
          </p:spPr>
          <p:txBody>
            <a:bodyPr lIns="63500" tIns="0" rIns="64800" bIns="0" rtlCol="0" anchor="ctr"/>
            <a:lstStyle/>
            <a:p>
              <a:pPr algn="ctr">
                <a:spcBef>
                  <a:spcPct val="0"/>
                </a:spcBef>
                <a:buClrTx/>
                <a:buSzPct val="90000"/>
              </a:pPr>
              <a:endParaRPr lang="en-CA" sz="1600" b="1">
                <a:solidFill>
                  <a:schemeClr val="bg1"/>
                </a:solidFill>
                <a:cs typeface="Arial" pitchFamily="34" charset="0"/>
              </a:endParaRPr>
            </a:p>
          </p:txBody>
        </p:sp>
      </p:grpSp>
      <p:pic>
        <p:nvPicPr>
          <p:cNvPr id="5122" name="Picture 2" descr="100+ Software Engineer Pictures [HD ...">
            <a:extLst>
              <a:ext uri="{FF2B5EF4-FFF2-40B4-BE49-F238E27FC236}">
                <a16:creationId xmlns:a16="http://schemas.microsoft.com/office/drawing/2014/main" id="{7D504CD4-784F-4EF1-8360-CB81040B446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282683" y="2450218"/>
            <a:ext cx="3330559" cy="2485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1555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55F297A-C047-121D-ED13-90336BFA3B8C}"/>
              </a:ext>
            </a:extLst>
          </p:cNvPr>
          <p:cNvSpPr>
            <a:spLocks noGrp="1"/>
          </p:cNvSpPr>
          <p:nvPr>
            <p:ph type="sldNum" sz="quarter" idx="12"/>
          </p:nvPr>
        </p:nvSpPr>
        <p:spPr/>
        <p:txBody>
          <a:bodyPr/>
          <a:lstStyle/>
          <a:p>
            <a:fld id="{525A3C56-E491-49B2-93F3-63532DF516BC}" type="slidenum">
              <a:rPr lang="en-US" noProof="0" smtClean="0"/>
              <a:pPr/>
              <a:t>9</a:t>
            </a:fld>
            <a:endParaRPr lang="en-US" noProof="0"/>
          </a:p>
        </p:txBody>
      </p:sp>
      <p:grpSp>
        <p:nvGrpSpPr>
          <p:cNvPr id="4" name="Group 3" descr="Additional accessibility resources available from Microsoft. Also available in the slide notes.&#10;">
            <a:extLst>
              <a:ext uri="{FF2B5EF4-FFF2-40B4-BE49-F238E27FC236}">
                <a16:creationId xmlns:a16="http://schemas.microsoft.com/office/drawing/2014/main" id="{2B0077DA-F95B-B711-674D-7AE3E92605E2}"/>
              </a:ext>
            </a:extLst>
          </p:cNvPr>
          <p:cNvGrpSpPr/>
          <p:nvPr/>
        </p:nvGrpSpPr>
        <p:grpSpPr>
          <a:xfrm>
            <a:off x="3861135" y="1351392"/>
            <a:ext cx="4170066" cy="3135084"/>
            <a:chOff x="8382000" y="1523999"/>
            <a:chExt cx="3043238" cy="4568825"/>
          </a:xfrm>
        </p:grpSpPr>
        <p:sp>
          <p:nvSpPr>
            <p:cNvPr id="5" name="TextBox 4" descr="Additional accessibility resources available from Microsoft. Also available in the slide notes.&#10;">
              <a:extLst>
                <a:ext uri="{FF2B5EF4-FFF2-40B4-BE49-F238E27FC236}">
                  <a16:creationId xmlns:a16="http://schemas.microsoft.com/office/drawing/2014/main" id="{FD83C868-1A50-41CC-B4A2-B13DFBF14FF5}"/>
                </a:ext>
              </a:extLst>
            </p:cNvPr>
            <p:cNvSpPr txBox="1"/>
            <p:nvPr/>
          </p:nvSpPr>
          <p:spPr>
            <a:xfrm>
              <a:off x="8382000" y="1523999"/>
              <a:ext cx="3043238" cy="4568825"/>
            </a:xfrm>
            <a:prstGeom prst="rect">
              <a:avLst/>
            </a:prstGeom>
            <a:solidFill>
              <a:schemeClr val="bg1"/>
            </a:solidFill>
            <a:ln w="28575">
              <a:no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180000" tIns="0" rIns="180000" bIns="0" anchor="ctr"/>
            <a:lstStyle>
              <a:defPPr>
                <a:defRPr lang="en-US"/>
              </a:defPPr>
              <a:lvl1pPr indent="0" algn="ctr">
                <a:spcBef>
                  <a:spcPct val="0"/>
                </a:spcBef>
                <a:buSzPct val="90000"/>
                <a:buFont typeface="Arial" pitchFamily="34" charset="0"/>
                <a:buNone/>
                <a:defRPr sz="1400" b="1"/>
              </a:lvl1pPr>
              <a:lvl2pPr marL="742950" indent="-285750">
                <a:spcBef>
                  <a:spcPct val="20000"/>
                </a:spcBef>
                <a:buFont typeface="Arial" pitchFamily="34" charset="0"/>
                <a:buChar char="–"/>
                <a:defRPr sz="2800"/>
              </a:lvl2pPr>
              <a:lvl3pPr marL="1143000" indent="-228600">
                <a:spcBef>
                  <a:spcPct val="20000"/>
                </a:spcBef>
                <a:buFont typeface="Arial" pitchFamily="34" charset="0"/>
                <a:buChar char="•"/>
                <a:defRPr sz="2400"/>
              </a:lvl3pPr>
              <a:lvl4pPr marL="1600200" indent="-228600">
                <a:spcBef>
                  <a:spcPct val="20000"/>
                </a:spcBef>
                <a:buFont typeface="Arial" pitchFamily="34" charset="0"/>
                <a:buChar char="–"/>
                <a:defRPr sz="2000"/>
              </a:lvl4pPr>
              <a:lvl5pPr marL="2057400" indent="-228600">
                <a:spcBef>
                  <a:spcPct val="20000"/>
                </a:spcBef>
                <a:buFont typeface="Arial" pitchFamily="34" charset="0"/>
                <a:buChar char="»"/>
                <a:defRPr sz="2000"/>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endParaRPr lang="en-US" b="0" dirty="0"/>
            </a:p>
          </p:txBody>
        </p:sp>
        <p:sp>
          <p:nvSpPr>
            <p:cNvPr id="6" name="Rectangle 5">
              <a:extLst>
                <a:ext uri="{FF2B5EF4-FFF2-40B4-BE49-F238E27FC236}">
                  <a16:creationId xmlns:a16="http://schemas.microsoft.com/office/drawing/2014/main" id="{3FE465B7-E00D-9555-A701-04809117FF88}"/>
                </a:ext>
              </a:extLst>
            </p:cNvPr>
            <p:cNvSpPr/>
            <p:nvPr/>
          </p:nvSpPr>
          <p:spPr bwMode="gray">
            <a:xfrm>
              <a:off x="8382000" y="1523999"/>
              <a:ext cx="3042694" cy="84544"/>
            </a:xfrm>
            <a:prstGeom prst="rect">
              <a:avLst/>
            </a:prstGeom>
            <a:gradFill>
              <a:gsLst>
                <a:gs pos="0">
                  <a:srgbClr val="991F3D"/>
                </a:gs>
                <a:gs pos="33000">
                  <a:srgbClr val="E31937"/>
                </a:gs>
                <a:gs pos="66000">
                  <a:srgbClr val="FF6A00"/>
                </a:gs>
                <a:gs pos="100000">
                  <a:srgbClr val="FFCDD2"/>
                </a:gs>
              </a:gsLst>
              <a:lin ang="0" scaled="0"/>
            </a:gradFill>
            <a:ln w="9525" algn="ctr">
              <a:noFill/>
              <a:miter lim="800000"/>
              <a:headEnd/>
              <a:tailEnd/>
            </a:ln>
            <a:effectLst/>
          </p:spPr>
          <p:txBody>
            <a:bodyPr lIns="63500" tIns="0" rIns="64800" bIns="0" rtlCol="0" anchor="ctr"/>
            <a:lstStyle/>
            <a:p>
              <a:pPr algn="ctr">
                <a:spcBef>
                  <a:spcPct val="0"/>
                </a:spcBef>
                <a:buClrTx/>
                <a:buSzPct val="90000"/>
              </a:pPr>
              <a:endParaRPr lang="en-CA" sz="1600" b="1">
                <a:solidFill>
                  <a:schemeClr val="bg1"/>
                </a:solidFill>
                <a:cs typeface="Arial" pitchFamily="34" charset="0"/>
              </a:endParaRPr>
            </a:p>
          </p:txBody>
        </p:sp>
      </p:grpSp>
      <p:pic>
        <p:nvPicPr>
          <p:cNvPr id="8196" name="Picture 4" descr="Creative Thank You Any Questions Presentation Templates for Free">
            <a:extLst>
              <a:ext uri="{FF2B5EF4-FFF2-40B4-BE49-F238E27FC236}">
                <a16:creationId xmlns:a16="http://schemas.microsoft.com/office/drawing/2014/main" id="{195287DA-4ACE-BB2C-A09D-8AAE2A5C4D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4535" y="1549429"/>
            <a:ext cx="3882520" cy="2392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295939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3.9600.0"/>
  <p:tag name="AS_RELEASE_DATE" val="2021.02.14"/>
  <p:tag name="AS_TITLE" val="Aspose.Slides for .NET 4.0"/>
  <p:tag name="AS_VERSION" val="21.2"/>
</p:tagLst>
</file>

<file path=ppt/theme/theme1.xml><?xml version="1.0" encoding="utf-8"?>
<a:theme xmlns:a="http://schemas.openxmlformats.org/drawingml/2006/main" name="CGI Slide Master">
  <a:themeElements>
    <a:clrScheme name="CGI">
      <a:dk1>
        <a:sysClr val="windowText" lastClr="000000"/>
      </a:dk1>
      <a:lt1>
        <a:sysClr val="window" lastClr="FFFFFF"/>
      </a:lt1>
      <a:dk2>
        <a:srgbClr val="200A58"/>
      </a:dk2>
      <a:lt2>
        <a:srgbClr val="EEEEEE"/>
      </a:lt2>
      <a:accent1>
        <a:srgbClr val="5236AB"/>
      </a:accent1>
      <a:accent2>
        <a:srgbClr val="9E83F5"/>
      </a:accent2>
      <a:accent3>
        <a:srgbClr val="CBC3E6"/>
      </a:accent3>
      <a:accent4>
        <a:srgbClr val="E31937"/>
      </a:accent4>
      <a:accent5>
        <a:srgbClr val="991F3D"/>
      </a:accent5>
      <a:accent6>
        <a:srgbClr val="650A21"/>
      </a:accent6>
      <a:hlink>
        <a:srgbClr val="5236AB"/>
      </a:hlink>
      <a:folHlink>
        <a:srgbClr val="5236AB"/>
      </a:folHlink>
    </a:clrScheme>
    <a:fontScheme name="CGI Font theme">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9525" algn="ctr">
          <a:noFill/>
          <a:miter lim="800000"/>
          <a:headEnd/>
          <a:tailEnd/>
        </a:ln>
        <a:effectLst/>
      </a:spPr>
      <a:bodyPr lIns="63500" tIns="0" rIns="64800" bIns="0" rtlCol="0" anchor="ctr"/>
      <a:lstStyle>
        <a:defPPr algn="ctr">
          <a:spcBef>
            <a:spcPct val="0"/>
          </a:spcBef>
          <a:buClrTx/>
          <a:buSzPct val="90000"/>
          <a:defRPr sz="1600" b="1" dirty="0">
            <a:solidFill>
              <a:schemeClr val="bg1"/>
            </a:solidFill>
            <a:cs typeface="Arial" pitchFamily="34" charset="0"/>
          </a:defRPr>
        </a:defPPr>
      </a:lstStyle>
    </a:spDef>
    <a:lnDef>
      <a:spPr bwMode="gray">
        <a:noFill/>
        <a:ln w="12700">
          <a:solidFill>
            <a:schemeClr val="accent1"/>
          </a:solidFill>
          <a:round/>
          <a:headEnd/>
          <a:tailEnd/>
        </a:ln>
        <a:effectLst/>
      </a:spPr>
      <a:bodyPr/>
      <a:lstStyle/>
    </a:lnDef>
    <a:txDef>
      <a:spPr/>
      <a:bodyPr vert="horz" lIns="0" tIns="0" rIns="0" bIns="0" rtlCol="0" anchor="t" anchorCtr="0">
        <a:normAutofit/>
      </a:bodyPr>
      <a:lstStyle>
        <a:defPPr algn="l">
          <a:defRPr dirty="0" smtClean="0"/>
        </a:defPPr>
      </a:lstStyle>
    </a:txDef>
  </a:objectDefaults>
  <a:extraClrSchemeLst/>
  <a:custClrLst>
    <a:custClr name="CGI Purple (R82 G54 B171)">
      <a:srgbClr val="5236AB"/>
    </a:custClr>
    <a:custClr name="Blank">
      <a:srgbClr val="FFFFFF"/>
    </a:custClr>
    <a:custClr name="Charts and diagrams - Purple 1 (R32 G10 B88)">
      <a:srgbClr val="200A58"/>
    </a:custClr>
    <a:custClr name="Charts and diagrams - Purple 2 (R82 G54 B171)">
      <a:srgbClr val="5236AB"/>
    </a:custClr>
    <a:custClr name="Charts and diagrams - Purple 3 (R110 G63 B237)">
      <a:srgbClr val="6E3FED"/>
    </a:custClr>
    <a:custClr name="Charts and diagrams - Purple 4 (R158 G131 B245)">
      <a:srgbClr val="9E83F5"/>
    </a:custClr>
    <a:custClr name="Charts and diagrams - Purple 5 (R191 G181 B249)">
      <a:srgbClr val="BFB5F9"/>
    </a:custClr>
    <a:custClr name="Charts and diagrams - Purple 6 (R203 G195 B230)">
      <a:srgbClr val="CBC3E6"/>
    </a:custClr>
    <a:custClr name="Charts and diagrams - Purple 7 (R230 G227 B243)">
      <a:srgbClr val="E6E3F3"/>
    </a:custClr>
    <a:custClr name="Blank">
      <a:srgbClr val="FFFFFF"/>
    </a:custClr>
    <a:custClr name="CGI Red (R227 G25 B55)">
      <a:srgbClr val="E31937"/>
    </a:custClr>
    <a:custClr name="Blank">
      <a:srgbClr val="FFFFFF"/>
    </a:custClr>
    <a:custClr name="Charts and diagrams - Red 1 (R101 G10 B33)">
      <a:srgbClr val="650A21"/>
    </a:custClr>
    <a:custClr name="Charts and diagrams - Red 2 (R153 G31 61)">
      <a:srgbClr val="991F3D"/>
    </a:custClr>
    <a:custClr name="Charts and diagrams - Red 3 (R227 G25 B55)">
      <a:srgbClr val="E31937"/>
    </a:custClr>
    <a:custClr name="Charts and diagrams - Red 4 (R255 G106 B0)">
      <a:srgbClr val="FF6A00"/>
    </a:custClr>
    <a:custClr name="Charts and diagrams - Red 5 (R255 G115 B98)">
      <a:srgbClr val="FF7362"/>
    </a:custClr>
    <a:custClr name="Charts and diagrams - Red 6 (R255 G151 B138)">
      <a:srgbClr val="FF978A"/>
    </a:custClr>
    <a:custClr name="Charts and diagrams - Red 7 (R255 G205 B210)">
      <a:srgbClr val="FFCDD2"/>
    </a:custClr>
    <a:custClr name="Blank">
      <a:srgbClr val="FFFFFF"/>
    </a:custClr>
    <a:custClr name="CGI Black (R0 G0 B0)">
      <a:srgbClr val="000000"/>
    </a:custClr>
    <a:custClr name="Blank">
      <a:srgbClr val="FFFFFF"/>
    </a:custClr>
    <a:custClr name="Charts and diagrams - Black 1 (R0 G0 B0)">
      <a:srgbClr val="000000"/>
    </a:custClr>
    <a:custClr name="Charts and diagrams - Black 2 (R51 G51 B51)">
      <a:srgbClr val="333333"/>
    </a:custClr>
    <a:custClr name="Charts and diagrams - Black 3 (R85 G85 B85)">
      <a:srgbClr val="555555"/>
    </a:custClr>
    <a:custClr name="Charts and diagrams - Black 4 (R119 G119 B119)">
      <a:srgbClr val="777777"/>
    </a:custClr>
    <a:custClr name="Charts and diagrams - Black 5 (R153 G153 B153)">
      <a:srgbClr val="999999"/>
    </a:custClr>
    <a:custClr name="Charts and diagrams - Black 6 (R204 G204 B204)">
      <a:srgbClr val="CCCCCC"/>
    </a:custClr>
    <a:custClr name="Charts and diagrams - Black 7 (R238 G238 B238)">
      <a:srgbClr val="EEEEEE"/>
    </a:custClr>
    <a:custClr name="Blank">
      <a:srgbClr val="FFFFFF"/>
    </a:custClr>
    <a:custClr name="Blank">
      <a:srgbClr val="FFFFFF"/>
    </a:custClr>
    <a:custClr name="Blank">
      <a:srgbClr val="FFFFFF"/>
    </a:custClr>
    <a:custClr name="Blank">
      <a:srgbClr val="FFFFFF"/>
    </a:custClr>
    <a:custClr name="Charts and diagrams - Magenta 1 (R126 G27 B76)">
      <a:srgbClr val="7E1B4C"/>
    </a:custClr>
    <a:custClr name="Charts and diagrams - Magenta 2 (R168 G36 B101)">
      <a:srgbClr val="A82465"/>
    </a:custClr>
    <a:custClr name="Charts and diagrams - Magenta 3 (R203 G124 B163)">
      <a:srgbClr val="CB7CA3"/>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Green - For data reporting only. See color guidelines on Brand Source before using.">
      <a:srgbClr val="128354"/>
    </a:custClr>
    <a:custClr name="Yellow - For data reporting only. See color guidelines on Brand Source before using.">
      <a:srgbClr val="F1A425"/>
    </a:custClr>
    <a:custClr name="Red - For data reporting only. This is not CGI Red. See color guidelines on Brand Source before using.">
      <a:srgbClr val="B00020"/>
    </a:custClr>
  </a:custClrLst>
  <a:extLst>
    <a:ext uri="{05A4C25C-085E-4340-85A3-A5531E510DB2}">
      <thm15:themeFamily xmlns:thm15="http://schemas.microsoft.com/office/thememl/2012/main" name="Presentation6" id="{04EFD19A-6CBB-3044-95E2-F6CD8D35F3C8}" vid="{D58A0FD8-AA86-C742-A2F8-226CA51F98CD}"/>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3.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ECC5396C95229499A451BCDD9BAE26D" ma:contentTypeVersion="4" ma:contentTypeDescription="Create a new document." ma:contentTypeScope="" ma:versionID="669d4ca94e3d48ee6834b0f2900f1b51">
  <xsd:schema xmlns:xsd="http://www.w3.org/2001/XMLSchema" xmlns:xs="http://www.w3.org/2001/XMLSchema" xmlns:p="http://schemas.microsoft.com/office/2006/metadata/properties" xmlns:ns2="0ee00307-95c9-4828-8335-f7018f133aff" targetNamespace="http://schemas.microsoft.com/office/2006/metadata/properties" ma:root="true" ma:fieldsID="25571b2ed236ac6cf96c251e1fe03865" ns2:_="">
    <xsd:import namespace="0ee00307-95c9-4828-8335-f7018f133af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e00307-95c9-4828-8335-f7018f133a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 ma:displayName="Content Type"/>
        <xsd:element ref="dc:title" minOccurs="0" maxOccurs="1" ma:index="0"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356EBCF-ABF9-4EF0-AB4F-92347BD7C1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e00307-95c9-4828-8335-f7018f133af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F4C4F6A-F6A5-45C8-BAAA-52FB70E387C7}">
  <ds:schemaRefs>
    <ds:schemaRef ds:uri="http://schemas.microsoft.com/office/2006/documentManagement/types"/>
    <ds:schemaRef ds:uri="http://www.w3.org/XML/1998/namespace"/>
    <ds:schemaRef ds:uri="http://schemas.microsoft.com/office/infopath/2007/PartnerControls"/>
    <ds:schemaRef ds:uri="http://purl.org/dc/elements/1.1/"/>
    <ds:schemaRef ds:uri="http://purl.org/dc/terms/"/>
    <ds:schemaRef ds:uri="8b7b9f5f-1e78-43ca-b9fa-4bc4e7269145"/>
    <ds:schemaRef ds:uri="http://schemas.microsoft.com/office/2006/metadata/properties"/>
    <ds:schemaRef ds:uri="http://schemas.openxmlformats.org/package/2006/metadata/core-properties"/>
    <ds:schemaRef ds:uri="d541d1f1-f719-45a6-b9ee-ab70819fd129"/>
    <ds:schemaRef ds:uri="http://purl.org/dc/dcmitype/"/>
  </ds:schemaRefs>
</ds:datastoreItem>
</file>

<file path=customXml/itemProps3.xml><?xml version="1.0" encoding="utf-8"?>
<ds:datastoreItem xmlns:ds="http://schemas.openxmlformats.org/officeDocument/2006/customXml" ds:itemID="{ADA5D674-9920-4D2F-B065-BC24FD29F86D}">
  <ds:schemaRefs>
    <ds:schemaRef ds:uri="http://schemas.microsoft.com/sharepoint/v3/contenttype/forms"/>
  </ds:schemaRefs>
</ds:datastoreItem>
</file>

<file path=docMetadata/LabelInfo.xml><?xml version="1.0" encoding="utf-8"?>
<clbl:labelList xmlns:clbl="http://schemas.microsoft.com/office/2020/mipLabelMetadata">
  <clbl:label id="{4af293e6-3850-4258-b2c7-0aa0e3bfa7d9}" enabled="1" method="Privileged" siteId="{b9fec68c-c92d-461e-9a97-3d03a0f18b82}" removed="0"/>
</clbl:labelList>
</file>

<file path=docProps/app.xml><?xml version="1.0" encoding="utf-8"?>
<Properties xmlns="http://schemas.openxmlformats.org/officeDocument/2006/extended-properties" xmlns:vt="http://schemas.openxmlformats.org/officeDocument/2006/docPropsVTypes">
  <Template>EN-CGI-Standard-presentation-template</Template>
  <TotalTime>178</TotalTime>
  <Words>457</Words>
  <Application>Microsoft Office PowerPoint</Application>
  <PresentationFormat>Widescreen</PresentationFormat>
  <Paragraphs>52</Paragraphs>
  <Slides>9</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vt:i4>
      </vt:variant>
    </vt:vector>
  </HeadingPairs>
  <TitlesOfParts>
    <vt:vector size="17" baseType="lpstr">
      <vt:lpstr>Arial</vt:lpstr>
      <vt:lpstr>Calibri</vt:lpstr>
      <vt:lpstr>Courier New</vt:lpstr>
      <vt:lpstr>Gill Sans MT</vt:lpstr>
      <vt:lpstr>Verdana</vt:lpstr>
      <vt:lpstr>Wingdings</vt:lpstr>
      <vt:lpstr>CGI Slide Master</vt:lpstr>
      <vt:lpstr>Gallery</vt:lpstr>
      <vt:lpstr>Compliance Digital Assistant Empowering Compliance Officers with Intelligent Policy Query Resolution</vt:lpstr>
      <vt:lpstr>Current Challenges </vt:lpstr>
      <vt:lpstr>Business Impact</vt:lpstr>
      <vt:lpstr>How It Works – End-to-End Workflow</vt:lpstr>
      <vt:lpstr>Business Value and Benefits</vt:lpstr>
      <vt:lpstr>Technology Stack</vt:lpstr>
      <vt:lpstr>Roadmap - planned enhancements   </vt:lpstr>
      <vt:lpstr>Role – Senior Consultant (CGI)</vt:lpstr>
      <vt:lpstr>PowerPoint Presentation</vt:lpstr>
    </vt:vector>
  </TitlesOfParts>
  <Manager>cgi.brand.crp@cgi.com</Manager>
  <Company>CGI</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Singh, Harmeet</dc:creator>
  <cp:keywords>CGI, PowerPoint, template, brand, CGI</cp:keywords>
  <dc:description/>
  <cp:lastModifiedBy>Singh, Harmeet</cp:lastModifiedBy>
  <cp:revision>14</cp:revision>
  <dcterms:created xsi:type="dcterms:W3CDTF">2025-11-06T22:04:55Z</dcterms:created>
  <dcterms:modified xsi:type="dcterms:W3CDTF">2025-11-07T16:33:27Z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usiness Practice">
    <vt:lpwstr/>
  </property>
  <property fmtid="{D5CDD505-2E9C-101B-9397-08002B2CF9AE}" pid="3" name="Business theme">
    <vt:lpwstr/>
  </property>
  <property fmtid="{D5CDD505-2E9C-101B-9397-08002B2CF9AE}" pid="4" name="Content Format">
    <vt:lpwstr/>
  </property>
  <property fmtid="{D5CDD505-2E9C-101B-9397-08002B2CF9AE}" pid="5" name="ContentTypeId">
    <vt:lpwstr>0x0101004ECC5396C95229499A451BCDD9BAE26D</vt:lpwstr>
  </property>
  <property fmtid="{D5CDD505-2E9C-101B-9397-08002B2CF9AE}" pid="6" name="Functions">
    <vt:lpwstr/>
  </property>
  <property fmtid="{D5CDD505-2E9C-101B-9397-08002B2CF9AE}" pid="7" name="Geography">
    <vt:lpwstr/>
  </property>
  <property fmtid="{D5CDD505-2E9C-101B-9397-08002B2CF9AE}" pid="8" name="Intellectual Property">
    <vt:lpwstr/>
  </property>
  <property fmtid="{D5CDD505-2E9C-101B-9397-08002B2CF9AE}" pid="9" name="Organisation">
    <vt:lpwstr>260;#Group|43ac7042-3752-4f1b-8a93-43b36e65d3e5</vt:lpwstr>
  </property>
  <property fmtid="{D5CDD505-2E9C-101B-9397-08002B2CF9AE}" pid="10" name="Sector">
    <vt:lpwstr/>
  </property>
  <property fmtid="{D5CDD505-2E9C-101B-9397-08002B2CF9AE}" pid="11" name="Service line">
    <vt:lpwstr/>
  </property>
  <property fmtid="{D5CDD505-2E9C-101B-9397-08002B2CF9AE}" pid="12" name="WizKit Template inter.">
    <vt:i4>1</vt:i4>
  </property>
  <property fmtid="{D5CDD505-2E9C-101B-9397-08002B2CF9AE}" pid="13" name="WizKit Template Type">
    <vt:lpwstr>Widescreen</vt:lpwstr>
  </property>
  <property fmtid="{D5CDD505-2E9C-101B-9397-08002B2CF9AE}" pid="14" name="WizKit Template Version">
    <vt:i4>5</vt:i4>
  </property>
  <property fmtid="{D5CDD505-2E9C-101B-9397-08002B2CF9AE}" pid="15" name="ClassificationContentMarkingFooterLocations">
    <vt:lpwstr>Title and agenda slide layouts:8\Content slide layouts:8\CV/Resume and team slide layouts:6\Content highlight or quote slides:6\New section cover slides:7\Closing slide layouts:6</vt:lpwstr>
  </property>
  <property fmtid="{D5CDD505-2E9C-101B-9397-08002B2CF9AE}" pid="16" name="ClassificationContentMarkingFooterText">
    <vt:lpwstr>Internal</vt:lpwstr>
  </property>
  <property fmtid="{D5CDD505-2E9C-101B-9397-08002B2CF9AE}" pid="17" name="MediaServiceImageTags">
    <vt:lpwstr/>
  </property>
  <property fmtid="{D5CDD505-2E9C-101B-9397-08002B2CF9AE}" pid="18" name="_ExtendedDescription">
    <vt:lpwstr>Slide options for the following&amp;#58; covers, dividers, agendas, page layouts, resumes, teams, charts/diagrams, and closings. This template also includes usage instructions and a CGI color reference guide.</vt:lpwstr>
  </property>
</Properties>
</file>