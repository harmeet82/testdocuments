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12-Month Career Flow – Principal Software Engineer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Structured growth path with increasing impact and long-term AI vision for CGI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474720"/>
            <a:ext cx="1737360" cy="640080"/>
          </a:xfrm>
          <a:prstGeom prst="round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80160" y="2926079"/>
            <a:ext cx="640080" cy="640080"/>
          </a:xfrm>
          <a:prstGeom prst="ellipse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2062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Principal Delivery</a:t>
            </a:r>
            <a:br/>
            <a:r>
              <a:t>Architecture ownership</a:t>
            </a:r>
            <a:br/>
            <a:r>
              <a:t>AI-ready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3017520"/>
            <a:ext cx="1737360" cy="640080"/>
          </a:xfrm>
          <a:prstGeom prst="round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017520" y="2468879"/>
            <a:ext cx="640080" cy="64008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+6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37490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Broader Influence</a:t>
            </a:r>
            <a:br/>
            <a:r>
              <a:t>Design governance</a:t>
            </a:r>
            <a:br/>
            <a:r>
              <a:t>Mentor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60320"/>
            <a:ext cx="1737360" cy="640080"/>
          </a:xfrm>
          <a:prstGeom prst="round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754879" y="2011679"/>
            <a:ext cx="640080" cy="640080"/>
          </a:xfrm>
          <a:prstGeom prst="ellipse">
            <a:avLst/>
          </a:prstGeom>
          <a:solidFill>
            <a:srgbClr val="FF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+12 MONTHS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918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Enterprise Impact</a:t>
            </a:r>
            <a:br/>
            <a:r>
              <a:t>AI standards &amp; reuse</a:t>
            </a:r>
            <a:br/>
            <a:r>
              <a:t>Cross-account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599" y="2103120"/>
            <a:ext cx="1737360" cy="640080"/>
          </a:xfrm>
          <a:prstGeom prst="roundRect">
            <a:avLst/>
          </a:prstGeom>
          <a:solidFill>
            <a:srgbClr val="E6E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92239" y="1554479"/>
            <a:ext cx="640080" cy="640080"/>
          </a:xfrm>
          <a:prstGeom prst="ellipse">
            <a:avLst/>
          </a:prstGeom>
          <a:solidFill>
            <a:srgbClr val="7C4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FUTURE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59" y="2834639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CGI AI Leadership</a:t>
            </a:r>
            <a:br/>
            <a:r>
              <a:t>Responsible AI</a:t>
            </a:r>
            <a:br/>
            <a:r>
              <a:t>Reusable accelerators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9290083-bd2f-48a2-8ac5-09a524b17d15}" enabled="1" method="Privileged" siteId="{b9fec68c-c92d-461e-9a97-3d03a0f18b82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Singh, Harmeet</cp:lastModifiedBy>
  <cp:revision>2</cp:revision>
  <dcterms:created xsi:type="dcterms:W3CDTF">2013-01-27T09:14:16Z</dcterms:created>
  <dcterms:modified xsi:type="dcterms:W3CDTF">2026-01-20T00:07:17Z</dcterms:modified>
  <cp:category/>
</cp:coreProperties>
</file>