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3" r:id="rId5"/>
  </p:sldMasterIdLst>
  <p:notesMasterIdLst>
    <p:notesMasterId r:id="rId15"/>
  </p:notesMasterIdLst>
  <p:handoutMasterIdLst>
    <p:handoutMasterId r:id="rId16"/>
  </p:handoutMasterIdLst>
  <p:sldIdLst>
    <p:sldId id="522" r:id="rId6"/>
    <p:sldId id="510" r:id="rId7"/>
    <p:sldId id="541" r:id="rId8"/>
    <p:sldId id="535" r:id="rId9"/>
    <p:sldId id="536" r:id="rId10"/>
    <p:sldId id="537" r:id="rId11"/>
    <p:sldId id="538" r:id="rId12"/>
    <p:sldId id="540" r:id="rId13"/>
    <p:sldId id="533" r:id="rId14"/>
  </p:sldIdLst>
  <p:sldSz cx="12192000" cy="6858000"/>
  <p:notesSz cx="7315200" cy="96012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089" userDrawn="1">
          <p15:clr>
            <a:srgbClr val="A4A3A4"/>
          </p15:clr>
        </p15:guide>
        <p15:guide id="4" pos="3613" userDrawn="1">
          <p15:clr>
            <a:srgbClr val="A4A3A4"/>
          </p15:clr>
        </p15:guide>
        <p15:guide id="5" orient="horz" pos="216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E5FD38-FC95-0624-FD71-A90613475B65}" name="Stewart, Casey A" initials="SCA" userId="S::casey.stewart@cgi.com::b39f3e4e-1968-4507-bdcf-f8399c7ca83f" providerId="AD"/>
  <p188:author id="{9BB2A889-2C28-43B5-59B8-DA7ED457C6AD}" name="Sauvageau, Joannie" initials="JS" userId="S::joannie.sauvageau@cgi.com::aba41f39-d51a-478e-b895-7de37a774b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Théorêt, Marie-Philippe" initials="TMP" lastIdx="1" clrIdx="2">
    <p:extLst>
      <p:ext uri="{19B8F6BF-5375-455C-9EA6-DF929625EA0E}">
        <p15:presenceInfo xmlns:p15="http://schemas.microsoft.com/office/powerpoint/2012/main" userId="S::marie-philippe.theoret@cgi.com::562c6f3d-82ec-464d-9a1f-d8b144078a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7" autoAdjust="0"/>
  </p:normalViewPr>
  <p:slideViewPr>
    <p:cSldViewPr snapToGrid="0">
      <p:cViewPr varScale="1">
        <p:scale>
          <a:sx n="82" d="100"/>
          <a:sy n="82" d="100"/>
        </p:scale>
        <p:origin x="720" y="72"/>
      </p:cViewPr>
      <p:guideLst>
        <p:guide pos="4089"/>
        <p:guide pos="3613"/>
        <p:guide orient="horz" pos="2160"/>
      </p:guideLst>
    </p:cSldViewPr>
  </p:slideViewPr>
  <p:outlineViewPr>
    <p:cViewPr>
      <p:scale>
        <a:sx n="33" d="100"/>
        <a:sy n="33" d="100"/>
      </p:scale>
      <p:origin x="0" y="0"/>
    </p:cViewPr>
  </p:outlineViewPr>
  <p:notesTextViewPr>
    <p:cViewPr>
      <p:scale>
        <a:sx n="135" d="100"/>
        <a:sy n="135" d="100"/>
      </p:scale>
      <p:origin x="0" y="0"/>
    </p:cViewPr>
  </p:notesTextViewPr>
  <p:sorterViewPr>
    <p:cViewPr varScale="1">
      <p:scale>
        <a:sx n="83" d="100"/>
        <a:sy n="83" d="100"/>
      </p:scale>
      <p:origin x="0" y="-5506"/>
    </p:cViewPr>
  </p:sorterViewPr>
  <p:notesViewPr>
    <p:cSldViewPr snapToGrid="0">
      <p:cViewPr varScale="1">
        <p:scale>
          <a:sx n="51" d="100"/>
          <a:sy n="51" d="100"/>
        </p:scale>
        <p:origin x="1784" y="3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dirty="0">
              <a:latin typeface="Arial"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dirty="0">
              <a:latin typeface="Arial"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7F3D0142-0A92-499C-9E53-36958F98D275}" type="slidenum">
              <a:rPr lang="en-CA" smtClean="0">
                <a:latin typeface="Arial" pitchFamily="34" charset="0"/>
              </a:rPr>
              <a:t>‹#›</a:t>
            </a:fld>
            <a:endParaRPr lang="en-CA" dirty="0">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Arial" pitchFamily="34" charset="0"/>
              </a:defRPr>
            </a:lvl1pPr>
          </a:lstStyle>
          <a:p>
            <a:endParaRPr lang="en-CA"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Arial" pitchFamily="34" charset="0"/>
              </a:defRPr>
            </a:lvl1pPr>
          </a:lstStyle>
          <a:p>
            <a:fld id="{B5D7A87D-1CDA-443F-BAE3-82C9C05446C3}" type="datetimeFigureOut">
              <a:rPr lang="en-CA" smtClean="0"/>
              <a:t>2025-12-04</a:t>
            </a:fld>
            <a:endParaRPr lang="en-CA" dirty="0"/>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Arial" pitchFamily="34" charset="0"/>
              </a:defRPr>
            </a:lvl1pPr>
          </a:lstStyle>
          <a:p>
            <a:endParaRPr lang="en-CA"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Arial" pitchFamily="34" charset="0"/>
              </a:defRPr>
            </a:lvl1pPr>
          </a:lstStyle>
          <a:p>
            <a:fld id="{20B9C825-F38E-45BB-92C1-043DE61C9183}" type="slidenum">
              <a:rPr lang="en-CA" smtClean="0"/>
              <a:t>‹#›</a:t>
            </a:fld>
            <a:endParaRPr lang="en-CA" dirty="0"/>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ad Only">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lnSpc>
                <a:spcPct val="80000"/>
              </a:lnSpc>
            </a:pPr>
            <a:r>
              <a:rPr lang="en-US" sz="16600" dirty="0">
                <a:solidFill>
                  <a:schemeClr val="bg1"/>
                </a:solidFill>
              </a:rPr>
              <a:t>Title &amp; agenda layouts</a:t>
            </a:r>
          </a:p>
        </p:txBody>
      </p:sp>
    </p:spTree>
    <p:extLst>
      <p:ext uri="{BB962C8B-B14F-4D97-AF65-F5344CB8AC3E}">
        <p14:creationId xmlns:p14="http://schemas.microsoft.com/office/powerpoint/2010/main" val="3075433104"/>
      </p:ext>
    </p:extLst>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656B0056-E0F3-20B9-BB54-44E09DF01C80}"/>
              </a:ext>
            </a:extLst>
          </p:cNvPr>
          <p:cNvSpPr>
            <a:spLocks noGrp="1"/>
          </p:cNvSpPr>
          <p:nvPr>
            <p:ph type="title" hasCustomPrompt="1"/>
          </p:nvPr>
        </p:nvSpPr>
        <p:spPr>
          <a:xfrm>
            <a:off x="768096" y="615621"/>
            <a:ext cx="4672584" cy="2907792"/>
          </a:xfrm>
          <a:prstGeom prst="rect">
            <a:avLst/>
          </a:prstGeom>
        </p:spPr>
        <p:txBody>
          <a:bodyPr vert="horz" lIns="0" tIns="0" rIns="0" bIns="0" rtlCol="0" anchor="t" anchorCtr="0">
            <a:noAutofit/>
          </a:bodyPr>
          <a:lstStyle>
            <a:lvl1pPr>
              <a:defRPr sz="4800"/>
            </a:lvl1pPr>
          </a:lstStyle>
          <a:p>
            <a:r>
              <a:rPr lang="en-US" noProof="0" dirty="0"/>
              <a:t>Title slide </a:t>
            </a:r>
            <a:br>
              <a:rPr lang="en-US" noProof="0" dirty="0"/>
            </a:br>
            <a:r>
              <a:rPr lang="en-US" noProof="0" dirty="0"/>
              <a:t>Click to add title</a:t>
            </a:r>
          </a:p>
        </p:txBody>
      </p:sp>
      <p:sp>
        <p:nvSpPr>
          <p:cNvPr id="3" name="Text placeholder 7">
            <a:extLst>
              <a:ext uri="{FF2B5EF4-FFF2-40B4-BE49-F238E27FC236}">
                <a16:creationId xmlns:a16="http://schemas.microsoft.com/office/drawing/2014/main" id="{E02232A4-A218-ED0C-51BC-1FE1F5769381}"/>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dirty="0"/>
              <a:t>Name, role</a:t>
            </a:r>
            <a:br>
              <a:rPr lang="en-US" noProof="0" dirty="0"/>
            </a:br>
            <a:r>
              <a:rPr lang="en-US" noProof="0" dirty="0"/>
              <a:t>Date</a:t>
            </a:r>
          </a:p>
        </p:txBody>
      </p:sp>
      <p:pic>
        <p:nvPicPr>
          <p:cNvPr id="4" name="Image 8" descr="CGI Inc. logo">
            <a:extLst>
              <a:ext uri="{FF2B5EF4-FFF2-40B4-BE49-F238E27FC236}">
                <a16:creationId xmlns:a16="http://schemas.microsoft.com/office/drawing/2014/main" id="{820310F5-2710-E456-A1A7-4CEA7BDF8C8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67134" y="5372173"/>
            <a:ext cx="1548656" cy="720650"/>
          </a:xfrm>
          <a:prstGeom prst="rect">
            <a:avLst/>
          </a:prstGeom>
        </p:spPr>
      </p:pic>
      <p:sp>
        <p:nvSpPr>
          <p:cNvPr id="8" name="Picture Placeholder 2" descr="Image placeholder. Click icon to add image. Images are available to download from the Brand Source image library.">
            <a:extLst>
              <a:ext uri="{FF2B5EF4-FFF2-40B4-BE49-F238E27FC236}">
                <a16:creationId xmlns:a16="http://schemas.microsoft.com/office/drawing/2014/main" id="{BAC6136A-72EF-317C-AA1F-00D8CA1A6AEE}"/>
              </a:ext>
              <a:ext uri="{C183D7F6-B498-43B3-948B-1728B52AA6E4}">
                <adec:decorative xmlns:adec="http://schemas.microsoft.com/office/drawing/2017/decorative" val="0"/>
              </a:ext>
            </a:extLst>
          </p:cNvPr>
          <p:cNvSpPr>
            <a:spLocks noGrp="1"/>
          </p:cNvSpPr>
          <p:nvPr>
            <p:ph type="pic" sz="quarter" idx="16" hasCustomPrompt="1"/>
          </p:nvPr>
        </p:nvSpPr>
        <p:spPr>
          <a:xfrm>
            <a:off x="6097588" y="765175"/>
            <a:ext cx="5330952" cy="5330952"/>
          </a:xfrm>
          <a:prstGeom prst="rect">
            <a:avLst/>
          </a:prstGeom>
        </p:spPr>
        <p:txBody>
          <a:bodyPr rIns="0"/>
          <a:lstStyle>
            <a:lvl1pPr marL="0" indent="0">
              <a:buNone/>
              <a:defRPr sz="24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11" name="TextBox 10">
            <a:extLst>
              <a:ext uri="{FF2B5EF4-FFF2-40B4-BE49-F238E27FC236}">
                <a16:creationId xmlns:a16="http://schemas.microsoft.com/office/drawing/2014/main" id="{62EAF96E-3382-6845-A90C-34A0524FB2A1}"/>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dirty="0"/>
          </a:p>
        </p:txBody>
      </p:sp>
      <p:sp>
        <p:nvSpPr>
          <p:cNvPr id="2" name="Footer Placeholder 1">
            <a:extLst>
              <a:ext uri="{FF2B5EF4-FFF2-40B4-BE49-F238E27FC236}">
                <a16:creationId xmlns:a16="http://schemas.microsoft.com/office/drawing/2014/main" id="{89A096ED-76E6-2D8E-D62E-E554F7F1B868}"/>
              </a:ext>
              <a:ext uri="{C183D7F6-B498-43B3-948B-1728B52AA6E4}">
                <adec:decorative xmlns:adec="http://schemas.microsoft.com/office/drawing/2017/decorative" val="1"/>
              </a:ext>
            </a:extLst>
          </p:cNvPr>
          <p:cNvSpPr>
            <a:spLocks noGrp="1"/>
          </p:cNvSpPr>
          <p:nvPr>
            <p:ph type="ftr" sz="quarter" idx="17"/>
          </p:nvPr>
        </p:nvSpPr>
        <p:spPr>
          <a:xfrm>
            <a:off x="4038600" y="6933865"/>
            <a:ext cx="4114800" cy="137160"/>
          </a:xfrm>
        </p:spPr>
        <p:txBody>
          <a:bodyPr/>
          <a:lstStyle/>
          <a:p>
            <a:endParaRPr lang="en-US" noProof="0" dirty="0"/>
          </a:p>
        </p:txBody>
      </p:sp>
      <p:sp>
        <p:nvSpPr>
          <p:cNvPr id="10" name="Slide Number Placeholder 9">
            <a:extLst>
              <a:ext uri="{FF2B5EF4-FFF2-40B4-BE49-F238E27FC236}">
                <a16:creationId xmlns:a16="http://schemas.microsoft.com/office/drawing/2014/main" id="{73648276-7BC7-CB2C-4DFC-34AD563DA95A}"/>
              </a:ext>
              <a:ext uri="{C183D7F6-B498-43B3-948B-1728B52AA6E4}">
                <adec:decorative xmlns:adec="http://schemas.microsoft.com/office/drawing/2017/decorative" val="1"/>
              </a:ext>
            </a:extLst>
          </p:cNvPr>
          <p:cNvSpPr>
            <a:spLocks noGrp="1"/>
          </p:cNvSpPr>
          <p:nvPr>
            <p:ph type="sldNum" sz="quarter" idx="18"/>
          </p:nvPr>
        </p:nvSpPr>
        <p:spPr>
          <a:xfrm>
            <a:off x="11163034" y="6931152"/>
            <a:ext cx="261660" cy="137160"/>
          </a:xfrm>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63113870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Layout 2A">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4315F65-1719-ACD6-111B-F2CA124F4203}"/>
              </a:ext>
            </a:extLst>
          </p:cNvPr>
          <p:cNvSpPr>
            <a:spLocks noGrp="1"/>
          </p:cNvSpPr>
          <p:nvPr>
            <p:ph type="title" hasCustomPrompt="1"/>
          </p:nvPr>
        </p:nvSpPr>
        <p:spPr>
          <a:xfrm>
            <a:off x="768096" y="615621"/>
            <a:ext cx="4672584" cy="2907792"/>
          </a:xfrm>
          <a:prstGeom prst="rect">
            <a:avLst/>
          </a:prstGeom>
        </p:spPr>
        <p:txBody>
          <a:bodyPr vert="horz" lIns="0" tIns="0" rIns="0" bIns="0" rtlCol="0" anchor="t" anchorCtr="0">
            <a:noAutofit/>
          </a:bodyPr>
          <a:lstStyle>
            <a:lvl1pPr>
              <a:defRPr sz="4800"/>
            </a:lvl1pPr>
          </a:lstStyle>
          <a:p>
            <a:r>
              <a:rPr lang="en-US" noProof="0" dirty="0"/>
              <a:t>Title slide </a:t>
            </a:r>
            <a:br>
              <a:rPr lang="en-US" noProof="0" dirty="0"/>
            </a:br>
            <a:r>
              <a:rPr lang="en-US" noProof="0" dirty="0"/>
              <a:t>Click to add title</a:t>
            </a:r>
          </a:p>
        </p:txBody>
      </p:sp>
      <p:sp>
        <p:nvSpPr>
          <p:cNvPr id="6" name="Text placeholder 7">
            <a:extLst>
              <a:ext uri="{FF2B5EF4-FFF2-40B4-BE49-F238E27FC236}">
                <a16:creationId xmlns:a16="http://schemas.microsoft.com/office/drawing/2014/main" id="{ABD2E3F6-5AE2-3374-5C48-FC66ADE6D64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dirty="0"/>
              <a:t>Name, role</a:t>
            </a:r>
            <a:br>
              <a:rPr lang="en-US" noProof="0" dirty="0"/>
            </a:br>
            <a:r>
              <a:rPr lang="en-US" noProof="0" dirty="0"/>
              <a:t>Date</a:t>
            </a:r>
          </a:p>
        </p:txBody>
      </p:sp>
      <p:pic>
        <p:nvPicPr>
          <p:cNvPr id="7" name="CGI logo" descr="CGI Inc. logo">
            <a:extLst>
              <a:ext uri="{FF2B5EF4-FFF2-40B4-BE49-F238E27FC236}">
                <a16:creationId xmlns:a16="http://schemas.microsoft.com/office/drawing/2014/main" id="{73A847AD-7BA1-9B89-882C-A46F4ED89B3F}"/>
              </a:ext>
            </a:extLst>
          </p:cNvPr>
          <p:cNvPicPr>
            <a:picLocks/>
          </p:cNvPicPr>
          <p:nvPr userDrawn="1"/>
        </p:nvPicPr>
        <p:blipFill>
          <a:blip r:embed="rId2" cstate="print">
            <a:extLst>
              <a:ext uri="{28A0092B-C50C-407E-A947-70E740481C1C}">
                <a14:useLocalDpi xmlns:a14="http://schemas.microsoft.com/office/drawing/2010/main" val="0"/>
              </a:ext>
            </a:extLst>
          </a:blip>
          <a:srcRect/>
          <a:stretch/>
        </p:blipFill>
        <p:spPr>
          <a:xfrm>
            <a:off x="767134" y="5372174"/>
            <a:ext cx="1548656" cy="720650"/>
          </a:xfrm>
          <a:prstGeom prst="rect">
            <a:avLst/>
          </a:prstGeom>
          <a:ln>
            <a:noFill/>
          </a:ln>
        </p:spPr>
      </p:pic>
      <p:sp>
        <p:nvSpPr>
          <p:cNvPr id="8" name="Freeform 13" descr="CGI cornerstone.">
            <a:extLst>
              <a:ext uri="{FF2B5EF4-FFF2-40B4-BE49-F238E27FC236}">
                <a16:creationId xmlns:a16="http://schemas.microsoft.com/office/drawing/2014/main" id="{F242493D-0BCE-2765-D478-3FD489DFE151}"/>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dirty="0">
              <a:solidFill>
                <a:schemeClr val="bg1"/>
              </a:solidFill>
              <a:cs typeface="Arial" pitchFamily="34" charset="0"/>
            </a:endParaRPr>
          </a:p>
        </p:txBody>
      </p:sp>
      <p:sp>
        <p:nvSpPr>
          <p:cNvPr id="9" name="TextBox 8">
            <a:extLst>
              <a:ext uri="{FF2B5EF4-FFF2-40B4-BE49-F238E27FC236}">
                <a16:creationId xmlns:a16="http://schemas.microsoft.com/office/drawing/2014/main" id="{E7FE07A7-F200-8157-E9E4-FF5FF57C6F27}"/>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dirty="0"/>
          </a:p>
        </p:txBody>
      </p:sp>
      <p:sp>
        <p:nvSpPr>
          <p:cNvPr id="2" name="Footer Placeholder 1">
            <a:extLst>
              <a:ext uri="{FF2B5EF4-FFF2-40B4-BE49-F238E27FC236}">
                <a16:creationId xmlns:a16="http://schemas.microsoft.com/office/drawing/2014/main" id="{E0E6CF6F-0D78-40E4-BC21-3608EDC28AE6}"/>
              </a:ext>
              <a:ext uri="{C183D7F6-B498-43B3-948B-1728B52AA6E4}">
                <adec:decorative xmlns:adec="http://schemas.microsoft.com/office/drawing/2017/decorative" val="1"/>
              </a:ext>
            </a:extLst>
          </p:cNvPr>
          <p:cNvSpPr>
            <a:spLocks noGrp="1"/>
          </p:cNvSpPr>
          <p:nvPr>
            <p:ph type="ftr" sz="quarter" idx="15"/>
          </p:nvPr>
        </p:nvSpPr>
        <p:spPr>
          <a:xfrm>
            <a:off x="4038600" y="6931152"/>
            <a:ext cx="4114800" cy="137160"/>
          </a:xfrm>
        </p:spPr>
        <p:txBody>
          <a:bodyPr/>
          <a:lstStyle/>
          <a:p>
            <a:endParaRPr lang="en-US" noProof="0" dirty="0"/>
          </a:p>
        </p:txBody>
      </p:sp>
      <p:sp>
        <p:nvSpPr>
          <p:cNvPr id="4" name="Slide Number Placeholder 3">
            <a:extLst>
              <a:ext uri="{FF2B5EF4-FFF2-40B4-BE49-F238E27FC236}">
                <a16:creationId xmlns:a16="http://schemas.microsoft.com/office/drawing/2014/main" id="{B965A85F-A5E6-200F-9730-5A28F1653232}"/>
              </a:ext>
              <a:ext uri="{C183D7F6-B498-43B3-948B-1728B52AA6E4}">
                <adec:decorative xmlns:adec="http://schemas.microsoft.com/office/drawing/2017/decorative" val="1"/>
              </a:ext>
            </a:extLst>
          </p:cNvPr>
          <p:cNvSpPr>
            <a:spLocks noGrp="1"/>
          </p:cNvSpPr>
          <p:nvPr>
            <p:ph type="sldNum" sz="quarter" idx="16"/>
          </p:nvPr>
        </p:nvSpPr>
        <p:spPr>
          <a:xfrm>
            <a:off x="11163034" y="6931152"/>
            <a:ext cx="261660" cy="137160"/>
          </a:xfrm>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9624072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Layout 2B">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1A734772-629F-07F0-7A95-94F6BDFED4B9}"/>
              </a:ext>
            </a:extLst>
          </p:cNvPr>
          <p:cNvSpPr>
            <a:spLocks noGrp="1"/>
          </p:cNvSpPr>
          <p:nvPr>
            <p:ph type="title" hasCustomPrompt="1"/>
          </p:nvPr>
        </p:nvSpPr>
        <p:spPr>
          <a:xfrm>
            <a:off x="768096" y="615621"/>
            <a:ext cx="4672584" cy="2907792"/>
          </a:xfrm>
          <a:prstGeom prst="rect">
            <a:avLst/>
          </a:prstGeom>
        </p:spPr>
        <p:txBody>
          <a:bodyPr vert="horz" lIns="0" tIns="0" rIns="0" bIns="0" rtlCol="0" anchor="t" anchorCtr="0">
            <a:noAutofit/>
          </a:bodyPr>
          <a:lstStyle>
            <a:lvl1pPr marL="0" indent="0">
              <a:defRPr sz="4800"/>
            </a:lvl1pPr>
          </a:lstStyle>
          <a:p>
            <a:r>
              <a:rPr lang="en-US" noProof="0" dirty="0"/>
              <a:t>Title slide </a:t>
            </a:r>
            <a:br>
              <a:rPr lang="en-US" noProof="0" dirty="0"/>
            </a:br>
            <a:r>
              <a:rPr lang="en-US" noProof="0" dirty="0"/>
              <a:t>Click to add title</a:t>
            </a:r>
          </a:p>
        </p:txBody>
      </p:sp>
      <p:sp>
        <p:nvSpPr>
          <p:cNvPr id="10" name="Text placeholder 7">
            <a:extLst>
              <a:ext uri="{FF2B5EF4-FFF2-40B4-BE49-F238E27FC236}">
                <a16:creationId xmlns:a16="http://schemas.microsoft.com/office/drawing/2014/main" id="{6EB794F4-36B2-DC02-E7CB-CFC62E37CBC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dirty="0"/>
              <a:t>Name, role</a:t>
            </a:r>
            <a:br>
              <a:rPr lang="en-US" noProof="0" dirty="0"/>
            </a:br>
            <a:r>
              <a:rPr lang="en-US" noProof="0" dirty="0"/>
              <a:t>Date</a:t>
            </a:r>
          </a:p>
        </p:txBody>
      </p:sp>
      <p:pic>
        <p:nvPicPr>
          <p:cNvPr id="12" name="CGI logo" descr="CGI Inc. logo">
            <a:extLst>
              <a:ext uri="{FF2B5EF4-FFF2-40B4-BE49-F238E27FC236}">
                <a16:creationId xmlns:a16="http://schemas.microsoft.com/office/drawing/2014/main" id="{6937662B-8921-62BA-FC6E-1DB11DE921D4}"/>
              </a:ext>
            </a:extLst>
          </p:cNvPr>
          <p:cNvPicPr>
            <a:picLocks/>
          </p:cNvPicPr>
          <p:nvPr userDrawn="1"/>
        </p:nvPicPr>
        <p:blipFill>
          <a:blip r:embed="rId2" cstate="print">
            <a:extLst>
              <a:ext uri="{28A0092B-C50C-407E-A947-70E740481C1C}">
                <a14:useLocalDpi xmlns:a14="http://schemas.microsoft.com/office/drawing/2010/main" val="0"/>
              </a:ext>
            </a:extLst>
          </a:blip>
          <a:srcRect/>
          <a:stretch/>
        </p:blipFill>
        <p:spPr>
          <a:xfrm>
            <a:off x="767134" y="5372174"/>
            <a:ext cx="1548656" cy="720650"/>
          </a:xfrm>
          <a:prstGeom prst="rect">
            <a:avLst/>
          </a:prstGeom>
          <a:ln>
            <a:noFill/>
          </a:ln>
        </p:spPr>
      </p:pic>
      <p:sp>
        <p:nvSpPr>
          <p:cNvPr id="8" name="Freeform 13" descr="CGI cornerstone">
            <a:extLst>
              <a:ext uri="{FF2B5EF4-FFF2-40B4-BE49-F238E27FC236}">
                <a16:creationId xmlns:a16="http://schemas.microsoft.com/office/drawing/2014/main" id="{47B68E29-85E8-7585-D294-C63868CB4A0E}"/>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6000">
                <a:srgbClr val="E31937"/>
              </a:gs>
              <a:gs pos="33000">
                <a:srgbClr val="FF6A00"/>
              </a:gs>
              <a:gs pos="0">
                <a:srgbClr val="FFCDD2"/>
              </a:gs>
              <a:gs pos="100000">
                <a:srgbClr val="991F3D"/>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dirty="0">
              <a:solidFill>
                <a:schemeClr val="bg1"/>
              </a:solidFill>
              <a:cs typeface="Arial" pitchFamily="34" charset="0"/>
            </a:endParaRPr>
          </a:p>
        </p:txBody>
      </p:sp>
      <p:sp>
        <p:nvSpPr>
          <p:cNvPr id="9" name="TextBox 8">
            <a:extLst>
              <a:ext uri="{FF2B5EF4-FFF2-40B4-BE49-F238E27FC236}">
                <a16:creationId xmlns:a16="http://schemas.microsoft.com/office/drawing/2014/main" id="{D669477B-4844-9E49-1924-9A24EC02EC13}"/>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dirty="0"/>
          </a:p>
        </p:txBody>
      </p:sp>
      <p:sp>
        <p:nvSpPr>
          <p:cNvPr id="2" name="Footer Placeholder 1">
            <a:extLst>
              <a:ext uri="{FF2B5EF4-FFF2-40B4-BE49-F238E27FC236}">
                <a16:creationId xmlns:a16="http://schemas.microsoft.com/office/drawing/2014/main" id="{2F561915-DA14-AD3D-0600-A7BC70AB91AF}"/>
              </a:ext>
              <a:ext uri="{C183D7F6-B498-43B3-948B-1728B52AA6E4}">
                <adec:decorative xmlns:adec="http://schemas.microsoft.com/office/drawing/2017/decorative" val="1"/>
              </a:ext>
            </a:extLst>
          </p:cNvPr>
          <p:cNvSpPr>
            <a:spLocks noGrp="1"/>
          </p:cNvSpPr>
          <p:nvPr>
            <p:ph type="ftr" sz="quarter" idx="15"/>
          </p:nvPr>
        </p:nvSpPr>
        <p:spPr>
          <a:xfrm>
            <a:off x="4041648" y="6931152"/>
            <a:ext cx="4114800" cy="137160"/>
          </a:xfrm>
        </p:spPr>
        <p:txBody>
          <a:bodyPr/>
          <a:lstStyle/>
          <a:p>
            <a:endParaRPr lang="en-US" noProof="0" dirty="0"/>
          </a:p>
        </p:txBody>
      </p:sp>
      <p:sp>
        <p:nvSpPr>
          <p:cNvPr id="4" name="Slide Number Placeholder 3">
            <a:extLst>
              <a:ext uri="{FF2B5EF4-FFF2-40B4-BE49-F238E27FC236}">
                <a16:creationId xmlns:a16="http://schemas.microsoft.com/office/drawing/2014/main" id="{EFB06569-C9F6-43BB-9951-729D78B19682}"/>
              </a:ext>
              <a:ext uri="{C183D7F6-B498-43B3-948B-1728B52AA6E4}">
                <adec:decorative xmlns:adec="http://schemas.microsoft.com/office/drawing/2017/decorative" val="1"/>
              </a:ext>
            </a:extLst>
          </p:cNvPr>
          <p:cNvSpPr>
            <a:spLocks noGrp="1"/>
          </p:cNvSpPr>
          <p:nvPr>
            <p:ph type="sldNum" sz="quarter" idx="11"/>
          </p:nvPr>
        </p:nvSpPr>
        <p:spPr>
          <a:xfrm>
            <a:off x="11163034" y="6931152"/>
            <a:ext cx="261660" cy="137160"/>
          </a:xfrm>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56903983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slide –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09FD-5D17-CB60-A0D2-30CD6047E0BA}"/>
              </a:ext>
            </a:extLst>
          </p:cNvPr>
          <p:cNvSpPr>
            <a:spLocks noGrp="1"/>
          </p:cNvSpPr>
          <p:nvPr>
            <p:ph type="title" hasCustomPrompt="1"/>
          </p:nvPr>
        </p:nvSpPr>
        <p:spPr/>
        <p:txBody>
          <a:bodyPr/>
          <a:lstStyle/>
          <a:p>
            <a:r>
              <a:rPr lang="en-US" dirty="0"/>
              <a:t>Agenda slide layout 1 - click to add title</a:t>
            </a:r>
          </a:p>
        </p:txBody>
      </p:sp>
      <p:sp>
        <p:nvSpPr>
          <p:cNvPr id="14" name="Agenda item 1">
            <a:extLst>
              <a:ext uri="{FF2B5EF4-FFF2-40B4-BE49-F238E27FC236}">
                <a16:creationId xmlns:a16="http://schemas.microsoft.com/office/drawing/2014/main" id="{143D3174-78EC-43C1-82E0-E82ABF8D2117}"/>
              </a:ext>
            </a:extLst>
          </p:cNvPr>
          <p:cNvSpPr>
            <a:spLocks noGrp="1"/>
          </p:cNvSpPr>
          <p:nvPr>
            <p:ph type="body" sz="quarter" idx="17" hasCustomPrompt="1"/>
          </p:nvPr>
        </p:nvSpPr>
        <p:spPr>
          <a:xfrm>
            <a:off x="765737" y="2295678"/>
            <a:ext cx="151130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dirty="0"/>
          </a:p>
        </p:txBody>
      </p:sp>
      <p:sp>
        <p:nvSpPr>
          <p:cNvPr id="23" name="Agenda item 1 description">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765737"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US" noProof="0" dirty="0"/>
              <a:t>Agenda item 1</a:t>
            </a:r>
          </a:p>
        </p:txBody>
      </p:sp>
      <p:sp>
        <p:nvSpPr>
          <p:cNvPr id="16" name="Agenda item 2">
            <a:extLst>
              <a:ext uri="{FF2B5EF4-FFF2-40B4-BE49-F238E27FC236}">
                <a16:creationId xmlns:a16="http://schemas.microsoft.com/office/drawing/2014/main" id="{7016648B-BC25-4821-812E-87B50C18B66F}"/>
              </a:ext>
            </a:extLst>
          </p:cNvPr>
          <p:cNvSpPr>
            <a:spLocks noGrp="1"/>
          </p:cNvSpPr>
          <p:nvPr>
            <p:ph type="body" sz="quarter" idx="19" hasCustomPrompt="1"/>
          </p:nvPr>
        </p:nvSpPr>
        <p:spPr>
          <a:xfrm>
            <a:off x="3054164"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dirty="0"/>
          </a:p>
        </p:txBody>
      </p:sp>
      <p:sp>
        <p:nvSpPr>
          <p:cNvPr id="8" name="Agenda item 2 description">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54799"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dirty="0"/>
              <a:t>Agenda item 2</a:t>
            </a:r>
          </a:p>
        </p:txBody>
      </p:sp>
      <p:sp>
        <p:nvSpPr>
          <p:cNvPr id="17" name="Agenda item 3">
            <a:extLst>
              <a:ext uri="{FF2B5EF4-FFF2-40B4-BE49-F238E27FC236}">
                <a16:creationId xmlns:a16="http://schemas.microsoft.com/office/drawing/2014/main" id="{A6E8C51F-9054-4DBF-8A5A-59322AC4663A}"/>
              </a:ext>
            </a:extLst>
          </p:cNvPr>
          <p:cNvSpPr>
            <a:spLocks noGrp="1"/>
          </p:cNvSpPr>
          <p:nvPr>
            <p:ph type="body" sz="quarter" idx="20" hasCustomPrompt="1"/>
          </p:nvPr>
        </p:nvSpPr>
        <p:spPr>
          <a:xfrm>
            <a:off x="5340051"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dirty="0"/>
          </a:p>
        </p:txBody>
      </p:sp>
      <p:sp>
        <p:nvSpPr>
          <p:cNvPr id="20" name="Agenda item 3 description">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41321"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dirty="0"/>
              <a:t>Agenda item 3</a:t>
            </a:r>
          </a:p>
        </p:txBody>
      </p:sp>
      <p:sp>
        <p:nvSpPr>
          <p:cNvPr id="18" name="Agenda item 4">
            <a:extLst>
              <a:ext uri="{FF2B5EF4-FFF2-40B4-BE49-F238E27FC236}">
                <a16:creationId xmlns:a16="http://schemas.microsoft.com/office/drawing/2014/main" id="{6FDD35C8-B77E-46BD-9338-72F9040FFA6C}"/>
              </a:ext>
            </a:extLst>
          </p:cNvPr>
          <p:cNvSpPr>
            <a:spLocks noGrp="1"/>
          </p:cNvSpPr>
          <p:nvPr>
            <p:ph type="body" sz="quarter" idx="21" hasCustomPrompt="1"/>
          </p:nvPr>
        </p:nvSpPr>
        <p:spPr>
          <a:xfrm>
            <a:off x="7625938"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dirty="0"/>
          </a:p>
        </p:txBody>
      </p:sp>
      <p:sp>
        <p:nvSpPr>
          <p:cNvPr id="15" name="Agenda item 4 description">
            <a:extLst>
              <a:ext uri="{FF2B5EF4-FFF2-40B4-BE49-F238E27FC236}">
                <a16:creationId xmlns:a16="http://schemas.microsoft.com/office/drawing/2014/main" id="{DBDC3BC5-8B9E-4D7D-B022-7DC492622AFC}"/>
              </a:ext>
            </a:extLst>
          </p:cNvPr>
          <p:cNvSpPr>
            <a:spLocks noGrp="1"/>
          </p:cNvSpPr>
          <p:nvPr>
            <p:ph type="body" sz="quarter" idx="18" hasCustomPrompt="1"/>
          </p:nvPr>
        </p:nvSpPr>
        <p:spPr>
          <a:xfrm>
            <a:off x="7627843" y="3182112"/>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dirty="0"/>
              <a:t>Agenda item 4</a:t>
            </a:r>
          </a:p>
        </p:txBody>
      </p:sp>
      <p:sp>
        <p:nvSpPr>
          <p:cNvPr id="19" name="Agenda item 5">
            <a:extLst>
              <a:ext uri="{FF2B5EF4-FFF2-40B4-BE49-F238E27FC236}">
                <a16:creationId xmlns:a16="http://schemas.microsoft.com/office/drawing/2014/main" id="{D47B1D04-840A-4F73-BA57-8836852239E9}"/>
              </a:ext>
            </a:extLst>
          </p:cNvPr>
          <p:cNvSpPr>
            <a:spLocks noGrp="1"/>
          </p:cNvSpPr>
          <p:nvPr>
            <p:ph type="body" sz="quarter" idx="22" hasCustomPrompt="1"/>
          </p:nvPr>
        </p:nvSpPr>
        <p:spPr>
          <a:xfrm>
            <a:off x="9911825"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dirty="0"/>
          </a:p>
        </p:txBody>
      </p:sp>
      <p:sp>
        <p:nvSpPr>
          <p:cNvPr id="22" name="Agenda item 5 description">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4365"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dirty="0"/>
              <a:t>Agenda item 5</a:t>
            </a:r>
          </a:p>
        </p:txBody>
      </p:sp>
      <p:sp>
        <p:nvSpPr>
          <p:cNvPr id="4" name="Footer Placeholder 3">
            <a:extLst>
              <a:ext uri="{FF2B5EF4-FFF2-40B4-BE49-F238E27FC236}">
                <a16:creationId xmlns:a16="http://schemas.microsoft.com/office/drawing/2014/main" id="{FF42B81B-3CB7-05E5-B0F7-506A0A4CC1AE}"/>
              </a:ext>
              <a:ext uri="{C183D7F6-B498-43B3-948B-1728B52AA6E4}">
                <adec:decorative xmlns:adec="http://schemas.microsoft.com/office/drawing/2017/decorative" val="1"/>
              </a:ext>
            </a:extLst>
          </p:cNvPr>
          <p:cNvSpPr>
            <a:spLocks noGrp="1"/>
          </p:cNvSpPr>
          <p:nvPr>
            <p:ph type="ftr" sz="quarter" idx="25"/>
          </p:nvPr>
        </p:nvSpPr>
        <p:spPr/>
        <p:txBody>
          <a:bodyPr/>
          <a:lstStyle/>
          <a:p>
            <a:endParaRPr lang="en-US" noProof="0" dirty="0"/>
          </a:p>
        </p:txBody>
      </p:sp>
      <p:sp>
        <p:nvSpPr>
          <p:cNvPr id="3" name="Slide number placeholder 2">
            <a:extLst>
              <a:ext uri="{FF2B5EF4-FFF2-40B4-BE49-F238E27FC236}">
                <a16:creationId xmlns:a16="http://schemas.microsoft.com/office/drawing/2014/main" id="{CFA5DBCA-C3A7-554C-80CD-9B2E51986E26}"/>
              </a:ext>
              <a:ext uri="{C183D7F6-B498-43B3-948B-1728B52AA6E4}">
                <adec:decorative xmlns:adec="http://schemas.microsoft.com/office/drawing/2017/decorative" val="1"/>
              </a:ext>
            </a:extLst>
          </p:cNvPr>
          <p:cNvSpPr>
            <a:spLocks noGrp="1"/>
          </p:cNvSpPr>
          <p:nvPr>
            <p:ph type="sldNum" sz="quarter" idx="10"/>
          </p:nvPr>
        </p:nvSpPr>
        <p:spPr/>
        <p:txBody>
          <a:bodyPr>
            <a:noAutofit/>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95178162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slide – Layout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976DB5-697C-A62A-7A55-C2DFCAC96B89}"/>
              </a:ext>
            </a:extLst>
          </p:cNvPr>
          <p:cNvSpPr>
            <a:spLocks noGrp="1"/>
          </p:cNvSpPr>
          <p:nvPr>
            <p:ph type="title" hasCustomPrompt="1"/>
          </p:nvPr>
        </p:nvSpPr>
        <p:spPr/>
        <p:txBody>
          <a:bodyPr/>
          <a:lstStyle/>
          <a:p>
            <a:r>
              <a:rPr lang="en-US" dirty="0"/>
              <a:t>Agenda slide layout 2 - click to add title</a:t>
            </a:r>
          </a:p>
        </p:txBody>
      </p:sp>
      <p:sp>
        <p:nvSpPr>
          <p:cNvPr id="6" name="Agenda item 1 description">
            <a:extLst>
              <a:ext uri="{FF2B5EF4-FFF2-40B4-BE49-F238E27FC236}">
                <a16:creationId xmlns:a16="http://schemas.microsoft.com/office/drawing/2014/main" id="{0CF1332E-48CF-C54F-F696-17DB5D1B32A1}"/>
              </a:ext>
              <a:ext uri="{C183D7F6-B498-43B3-948B-1728B52AA6E4}">
                <adec:decorative xmlns:adec="http://schemas.microsoft.com/office/drawing/2017/decorative" val="0"/>
              </a:ext>
            </a:extLst>
          </p:cNvPr>
          <p:cNvSpPr>
            <a:spLocks noGrp="1"/>
          </p:cNvSpPr>
          <p:nvPr>
            <p:ph type="body" sz="quarter" idx="16" hasCustomPrompt="1"/>
          </p:nvPr>
        </p:nvSpPr>
        <p:spPr>
          <a:xfrm>
            <a:off x="766763" y="1605722"/>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1</a:t>
            </a:r>
          </a:p>
        </p:txBody>
      </p:sp>
      <p:sp>
        <p:nvSpPr>
          <p:cNvPr id="9" name="Agenda item 2 description">
            <a:extLst>
              <a:ext uri="{FF2B5EF4-FFF2-40B4-BE49-F238E27FC236}">
                <a16:creationId xmlns:a16="http://schemas.microsoft.com/office/drawing/2014/main" id="{A727F33B-E5E8-74BC-7588-761838366B86}"/>
              </a:ext>
              <a:ext uri="{C183D7F6-B498-43B3-948B-1728B52AA6E4}">
                <adec:decorative xmlns:adec="http://schemas.microsoft.com/office/drawing/2017/decorative" val="0"/>
              </a:ext>
            </a:extLst>
          </p:cNvPr>
          <p:cNvSpPr>
            <a:spLocks noGrp="1"/>
          </p:cNvSpPr>
          <p:nvPr>
            <p:ph type="body" sz="quarter" idx="27" hasCustomPrompt="1"/>
          </p:nvPr>
        </p:nvSpPr>
        <p:spPr>
          <a:xfrm>
            <a:off x="766763"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2</a:t>
            </a:r>
          </a:p>
        </p:txBody>
      </p:sp>
      <p:sp>
        <p:nvSpPr>
          <p:cNvPr id="11" name="Agenda item 3 description">
            <a:extLst>
              <a:ext uri="{FF2B5EF4-FFF2-40B4-BE49-F238E27FC236}">
                <a16:creationId xmlns:a16="http://schemas.microsoft.com/office/drawing/2014/main" id="{71486317-244D-E80A-48EE-489F2326091A}"/>
              </a:ext>
              <a:ext uri="{C183D7F6-B498-43B3-948B-1728B52AA6E4}">
                <adec:decorative xmlns:adec="http://schemas.microsoft.com/office/drawing/2017/decorative" val="0"/>
              </a:ext>
            </a:extLst>
          </p:cNvPr>
          <p:cNvSpPr>
            <a:spLocks noGrp="1"/>
          </p:cNvSpPr>
          <p:nvPr>
            <p:ph type="body" sz="quarter" idx="28" hasCustomPrompt="1"/>
          </p:nvPr>
        </p:nvSpPr>
        <p:spPr>
          <a:xfrm>
            <a:off x="766763"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3</a:t>
            </a:r>
          </a:p>
        </p:txBody>
      </p:sp>
      <p:sp>
        <p:nvSpPr>
          <p:cNvPr id="13" name="Agenda item 4 description">
            <a:extLst>
              <a:ext uri="{FF2B5EF4-FFF2-40B4-BE49-F238E27FC236}">
                <a16:creationId xmlns:a16="http://schemas.microsoft.com/office/drawing/2014/main" id="{587C085A-666F-7685-37AD-9707E899EA40}"/>
              </a:ext>
              <a:ext uri="{C183D7F6-B498-43B3-948B-1728B52AA6E4}">
                <adec:decorative xmlns:adec="http://schemas.microsoft.com/office/drawing/2017/decorative" val="0"/>
              </a:ext>
            </a:extLst>
          </p:cNvPr>
          <p:cNvSpPr>
            <a:spLocks noGrp="1"/>
          </p:cNvSpPr>
          <p:nvPr>
            <p:ph type="body" sz="quarter" idx="29" hasCustomPrompt="1"/>
          </p:nvPr>
        </p:nvSpPr>
        <p:spPr>
          <a:xfrm>
            <a:off x="766763"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4 or delete</a:t>
            </a:r>
          </a:p>
        </p:txBody>
      </p:sp>
      <p:sp>
        <p:nvSpPr>
          <p:cNvPr id="15" name="Agenda item 5 description">
            <a:extLst>
              <a:ext uri="{FF2B5EF4-FFF2-40B4-BE49-F238E27FC236}">
                <a16:creationId xmlns:a16="http://schemas.microsoft.com/office/drawing/2014/main" id="{B84D09D0-FA09-8D48-D485-141D5D6AB617}"/>
              </a:ext>
              <a:ext uri="{C183D7F6-B498-43B3-948B-1728B52AA6E4}">
                <adec:decorative xmlns:adec="http://schemas.microsoft.com/office/drawing/2017/decorative" val="0"/>
              </a:ext>
            </a:extLst>
          </p:cNvPr>
          <p:cNvSpPr>
            <a:spLocks noGrp="1"/>
          </p:cNvSpPr>
          <p:nvPr>
            <p:ph type="body" sz="quarter" idx="30" hasCustomPrompt="1"/>
          </p:nvPr>
        </p:nvSpPr>
        <p:spPr>
          <a:xfrm>
            <a:off x="766763"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5 or delete</a:t>
            </a:r>
          </a:p>
        </p:txBody>
      </p:sp>
      <p:sp>
        <p:nvSpPr>
          <p:cNvPr id="17" name="Agenda item 6 description">
            <a:extLst>
              <a:ext uri="{FF2B5EF4-FFF2-40B4-BE49-F238E27FC236}">
                <a16:creationId xmlns:a16="http://schemas.microsoft.com/office/drawing/2014/main" id="{15923D97-A4C0-761B-93A1-D2D634A228EC}"/>
              </a:ext>
              <a:ext uri="{C183D7F6-B498-43B3-948B-1728B52AA6E4}">
                <adec:decorative xmlns:adec="http://schemas.microsoft.com/office/drawing/2017/decorative" val="0"/>
              </a:ext>
            </a:extLst>
          </p:cNvPr>
          <p:cNvSpPr>
            <a:spLocks noGrp="1"/>
          </p:cNvSpPr>
          <p:nvPr>
            <p:ph type="body" sz="quarter" idx="31" hasCustomPrompt="1"/>
          </p:nvPr>
        </p:nvSpPr>
        <p:spPr>
          <a:xfrm>
            <a:off x="766763"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6 or delete</a:t>
            </a:r>
          </a:p>
        </p:txBody>
      </p:sp>
      <p:sp>
        <p:nvSpPr>
          <p:cNvPr id="26" name="Agenda item 7 description">
            <a:extLst>
              <a:ext uri="{FF2B5EF4-FFF2-40B4-BE49-F238E27FC236}">
                <a16:creationId xmlns:a16="http://schemas.microsoft.com/office/drawing/2014/main" id="{8CC9E50C-3FB3-8E10-8031-E225A7C9D7FB}"/>
              </a:ext>
              <a:ext uri="{C183D7F6-B498-43B3-948B-1728B52AA6E4}">
                <adec:decorative xmlns:adec="http://schemas.microsoft.com/office/drawing/2017/decorative" val="0"/>
              </a:ext>
            </a:extLst>
          </p:cNvPr>
          <p:cNvSpPr>
            <a:spLocks noGrp="1"/>
          </p:cNvSpPr>
          <p:nvPr>
            <p:ph type="body" sz="quarter" idx="38" hasCustomPrompt="1"/>
          </p:nvPr>
        </p:nvSpPr>
        <p:spPr>
          <a:xfrm>
            <a:off x="6103394" y="1600200"/>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7 or delete</a:t>
            </a:r>
          </a:p>
        </p:txBody>
      </p:sp>
      <p:sp>
        <p:nvSpPr>
          <p:cNvPr id="27" name="Agenda item 8 description">
            <a:extLst>
              <a:ext uri="{FF2B5EF4-FFF2-40B4-BE49-F238E27FC236}">
                <a16:creationId xmlns:a16="http://schemas.microsoft.com/office/drawing/2014/main" id="{F8C99894-7E03-C896-81C5-D3E3E4283DCA}"/>
              </a:ext>
              <a:ext uri="{C183D7F6-B498-43B3-948B-1728B52AA6E4}">
                <adec:decorative xmlns:adec="http://schemas.microsoft.com/office/drawing/2017/decorative" val="0"/>
              </a:ext>
            </a:extLst>
          </p:cNvPr>
          <p:cNvSpPr>
            <a:spLocks noGrp="1"/>
          </p:cNvSpPr>
          <p:nvPr>
            <p:ph type="body" sz="quarter" idx="39" hasCustomPrompt="1"/>
          </p:nvPr>
        </p:nvSpPr>
        <p:spPr>
          <a:xfrm>
            <a:off x="6103394"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8 or delete</a:t>
            </a:r>
          </a:p>
        </p:txBody>
      </p:sp>
      <p:sp>
        <p:nvSpPr>
          <p:cNvPr id="28" name="Agenda item 9 description">
            <a:extLst>
              <a:ext uri="{FF2B5EF4-FFF2-40B4-BE49-F238E27FC236}">
                <a16:creationId xmlns:a16="http://schemas.microsoft.com/office/drawing/2014/main" id="{6AD70C5E-C60E-6351-E0AD-35AC67F867CE}"/>
              </a:ext>
              <a:ext uri="{C183D7F6-B498-43B3-948B-1728B52AA6E4}">
                <adec:decorative xmlns:adec="http://schemas.microsoft.com/office/drawing/2017/decorative" val="0"/>
              </a:ext>
            </a:extLst>
          </p:cNvPr>
          <p:cNvSpPr>
            <a:spLocks noGrp="1"/>
          </p:cNvSpPr>
          <p:nvPr userDrawn="1">
            <p:ph type="body" sz="quarter" idx="40" hasCustomPrompt="1"/>
          </p:nvPr>
        </p:nvSpPr>
        <p:spPr>
          <a:xfrm>
            <a:off x="6103394"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9 or delete</a:t>
            </a:r>
          </a:p>
        </p:txBody>
      </p:sp>
      <p:sp>
        <p:nvSpPr>
          <p:cNvPr id="29" name="Agenda item 10 description">
            <a:extLst>
              <a:ext uri="{FF2B5EF4-FFF2-40B4-BE49-F238E27FC236}">
                <a16:creationId xmlns:a16="http://schemas.microsoft.com/office/drawing/2014/main" id="{73E0F363-7FBA-B1FD-FB13-1A6C322A02CF}"/>
              </a:ext>
              <a:ext uri="{C183D7F6-B498-43B3-948B-1728B52AA6E4}">
                <adec:decorative xmlns:adec="http://schemas.microsoft.com/office/drawing/2017/decorative" val="0"/>
              </a:ext>
            </a:extLst>
          </p:cNvPr>
          <p:cNvSpPr>
            <a:spLocks noGrp="1"/>
          </p:cNvSpPr>
          <p:nvPr userDrawn="1">
            <p:ph type="body" sz="quarter" idx="41" hasCustomPrompt="1"/>
          </p:nvPr>
        </p:nvSpPr>
        <p:spPr>
          <a:xfrm>
            <a:off x="6103394"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10 or delete</a:t>
            </a:r>
          </a:p>
        </p:txBody>
      </p:sp>
      <p:sp>
        <p:nvSpPr>
          <p:cNvPr id="30" name="Agenda item 11 description">
            <a:extLst>
              <a:ext uri="{FF2B5EF4-FFF2-40B4-BE49-F238E27FC236}">
                <a16:creationId xmlns:a16="http://schemas.microsoft.com/office/drawing/2014/main" id="{D58ED04A-7400-00EC-8982-A1E1CFEFA686}"/>
              </a:ext>
              <a:ext uri="{C183D7F6-B498-43B3-948B-1728B52AA6E4}">
                <adec:decorative xmlns:adec="http://schemas.microsoft.com/office/drawing/2017/decorative" val="0"/>
              </a:ext>
            </a:extLst>
          </p:cNvPr>
          <p:cNvSpPr>
            <a:spLocks noGrp="1"/>
          </p:cNvSpPr>
          <p:nvPr userDrawn="1">
            <p:ph type="body" sz="quarter" idx="42" hasCustomPrompt="1"/>
          </p:nvPr>
        </p:nvSpPr>
        <p:spPr>
          <a:xfrm>
            <a:off x="6103394"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11 or delete</a:t>
            </a:r>
          </a:p>
        </p:txBody>
      </p:sp>
      <p:sp>
        <p:nvSpPr>
          <p:cNvPr id="31" name="Agenda item 12 description">
            <a:extLst>
              <a:ext uri="{FF2B5EF4-FFF2-40B4-BE49-F238E27FC236}">
                <a16:creationId xmlns:a16="http://schemas.microsoft.com/office/drawing/2014/main" id="{91054C35-1504-9990-BDEF-C88B0598C605}"/>
              </a:ext>
              <a:ext uri="{C183D7F6-B498-43B3-948B-1728B52AA6E4}">
                <adec:decorative xmlns:adec="http://schemas.microsoft.com/office/drawing/2017/decorative" val="0"/>
              </a:ext>
            </a:extLst>
          </p:cNvPr>
          <p:cNvSpPr>
            <a:spLocks noGrp="1"/>
          </p:cNvSpPr>
          <p:nvPr userDrawn="1">
            <p:ph type="body" sz="quarter" idx="43" hasCustomPrompt="1"/>
          </p:nvPr>
        </p:nvSpPr>
        <p:spPr>
          <a:xfrm>
            <a:off x="6103394"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dirty="0"/>
              <a:t>Click to add agenda item 12 or delete</a:t>
            </a:r>
          </a:p>
        </p:txBody>
      </p:sp>
      <p:sp>
        <p:nvSpPr>
          <p:cNvPr id="4" name="Footer Placeholder 3">
            <a:extLst>
              <a:ext uri="{FF2B5EF4-FFF2-40B4-BE49-F238E27FC236}">
                <a16:creationId xmlns:a16="http://schemas.microsoft.com/office/drawing/2014/main" id="{EA00DBC9-3586-A9CB-3BAD-7A1413F7A744}"/>
              </a:ext>
              <a:ext uri="{C183D7F6-B498-43B3-948B-1728B52AA6E4}">
                <adec:decorative xmlns:adec="http://schemas.microsoft.com/office/drawing/2017/decorative" val="1"/>
              </a:ext>
            </a:extLst>
          </p:cNvPr>
          <p:cNvSpPr>
            <a:spLocks noGrp="1"/>
          </p:cNvSpPr>
          <p:nvPr>
            <p:ph type="ftr" sz="quarter" idx="51"/>
          </p:nvPr>
        </p:nvSpPr>
        <p:spPr>
          <a:xfrm>
            <a:off x="4038600" y="6967728"/>
            <a:ext cx="4114800" cy="137160"/>
          </a:xfrm>
        </p:spPr>
        <p:txBody>
          <a:bodyPr/>
          <a:lstStyle/>
          <a:p>
            <a:endParaRPr lang="en-US" noProof="0" dirty="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userDrawn="1">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442298341"/>
      </p:ext>
    </p:extLst>
  </p:cSld>
  <p:clrMapOvr>
    <a:masterClrMapping/>
  </p:clrMapOvr>
  <p:transition/>
  <p:extLst>
    <p:ext uri="{DCECCB84-F9BA-43D5-87BE-67443E8EF086}">
      <p15:sldGuideLst xmlns:p15="http://schemas.microsoft.com/office/powerpoint/2012/main">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 Layout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DCF1F9B-DAF3-A533-33E8-B570CC80CEB9}"/>
              </a:ext>
            </a:extLst>
          </p:cNvPr>
          <p:cNvSpPr>
            <a:spLocks noGrp="1"/>
          </p:cNvSpPr>
          <p:nvPr>
            <p:ph type="title" hasCustomPrompt="1"/>
          </p:nvPr>
        </p:nvSpPr>
        <p:spPr/>
        <p:txBody>
          <a:bodyPr/>
          <a:lstStyle/>
          <a:p>
            <a:r>
              <a:rPr lang="en-US" dirty="0"/>
              <a:t>Agenda slide layout 3 - click to add title</a:t>
            </a:r>
          </a:p>
        </p:txBody>
      </p:sp>
      <p:sp>
        <p:nvSpPr>
          <p:cNvPr id="5" name="Agenda item 1 description">
            <a:extLst>
              <a:ext uri="{FF2B5EF4-FFF2-40B4-BE49-F238E27FC236}">
                <a16:creationId xmlns:a16="http://schemas.microsoft.com/office/drawing/2014/main" id="{410433DD-6F83-F577-A641-A48EC3FC032A}"/>
              </a:ext>
              <a:ext uri="{C183D7F6-B498-43B3-948B-1728B52AA6E4}">
                <adec:decorative xmlns:adec="http://schemas.microsoft.com/office/drawing/2017/decorative" val="0"/>
              </a:ext>
            </a:extLst>
          </p:cNvPr>
          <p:cNvSpPr>
            <a:spLocks noGrp="1"/>
          </p:cNvSpPr>
          <p:nvPr>
            <p:ph type="body" sz="quarter" idx="16" hasCustomPrompt="1"/>
          </p:nvPr>
        </p:nvSpPr>
        <p:spPr>
          <a:xfrm>
            <a:off x="76809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dirty="0"/>
              <a:t>Click to add agenda item 1</a:t>
            </a:r>
          </a:p>
        </p:txBody>
      </p:sp>
      <p:sp>
        <p:nvSpPr>
          <p:cNvPr id="3" name="Agenda item 1">
            <a:extLst>
              <a:ext uri="{FF2B5EF4-FFF2-40B4-BE49-F238E27FC236}">
                <a16:creationId xmlns:a16="http://schemas.microsoft.com/office/drawing/2014/main" id="{EEE8292D-DDC8-29D0-F22E-7DA0659D55D9}"/>
              </a:ext>
              <a:ext uri="{C183D7F6-B498-43B3-948B-1728B52AA6E4}">
                <adec:decorative xmlns:adec="http://schemas.microsoft.com/office/drawing/2017/decorative" val="1"/>
              </a:ext>
            </a:extLst>
          </p:cNvPr>
          <p:cNvSpPr>
            <a:spLocks noGrp="1"/>
          </p:cNvSpPr>
          <p:nvPr>
            <p:ph type="body" sz="quarter" idx="17" hasCustomPrompt="1"/>
          </p:nvPr>
        </p:nvSpPr>
        <p:spPr>
          <a:xfrm>
            <a:off x="1548512" y="1517904"/>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dirty="0"/>
          </a:p>
        </p:txBody>
      </p:sp>
      <p:sp>
        <p:nvSpPr>
          <p:cNvPr id="32" name="Agenda item 2 description">
            <a:extLst>
              <a:ext uri="{FF2B5EF4-FFF2-40B4-BE49-F238E27FC236}">
                <a16:creationId xmlns:a16="http://schemas.microsoft.com/office/drawing/2014/main" id="{B179BF33-B1BE-6230-6D6A-DC6E89E6F636}"/>
              </a:ext>
            </a:extLst>
          </p:cNvPr>
          <p:cNvSpPr>
            <a:spLocks noGrp="1"/>
          </p:cNvSpPr>
          <p:nvPr>
            <p:ph type="body" sz="quarter" idx="12" hasCustomPrompt="1"/>
          </p:nvPr>
        </p:nvSpPr>
        <p:spPr>
          <a:xfrm>
            <a:off x="355701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dirty="0"/>
              <a:t>Click to add agenda item 2</a:t>
            </a:r>
          </a:p>
        </p:txBody>
      </p:sp>
      <p:sp>
        <p:nvSpPr>
          <p:cNvPr id="13" name="Agenda item 2">
            <a:extLst>
              <a:ext uri="{FF2B5EF4-FFF2-40B4-BE49-F238E27FC236}">
                <a16:creationId xmlns:a16="http://schemas.microsoft.com/office/drawing/2014/main" id="{A945F926-1515-CC75-1672-68C0DC40D0A6}"/>
              </a:ext>
              <a:ext uri="{C183D7F6-B498-43B3-948B-1728B52AA6E4}">
                <adec:decorative xmlns:adec="http://schemas.microsoft.com/office/drawing/2017/decorative" val="1"/>
              </a:ext>
            </a:extLst>
          </p:cNvPr>
          <p:cNvSpPr>
            <a:spLocks noGrp="1"/>
          </p:cNvSpPr>
          <p:nvPr>
            <p:ph type="body" sz="quarter" idx="19" hasCustomPrompt="1"/>
          </p:nvPr>
        </p:nvSpPr>
        <p:spPr>
          <a:xfrm>
            <a:off x="4347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dirty="0"/>
          </a:p>
        </p:txBody>
      </p:sp>
      <p:sp>
        <p:nvSpPr>
          <p:cNvPr id="34" name="Agenda item 3 description">
            <a:extLst>
              <a:ext uri="{FF2B5EF4-FFF2-40B4-BE49-F238E27FC236}">
                <a16:creationId xmlns:a16="http://schemas.microsoft.com/office/drawing/2014/main" id="{38110207-8C1A-7C2A-F187-7B96C523CDB2}"/>
              </a:ext>
            </a:extLst>
          </p:cNvPr>
          <p:cNvSpPr>
            <a:spLocks noGrp="1"/>
          </p:cNvSpPr>
          <p:nvPr>
            <p:ph type="body" sz="quarter" idx="13" hasCustomPrompt="1"/>
          </p:nvPr>
        </p:nvSpPr>
        <p:spPr>
          <a:xfrm>
            <a:off x="6355080"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dirty="0"/>
              <a:t>Click to add agenda item 3</a:t>
            </a:r>
          </a:p>
        </p:txBody>
      </p:sp>
      <p:sp>
        <p:nvSpPr>
          <p:cNvPr id="33" name="Agenda item 3">
            <a:extLst>
              <a:ext uri="{FF2B5EF4-FFF2-40B4-BE49-F238E27FC236}">
                <a16:creationId xmlns:a16="http://schemas.microsoft.com/office/drawing/2014/main" id="{28E0D5AF-2A48-3135-18FA-75FF0C81A0C2}"/>
              </a:ext>
              <a:ext uri="{C183D7F6-B498-43B3-948B-1728B52AA6E4}">
                <adec:decorative xmlns:adec="http://schemas.microsoft.com/office/drawing/2017/decorative" val="1"/>
              </a:ext>
            </a:extLst>
          </p:cNvPr>
          <p:cNvSpPr>
            <a:spLocks noGrp="1"/>
          </p:cNvSpPr>
          <p:nvPr>
            <p:ph type="body" sz="quarter" idx="20" hasCustomPrompt="1"/>
          </p:nvPr>
        </p:nvSpPr>
        <p:spPr>
          <a:xfrm>
            <a:off x="7141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dirty="0"/>
          </a:p>
        </p:txBody>
      </p:sp>
      <p:sp>
        <p:nvSpPr>
          <p:cNvPr id="36" name="Agenda item 4 description">
            <a:extLst>
              <a:ext uri="{FF2B5EF4-FFF2-40B4-BE49-F238E27FC236}">
                <a16:creationId xmlns:a16="http://schemas.microsoft.com/office/drawing/2014/main" id="{1EF49AA8-99F9-DFFE-2924-2F2203B07183}"/>
              </a:ext>
            </a:extLst>
          </p:cNvPr>
          <p:cNvSpPr>
            <a:spLocks noGrp="1"/>
          </p:cNvSpPr>
          <p:nvPr>
            <p:ph type="body" sz="quarter" idx="18" hasCustomPrompt="1"/>
          </p:nvPr>
        </p:nvSpPr>
        <p:spPr>
          <a:xfrm>
            <a:off x="9156855"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dirty="0"/>
              <a:t>Click to add agenda item 4</a:t>
            </a:r>
          </a:p>
        </p:txBody>
      </p:sp>
      <p:sp>
        <p:nvSpPr>
          <p:cNvPr id="35" name="Agenda item 4">
            <a:extLst>
              <a:ext uri="{FF2B5EF4-FFF2-40B4-BE49-F238E27FC236}">
                <a16:creationId xmlns:a16="http://schemas.microsoft.com/office/drawing/2014/main" id="{28922037-033C-4B02-F191-D7A10C3B2895}"/>
              </a:ext>
              <a:ext uri="{C183D7F6-B498-43B3-948B-1728B52AA6E4}">
                <adec:decorative xmlns:adec="http://schemas.microsoft.com/office/drawing/2017/decorative" val="1"/>
              </a:ext>
            </a:extLst>
          </p:cNvPr>
          <p:cNvSpPr>
            <a:spLocks noGrp="1"/>
          </p:cNvSpPr>
          <p:nvPr>
            <p:ph type="body" sz="quarter" idx="21" hasCustomPrompt="1"/>
          </p:nvPr>
        </p:nvSpPr>
        <p:spPr>
          <a:xfrm>
            <a:off x="9935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dirty="0"/>
          </a:p>
        </p:txBody>
      </p:sp>
      <p:sp>
        <p:nvSpPr>
          <p:cNvPr id="21" name="Agenda item 5 description">
            <a:extLst>
              <a:ext uri="{FF2B5EF4-FFF2-40B4-BE49-F238E27FC236}">
                <a16:creationId xmlns:a16="http://schemas.microsoft.com/office/drawing/2014/main" id="{A8C9C41D-497C-D5B1-CD0D-329AC0D572F5}"/>
              </a:ext>
            </a:extLst>
          </p:cNvPr>
          <p:cNvSpPr>
            <a:spLocks noGrp="1"/>
          </p:cNvSpPr>
          <p:nvPr>
            <p:ph type="body" sz="quarter" idx="23" hasCustomPrompt="1"/>
          </p:nvPr>
        </p:nvSpPr>
        <p:spPr>
          <a:xfrm>
            <a:off x="76809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dirty="0"/>
              <a:t>Click to add agenda item 5</a:t>
            </a:r>
          </a:p>
        </p:txBody>
      </p:sp>
      <p:sp>
        <p:nvSpPr>
          <p:cNvPr id="20" name="Agenda item 5">
            <a:extLst>
              <a:ext uri="{FF2B5EF4-FFF2-40B4-BE49-F238E27FC236}">
                <a16:creationId xmlns:a16="http://schemas.microsoft.com/office/drawing/2014/main" id="{35FB7347-5B46-967F-82DA-894677567539}"/>
              </a:ext>
              <a:ext uri="{C183D7F6-B498-43B3-948B-1728B52AA6E4}">
                <adec:decorative xmlns:adec="http://schemas.microsoft.com/office/drawing/2017/decorative" val="1"/>
              </a:ext>
            </a:extLst>
          </p:cNvPr>
          <p:cNvSpPr>
            <a:spLocks noGrp="1"/>
          </p:cNvSpPr>
          <p:nvPr>
            <p:ph type="body" sz="quarter" idx="22" hasCustomPrompt="1"/>
          </p:nvPr>
        </p:nvSpPr>
        <p:spPr>
          <a:xfrm>
            <a:off x="1551044" y="3867926"/>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dirty="0"/>
          </a:p>
        </p:txBody>
      </p:sp>
      <p:sp>
        <p:nvSpPr>
          <p:cNvPr id="23" name="Agenda item 6 description">
            <a:extLst>
              <a:ext uri="{FF2B5EF4-FFF2-40B4-BE49-F238E27FC236}">
                <a16:creationId xmlns:a16="http://schemas.microsoft.com/office/drawing/2014/main" id="{87180DAA-A9DF-402A-F2C3-5D908A97D73B}"/>
              </a:ext>
            </a:extLst>
          </p:cNvPr>
          <p:cNvSpPr>
            <a:spLocks noGrp="1"/>
          </p:cNvSpPr>
          <p:nvPr>
            <p:ph type="body" sz="quarter" idx="25" hasCustomPrompt="1"/>
          </p:nvPr>
        </p:nvSpPr>
        <p:spPr>
          <a:xfrm>
            <a:off x="355701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dirty="0"/>
              <a:t>Click to add agenda item 6</a:t>
            </a:r>
          </a:p>
        </p:txBody>
      </p:sp>
      <p:sp>
        <p:nvSpPr>
          <p:cNvPr id="22" name="Agenda item 6">
            <a:extLst>
              <a:ext uri="{FF2B5EF4-FFF2-40B4-BE49-F238E27FC236}">
                <a16:creationId xmlns:a16="http://schemas.microsoft.com/office/drawing/2014/main" id="{5BF2E6A8-CA19-512A-5A70-FD6FEAEF2E55}"/>
              </a:ext>
              <a:ext uri="{C183D7F6-B498-43B3-948B-1728B52AA6E4}">
                <adec:decorative xmlns:adec="http://schemas.microsoft.com/office/drawing/2017/decorative" val="1"/>
              </a:ext>
            </a:extLst>
          </p:cNvPr>
          <p:cNvSpPr>
            <a:spLocks noGrp="1"/>
          </p:cNvSpPr>
          <p:nvPr>
            <p:ph type="body" sz="quarter" idx="24" hasCustomPrompt="1"/>
          </p:nvPr>
        </p:nvSpPr>
        <p:spPr>
          <a:xfrm>
            <a:off x="4347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dirty="0"/>
          </a:p>
        </p:txBody>
      </p:sp>
      <p:sp>
        <p:nvSpPr>
          <p:cNvPr id="25" name="Agenda item 7 description">
            <a:extLst>
              <a:ext uri="{FF2B5EF4-FFF2-40B4-BE49-F238E27FC236}">
                <a16:creationId xmlns:a16="http://schemas.microsoft.com/office/drawing/2014/main" id="{61C0DECA-A650-D1E0-0A82-9AC736DC85E6}"/>
              </a:ext>
            </a:extLst>
          </p:cNvPr>
          <p:cNvSpPr>
            <a:spLocks noGrp="1"/>
          </p:cNvSpPr>
          <p:nvPr>
            <p:ph type="body" sz="quarter" idx="27" hasCustomPrompt="1"/>
          </p:nvPr>
        </p:nvSpPr>
        <p:spPr>
          <a:xfrm>
            <a:off x="6355080"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dirty="0"/>
              <a:t>Click to add agenda item 7</a:t>
            </a:r>
          </a:p>
        </p:txBody>
      </p:sp>
      <p:sp>
        <p:nvSpPr>
          <p:cNvPr id="24" name="Agenda item 7">
            <a:extLst>
              <a:ext uri="{FF2B5EF4-FFF2-40B4-BE49-F238E27FC236}">
                <a16:creationId xmlns:a16="http://schemas.microsoft.com/office/drawing/2014/main" id="{AF27472A-2634-7758-05C2-3D692E51697F}"/>
              </a:ext>
              <a:ext uri="{C183D7F6-B498-43B3-948B-1728B52AA6E4}">
                <adec:decorative xmlns:adec="http://schemas.microsoft.com/office/drawing/2017/decorative" val="1"/>
              </a:ext>
            </a:extLst>
          </p:cNvPr>
          <p:cNvSpPr>
            <a:spLocks noGrp="1"/>
          </p:cNvSpPr>
          <p:nvPr>
            <p:ph type="body" sz="quarter" idx="26" hasCustomPrompt="1"/>
          </p:nvPr>
        </p:nvSpPr>
        <p:spPr>
          <a:xfrm>
            <a:off x="7141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dirty="0"/>
          </a:p>
        </p:txBody>
      </p:sp>
      <p:sp>
        <p:nvSpPr>
          <p:cNvPr id="27" name="Agenda item 8 description">
            <a:extLst>
              <a:ext uri="{FF2B5EF4-FFF2-40B4-BE49-F238E27FC236}">
                <a16:creationId xmlns:a16="http://schemas.microsoft.com/office/drawing/2014/main" id="{76B22D04-2920-375F-8918-58AEE5B7A13E}"/>
              </a:ext>
            </a:extLst>
          </p:cNvPr>
          <p:cNvSpPr>
            <a:spLocks noGrp="1"/>
          </p:cNvSpPr>
          <p:nvPr>
            <p:ph type="body" sz="quarter" idx="29" hasCustomPrompt="1"/>
          </p:nvPr>
        </p:nvSpPr>
        <p:spPr>
          <a:xfrm>
            <a:off x="9156855"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dirty="0"/>
              <a:t>Click to add agenda item 8</a:t>
            </a:r>
          </a:p>
        </p:txBody>
      </p:sp>
      <p:sp>
        <p:nvSpPr>
          <p:cNvPr id="26" name="Agenda item 8">
            <a:extLst>
              <a:ext uri="{FF2B5EF4-FFF2-40B4-BE49-F238E27FC236}">
                <a16:creationId xmlns:a16="http://schemas.microsoft.com/office/drawing/2014/main" id="{3F6A61E3-6AAD-BF3C-2F14-CD4C8A577F58}"/>
              </a:ext>
              <a:ext uri="{C183D7F6-B498-43B3-948B-1728B52AA6E4}">
                <adec:decorative xmlns:adec="http://schemas.microsoft.com/office/drawing/2017/decorative" val="1"/>
              </a:ext>
            </a:extLst>
          </p:cNvPr>
          <p:cNvSpPr>
            <a:spLocks noGrp="1"/>
          </p:cNvSpPr>
          <p:nvPr>
            <p:ph type="body" sz="quarter" idx="28" hasCustomPrompt="1"/>
          </p:nvPr>
        </p:nvSpPr>
        <p:spPr>
          <a:xfrm>
            <a:off x="9935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dirty="0"/>
          </a:p>
        </p:txBody>
      </p:sp>
      <p:sp>
        <p:nvSpPr>
          <p:cNvPr id="4" name="Footer Placeholder 3">
            <a:extLst>
              <a:ext uri="{FF2B5EF4-FFF2-40B4-BE49-F238E27FC236}">
                <a16:creationId xmlns:a16="http://schemas.microsoft.com/office/drawing/2014/main" id="{DB884332-1497-54F4-11D6-D18B07C13226}"/>
              </a:ext>
              <a:ext uri="{C183D7F6-B498-43B3-948B-1728B52AA6E4}">
                <adec:decorative xmlns:adec="http://schemas.microsoft.com/office/drawing/2017/decorative" val="1"/>
              </a:ext>
            </a:extLst>
          </p:cNvPr>
          <p:cNvSpPr>
            <a:spLocks noGrp="1"/>
          </p:cNvSpPr>
          <p:nvPr>
            <p:ph type="ftr" sz="quarter" idx="31"/>
          </p:nvPr>
        </p:nvSpPr>
        <p:spPr>
          <a:xfrm>
            <a:off x="4038600" y="6967728"/>
            <a:ext cx="4114800" cy="137160"/>
          </a:xfrm>
        </p:spPr>
        <p:txBody>
          <a:bodyPr/>
          <a:lstStyle/>
          <a:p>
            <a:endParaRPr lang="en-US" noProof="0" dirty="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539607705"/>
      </p:ext>
    </p:extLst>
  </p:cSld>
  <p:clrMapOvr>
    <a:masterClrMapping/>
  </p:clrMapOvr>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 Layout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3093FB-9E7B-DF03-7775-667BC9D9983F}"/>
              </a:ext>
            </a:extLst>
          </p:cNvPr>
          <p:cNvSpPr>
            <a:spLocks noGrp="1"/>
          </p:cNvSpPr>
          <p:nvPr>
            <p:ph type="title" hasCustomPrompt="1"/>
          </p:nvPr>
        </p:nvSpPr>
        <p:spPr>
          <a:xfrm>
            <a:off x="766763" y="682514"/>
            <a:ext cx="6217920" cy="532765"/>
          </a:xfrm>
        </p:spPr>
        <p:txBody>
          <a:bodyPr/>
          <a:lstStyle/>
          <a:p>
            <a:r>
              <a:rPr lang="en-US" dirty="0"/>
              <a:t>Agenda slide layout 4 - click to add title</a:t>
            </a:r>
          </a:p>
        </p:txBody>
      </p:sp>
      <p:sp>
        <p:nvSpPr>
          <p:cNvPr id="13" name="Agenda item 1">
            <a:extLst>
              <a:ext uri="{FF2B5EF4-FFF2-40B4-BE49-F238E27FC236}">
                <a16:creationId xmlns:a16="http://schemas.microsoft.com/office/drawing/2014/main" id="{10FF187A-991B-2296-9D37-DAEEC42AF38E}"/>
              </a:ext>
              <a:ext uri="{C183D7F6-B498-43B3-948B-1728B52AA6E4}">
                <adec:decorative xmlns:adec="http://schemas.microsoft.com/office/drawing/2017/decorative" val="1"/>
              </a:ext>
            </a:extLst>
          </p:cNvPr>
          <p:cNvSpPr>
            <a:spLocks noGrp="1"/>
          </p:cNvSpPr>
          <p:nvPr>
            <p:ph type="body" sz="quarter" idx="18" hasCustomPrompt="1"/>
          </p:nvPr>
        </p:nvSpPr>
        <p:spPr>
          <a:xfrm>
            <a:off x="768096" y="1656522"/>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dirty="0"/>
              <a:t>X</a:t>
            </a:r>
          </a:p>
        </p:txBody>
      </p:sp>
      <p:sp>
        <p:nvSpPr>
          <p:cNvPr id="12" name="Agenda item 1 description">
            <a:extLst>
              <a:ext uri="{FF2B5EF4-FFF2-40B4-BE49-F238E27FC236}">
                <a16:creationId xmlns:a16="http://schemas.microsoft.com/office/drawing/2014/main" id="{98A48C77-D94E-F45A-365C-EB5799D2546D}"/>
              </a:ext>
              <a:ext uri="{C183D7F6-B498-43B3-948B-1728B52AA6E4}">
                <adec:decorative xmlns:adec="http://schemas.microsoft.com/office/drawing/2017/decorative" val="0"/>
              </a:ext>
            </a:extLst>
          </p:cNvPr>
          <p:cNvSpPr>
            <a:spLocks noGrp="1"/>
          </p:cNvSpPr>
          <p:nvPr>
            <p:ph type="body" sz="quarter" idx="16" hasCustomPrompt="1"/>
          </p:nvPr>
        </p:nvSpPr>
        <p:spPr>
          <a:xfrm>
            <a:off x="1533306" y="1656522"/>
            <a:ext cx="5328000"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dirty="0"/>
              <a:t>Click to add agenda item 1</a:t>
            </a:r>
          </a:p>
        </p:txBody>
      </p:sp>
      <p:sp>
        <p:nvSpPr>
          <p:cNvPr id="6" name="Agenda line 1 Placeholder">
            <a:extLst>
              <a:ext uri="{FF2B5EF4-FFF2-40B4-BE49-F238E27FC236}">
                <a16:creationId xmlns:a16="http://schemas.microsoft.com/office/drawing/2014/main" id="{257172E3-3355-D363-396B-8BF62229E6FD}"/>
              </a:ext>
              <a:ext uri="{C183D7F6-B498-43B3-948B-1728B52AA6E4}">
                <adec:decorative xmlns:adec="http://schemas.microsoft.com/office/drawing/2017/decorative" val="1"/>
              </a:ext>
            </a:extLst>
          </p:cNvPr>
          <p:cNvSpPr>
            <a:spLocks noGrp="1"/>
          </p:cNvSpPr>
          <p:nvPr>
            <p:ph sz="quarter" idx="38" hasCustomPrompt="1"/>
          </p:nvPr>
        </p:nvSpPr>
        <p:spPr>
          <a:xfrm>
            <a:off x="1531937" y="2212848"/>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dirty="0"/>
              <a:t>.</a:t>
            </a:r>
          </a:p>
        </p:txBody>
      </p:sp>
      <p:sp>
        <p:nvSpPr>
          <p:cNvPr id="15" name="Agenda item 2">
            <a:extLst>
              <a:ext uri="{FF2B5EF4-FFF2-40B4-BE49-F238E27FC236}">
                <a16:creationId xmlns:a16="http://schemas.microsoft.com/office/drawing/2014/main" id="{2D77AD32-FE01-AAA7-1AA3-59E2CD04FE9A}"/>
              </a:ext>
              <a:ext uri="{C183D7F6-B498-43B3-948B-1728B52AA6E4}">
                <adec:decorative xmlns:adec="http://schemas.microsoft.com/office/drawing/2017/decorative" val="1"/>
              </a:ext>
            </a:extLst>
          </p:cNvPr>
          <p:cNvSpPr>
            <a:spLocks noGrp="1"/>
          </p:cNvSpPr>
          <p:nvPr>
            <p:ph type="body" sz="quarter" idx="19" hasCustomPrompt="1"/>
          </p:nvPr>
        </p:nvSpPr>
        <p:spPr>
          <a:xfrm>
            <a:off x="768096" y="2430225"/>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dirty="0"/>
              <a:t>X</a:t>
            </a:r>
          </a:p>
        </p:txBody>
      </p:sp>
      <p:sp>
        <p:nvSpPr>
          <p:cNvPr id="33" name="Agenda item 2 description">
            <a:extLst>
              <a:ext uri="{FF2B5EF4-FFF2-40B4-BE49-F238E27FC236}">
                <a16:creationId xmlns:a16="http://schemas.microsoft.com/office/drawing/2014/main" id="{8AB164F9-C2DE-460C-03EB-191C8F2D034C}"/>
              </a:ext>
              <a:ext uri="{C183D7F6-B498-43B3-948B-1728B52AA6E4}">
                <adec:decorative xmlns:adec="http://schemas.microsoft.com/office/drawing/2017/decorative" val="0"/>
              </a:ext>
            </a:extLst>
          </p:cNvPr>
          <p:cNvSpPr>
            <a:spLocks noGrp="1"/>
          </p:cNvSpPr>
          <p:nvPr>
            <p:ph type="body" sz="quarter" idx="27" hasCustomPrompt="1"/>
          </p:nvPr>
        </p:nvSpPr>
        <p:spPr>
          <a:xfrm>
            <a:off x="1531220" y="2430225"/>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dirty="0"/>
              <a:t>Click to add agenda item 2</a:t>
            </a:r>
          </a:p>
        </p:txBody>
      </p:sp>
      <p:sp>
        <p:nvSpPr>
          <p:cNvPr id="7" name="Agenda line 2 Placeholder">
            <a:extLst>
              <a:ext uri="{FF2B5EF4-FFF2-40B4-BE49-F238E27FC236}">
                <a16:creationId xmlns:a16="http://schemas.microsoft.com/office/drawing/2014/main" id="{1D6E6D62-436F-5CA4-D0E5-064A2FA06AD4}"/>
              </a:ext>
              <a:ext uri="{C183D7F6-B498-43B3-948B-1728B52AA6E4}">
                <adec:decorative xmlns:adec="http://schemas.microsoft.com/office/drawing/2017/decorative" val="1"/>
              </a:ext>
            </a:extLst>
          </p:cNvPr>
          <p:cNvSpPr>
            <a:spLocks noGrp="1"/>
          </p:cNvSpPr>
          <p:nvPr>
            <p:ph sz="quarter" idx="39" hasCustomPrompt="1"/>
          </p:nvPr>
        </p:nvSpPr>
        <p:spPr>
          <a:xfrm>
            <a:off x="1536192" y="299008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dirty="0"/>
              <a:t>.</a:t>
            </a:r>
          </a:p>
        </p:txBody>
      </p:sp>
      <p:sp>
        <p:nvSpPr>
          <p:cNvPr id="17" name="Agenda item 3">
            <a:extLst>
              <a:ext uri="{FF2B5EF4-FFF2-40B4-BE49-F238E27FC236}">
                <a16:creationId xmlns:a16="http://schemas.microsoft.com/office/drawing/2014/main" id="{D2842598-505D-2249-A666-03620A6069BE}"/>
              </a:ext>
              <a:ext uri="{C183D7F6-B498-43B3-948B-1728B52AA6E4}">
                <adec:decorative xmlns:adec="http://schemas.microsoft.com/office/drawing/2017/decorative" val="1"/>
              </a:ext>
            </a:extLst>
          </p:cNvPr>
          <p:cNvSpPr>
            <a:spLocks noGrp="1"/>
          </p:cNvSpPr>
          <p:nvPr>
            <p:ph type="body" sz="quarter" idx="20" hasCustomPrompt="1"/>
          </p:nvPr>
        </p:nvSpPr>
        <p:spPr>
          <a:xfrm>
            <a:off x="768096" y="3203928"/>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dirty="0"/>
              <a:t>X</a:t>
            </a:r>
          </a:p>
        </p:txBody>
      </p:sp>
      <p:sp>
        <p:nvSpPr>
          <p:cNvPr id="34" name="Agenda item 3 description">
            <a:extLst>
              <a:ext uri="{FF2B5EF4-FFF2-40B4-BE49-F238E27FC236}">
                <a16:creationId xmlns:a16="http://schemas.microsoft.com/office/drawing/2014/main" id="{0B284BE8-B9B1-CE6C-820E-BE74D3DFF39E}"/>
              </a:ext>
              <a:ext uri="{C183D7F6-B498-43B3-948B-1728B52AA6E4}">
                <adec:decorative xmlns:adec="http://schemas.microsoft.com/office/drawing/2017/decorative" val="0"/>
              </a:ext>
            </a:extLst>
          </p:cNvPr>
          <p:cNvSpPr>
            <a:spLocks noGrp="1"/>
          </p:cNvSpPr>
          <p:nvPr>
            <p:ph type="body" sz="quarter" idx="28" hasCustomPrompt="1"/>
          </p:nvPr>
        </p:nvSpPr>
        <p:spPr>
          <a:xfrm>
            <a:off x="1531220" y="3203928"/>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dirty="0"/>
              <a:t>Click to add agenda item 3</a:t>
            </a:r>
          </a:p>
        </p:txBody>
      </p:sp>
      <p:sp>
        <p:nvSpPr>
          <p:cNvPr id="9" name="Agenda line 3 Placeholder">
            <a:extLst>
              <a:ext uri="{FF2B5EF4-FFF2-40B4-BE49-F238E27FC236}">
                <a16:creationId xmlns:a16="http://schemas.microsoft.com/office/drawing/2014/main" id="{64FEA698-3CEC-142B-2103-2537506FF81C}"/>
              </a:ext>
              <a:ext uri="{C183D7F6-B498-43B3-948B-1728B52AA6E4}">
                <adec:decorative xmlns:adec="http://schemas.microsoft.com/office/drawing/2017/decorative" val="1"/>
              </a:ext>
            </a:extLst>
          </p:cNvPr>
          <p:cNvSpPr>
            <a:spLocks noGrp="1"/>
          </p:cNvSpPr>
          <p:nvPr>
            <p:ph sz="quarter" idx="40" hasCustomPrompt="1"/>
          </p:nvPr>
        </p:nvSpPr>
        <p:spPr>
          <a:xfrm>
            <a:off x="1536192" y="376732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dirty="0"/>
              <a:t>.</a:t>
            </a:r>
          </a:p>
        </p:txBody>
      </p:sp>
      <p:sp>
        <p:nvSpPr>
          <p:cNvPr id="32" name="Agenda item 4">
            <a:extLst>
              <a:ext uri="{FF2B5EF4-FFF2-40B4-BE49-F238E27FC236}">
                <a16:creationId xmlns:a16="http://schemas.microsoft.com/office/drawing/2014/main" id="{90361265-A14F-E476-D9E5-D44560CA5164}"/>
              </a:ext>
              <a:ext uri="{C183D7F6-B498-43B3-948B-1728B52AA6E4}">
                <adec:decorative xmlns:adec="http://schemas.microsoft.com/office/drawing/2017/decorative" val="1"/>
              </a:ext>
            </a:extLst>
          </p:cNvPr>
          <p:cNvSpPr>
            <a:spLocks noGrp="1"/>
          </p:cNvSpPr>
          <p:nvPr>
            <p:ph type="body" sz="quarter" idx="26" hasCustomPrompt="1"/>
          </p:nvPr>
        </p:nvSpPr>
        <p:spPr>
          <a:xfrm>
            <a:off x="768096" y="3977631"/>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dirty="0"/>
              <a:t>X</a:t>
            </a:r>
          </a:p>
        </p:txBody>
      </p:sp>
      <p:sp>
        <p:nvSpPr>
          <p:cNvPr id="35" name="Agenda item 4 description">
            <a:extLst>
              <a:ext uri="{FF2B5EF4-FFF2-40B4-BE49-F238E27FC236}">
                <a16:creationId xmlns:a16="http://schemas.microsoft.com/office/drawing/2014/main" id="{8520F02C-48BD-F94F-1559-1FBBBB1E9B72}"/>
              </a:ext>
              <a:ext uri="{C183D7F6-B498-43B3-948B-1728B52AA6E4}">
                <adec:decorative xmlns:adec="http://schemas.microsoft.com/office/drawing/2017/decorative" val="0"/>
              </a:ext>
            </a:extLst>
          </p:cNvPr>
          <p:cNvSpPr>
            <a:spLocks noGrp="1"/>
          </p:cNvSpPr>
          <p:nvPr>
            <p:ph type="body" sz="quarter" idx="29" hasCustomPrompt="1"/>
          </p:nvPr>
        </p:nvSpPr>
        <p:spPr>
          <a:xfrm>
            <a:off x="1531220" y="3977631"/>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dirty="0"/>
              <a:t>Click to add agenda item 4 </a:t>
            </a:r>
          </a:p>
        </p:txBody>
      </p:sp>
      <p:sp>
        <p:nvSpPr>
          <p:cNvPr id="14" name="Agenda line 4 Placeholder">
            <a:extLst>
              <a:ext uri="{FF2B5EF4-FFF2-40B4-BE49-F238E27FC236}">
                <a16:creationId xmlns:a16="http://schemas.microsoft.com/office/drawing/2014/main" id="{294815D1-A6FC-7FA3-10FF-2B021C27896E}"/>
              </a:ext>
              <a:ext uri="{C183D7F6-B498-43B3-948B-1728B52AA6E4}">
                <adec:decorative xmlns:adec="http://schemas.microsoft.com/office/drawing/2017/decorative" val="1"/>
              </a:ext>
            </a:extLst>
          </p:cNvPr>
          <p:cNvSpPr>
            <a:spLocks noGrp="1"/>
          </p:cNvSpPr>
          <p:nvPr>
            <p:ph sz="quarter" idx="42" hasCustomPrompt="1"/>
          </p:nvPr>
        </p:nvSpPr>
        <p:spPr>
          <a:xfrm>
            <a:off x="1536192" y="453542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dirty="0"/>
              <a:t>.</a:t>
            </a:r>
          </a:p>
        </p:txBody>
      </p:sp>
      <p:sp>
        <p:nvSpPr>
          <p:cNvPr id="19" name="Agenda item 5">
            <a:extLst>
              <a:ext uri="{FF2B5EF4-FFF2-40B4-BE49-F238E27FC236}">
                <a16:creationId xmlns:a16="http://schemas.microsoft.com/office/drawing/2014/main" id="{9BC64A6F-E796-8052-BDC4-C41A84E890AC}"/>
              </a:ext>
              <a:ext uri="{C183D7F6-B498-43B3-948B-1728B52AA6E4}">
                <adec:decorative xmlns:adec="http://schemas.microsoft.com/office/drawing/2017/decorative" val="1"/>
              </a:ext>
            </a:extLst>
          </p:cNvPr>
          <p:cNvSpPr>
            <a:spLocks noGrp="1"/>
          </p:cNvSpPr>
          <p:nvPr>
            <p:ph type="body" sz="quarter" idx="22" hasCustomPrompt="1"/>
          </p:nvPr>
        </p:nvSpPr>
        <p:spPr>
          <a:xfrm>
            <a:off x="768096" y="4751334"/>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dirty="0"/>
              <a:t>X</a:t>
            </a:r>
          </a:p>
        </p:txBody>
      </p:sp>
      <p:sp>
        <p:nvSpPr>
          <p:cNvPr id="36" name="Agenda item 5 description">
            <a:extLst>
              <a:ext uri="{FF2B5EF4-FFF2-40B4-BE49-F238E27FC236}">
                <a16:creationId xmlns:a16="http://schemas.microsoft.com/office/drawing/2014/main" id="{2A36E3F2-5923-CCBC-97A9-3E586E1CF53B}"/>
              </a:ext>
              <a:ext uri="{C183D7F6-B498-43B3-948B-1728B52AA6E4}">
                <adec:decorative xmlns:adec="http://schemas.microsoft.com/office/drawing/2017/decorative" val="0"/>
              </a:ext>
            </a:extLst>
          </p:cNvPr>
          <p:cNvSpPr>
            <a:spLocks noGrp="1"/>
          </p:cNvSpPr>
          <p:nvPr>
            <p:ph type="body" sz="quarter" idx="30" hasCustomPrompt="1"/>
          </p:nvPr>
        </p:nvSpPr>
        <p:spPr>
          <a:xfrm>
            <a:off x="1531220" y="4751334"/>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dirty="0"/>
              <a:t>Click to add agenda item 5</a:t>
            </a:r>
          </a:p>
        </p:txBody>
      </p:sp>
      <p:sp>
        <p:nvSpPr>
          <p:cNvPr id="16" name="Agenda line 5 Placeholder">
            <a:extLst>
              <a:ext uri="{FF2B5EF4-FFF2-40B4-BE49-F238E27FC236}">
                <a16:creationId xmlns:a16="http://schemas.microsoft.com/office/drawing/2014/main" id="{5BC826FD-42D6-F330-42BD-1B51308F53DA}"/>
              </a:ext>
              <a:ext uri="{C183D7F6-B498-43B3-948B-1728B52AA6E4}">
                <adec:decorative xmlns:adec="http://schemas.microsoft.com/office/drawing/2017/decorative" val="1"/>
              </a:ext>
            </a:extLst>
          </p:cNvPr>
          <p:cNvSpPr>
            <a:spLocks noGrp="1"/>
          </p:cNvSpPr>
          <p:nvPr>
            <p:ph sz="quarter" idx="43" hasCustomPrompt="1"/>
          </p:nvPr>
        </p:nvSpPr>
        <p:spPr>
          <a:xfrm>
            <a:off x="1536192" y="531266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dirty="0"/>
              <a:t>.</a:t>
            </a:r>
          </a:p>
        </p:txBody>
      </p:sp>
      <p:sp>
        <p:nvSpPr>
          <p:cNvPr id="21" name="Agenda item 6">
            <a:extLst>
              <a:ext uri="{FF2B5EF4-FFF2-40B4-BE49-F238E27FC236}">
                <a16:creationId xmlns:a16="http://schemas.microsoft.com/office/drawing/2014/main" id="{1B9398C7-9BFD-530A-AAD5-5DB929ACE1DB}"/>
              </a:ext>
              <a:ext uri="{C183D7F6-B498-43B3-948B-1728B52AA6E4}">
                <adec:decorative xmlns:adec="http://schemas.microsoft.com/office/drawing/2017/decorative" val="1"/>
              </a:ext>
            </a:extLst>
          </p:cNvPr>
          <p:cNvSpPr>
            <a:spLocks noGrp="1"/>
          </p:cNvSpPr>
          <p:nvPr>
            <p:ph type="body" sz="quarter" idx="24" hasCustomPrompt="1"/>
          </p:nvPr>
        </p:nvSpPr>
        <p:spPr>
          <a:xfrm>
            <a:off x="768096" y="5525036"/>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dirty="0"/>
              <a:t>X</a:t>
            </a:r>
          </a:p>
        </p:txBody>
      </p:sp>
      <p:sp>
        <p:nvSpPr>
          <p:cNvPr id="37" name="Agenda item 6 description">
            <a:extLst>
              <a:ext uri="{FF2B5EF4-FFF2-40B4-BE49-F238E27FC236}">
                <a16:creationId xmlns:a16="http://schemas.microsoft.com/office/drawing/2014/main" id="{7D7BE22F-DA85-C34B-5FFD-B711790E06D2}"/>
              </a:ext>
              <a:ext uri="{C183D7F6-B498-43B3-948B-1728B52AA6E4}">
                <adec:decorative xmlns:adec="http://schemas.microsoft.com/office/drawing/2017/decorative" val="0"/>
              </a:ext>
            </a:extLst>
          </p:cNvPr>
          <p:cNvSpPr>
            <a:spLocks noGrp="1"/>
          </p:cNvSpPr>
          <p:nvPr>
            <p:ph type="body" sz="quarter" idx="31" hasCustomPrompt="1"/>
          </p:nvPr>
        </p:nvSpPr>
        <p:spPr>
          <a:xfrm>
            <a:off x="1531220" y="5525036"/>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dirty="0"/>
              <a:t>Click to add agenda item 6</a:t>
            </a:r>
          </a:p>
        </p:txBody>
      </p:sp>
      <p:sp>
        <p:nvSpPr>
          <p:cNvPr id="11" name="Agenda line 6 Placeholder">
            <a:extLst>
              <a:ext uri="{FF2B5EF4-FFF2-40B4-BE49-F238E27FC236}">
                <a16:creationId xmlns:a16="http://schemas.microsoft.com/office/drawing/2014/main" id="{69551B19-5FB8-119B-B488-08BCF0E6B506}"/>
              </a:ext>
              <a:ext uri="{C183D7F6-B498-43B3-948B-1728B52AA6E4}">
                <adec:decorative xmlns:adec="http://schemas.microsoft.com/office/drawing/2017/decorative" val="1"/>
              </a:ext>
            </a:extLst>
          </p:cNvPr>
          <p:cNvSpPr>
            <a:spLocks noGrp="1"/>
          </p:cNvSpPr>
          <p:nvPr>
            <p:ph sz="quarter" idx="41" hasCustomPrompt="1"/>
          </p:nvPr>
        </p:nvSpPr>
        <p:spPr>
          <a:xfrm>
            <a:off x="1536192" y="6080759"/>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dirty="0"/>
              <a:t>.</a:t>
            </a:r>
          </a:p>
        </p:txBody>
      </p:sp>
      <p:sp>
        <p:nvSpPr>
          <p:cNvPr id="10" name="Picture Placeholder 20">
            <a:extLst>
              <a:ext uri="{FF2B5EF4-FFF2-40B4-BE49-F238E27FC236}">
                <a16:creationId xmlns:a16="http://schemas.microsoft.com/office/drawing/2014/main" id="{248D24D7-EC9C-F974-7D82-7F4B6F87926D}"/>
              </a:ext>
              <a:ext uri="{C183D7F6-B498-43B3-948B-1728B52AA6E4}">
                <adec:decorative xmlns:adec="http://schemas.microsoft.com/office/drawing/2017/decorative" val="1"/>
              </a:ext>
            </a:extLst>
          </p:cNvPr>
          <p:cNvSpPr>
            <a:spLocks noGrp="1"/>
          </p:cNvSpPr>
          <p:nvPr>
            <p:ph type="pic" sz="quarter" idx="14" hasCustomPrompt="1"/>
          </p:nvPr>
        </p:nvSpPr>
        <p:spPr>
          <a:xfrm>
            <a:off x="7620000" y="765176"/>
            <a:ext cx="3805238"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dirty="0"/>
              <a:t>Click icon to add image. Images are available to download from the Brand Source image librarybrand.cgi.com</a:t>
            </a:r>
          </a:p>
        </p:txBody>
      </p:sp>
      <p:sp>
        <p:nvSpPr>
          <p:cNvPr id="2" name="Footer Placeholder 1">
            <a:extLst>
              <a:ext uri="{FF2B5EF4-FFF2-40B4-BE49-F238E27FC236}">
                <a16:creationId xmlns:a16="http://schemas.microsoft.com/office/drawing/2014/main" id="{11E23B5B-86A5-9929-E075-CFDE6B46C894}"/>
              </a:ext>
              <a:ext uri="{C183D7F6-B498-43B3-948B-1728B52AA6E4}">
                <adec:decorative xmlns:adec="http://schemas.microsoft.com/office/drawing/2017/decorative" val="1"/>
              </a:ext>
            </a:extLst>
          </p:cNvPr>
          <p:cNvSpPr>
            <a:spLocks noGrp="1"/>
          </p:cNvSpPr>
          <p:nvPr>
            <p:ph type="ftr" sz="quarter" idx="45"/>
          </p:nvPr>
        </p:nvSpPr>
        <p:spPr/>
        <p:txBody>
          <a:bodyPr/>
          <a:lstStyle/>
          <a:p>
            <a:endParaRPr lang="en-US" noProof="0" dirty="0"/>
          </a:p>
        </p:txBody>
      </p:sp>
      <p:sp>
        <p:nvSpPr>
          <p:cNvPr id="4" name="Slide Number Placeholder 3">
            <a:extLst>
              <a:ext uri="{FF2B5EF4-FFF2-40B4-BE49-F238E27FC236}">
                <a16:creationId xmlns:a16="http://schemas.microsoft.com/office/drawing/2014/main" id="{8C7834B6-7F1E-DDCB-2FF1-903263236C2C}"/>
              </a:ext>
              <a:ext uri="{C183D7F6-B498-43B3-948B-1728B52AA6E4}">
                <adec:decorative xmlns:adec="http://schemas.microsoft.com/office/drawing/2017/decorative" val="1"/>
              </a:ext>
            </a:extLst>
          </p:cNvPr>
          <p:cNvSpPr>
            <a:spLocks noGrp="1"/>
          </p:cNvSpPr>
          <p:nvPr>
            <p:ph type="sldNum" sz="quarter" idx="11"/>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70448321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Layou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4A61-5FF4-45DD-DAC3-987C6FEDD01B}"/>
              </a:ext>
            </a:extLst>
          </p:cNvPr>
          <p:cNvSpPr>
            <a:spLocks noGrp="1"/>
          </p:cNvSpPr>
          <p:nvPr>
            <p:ph type="title" hasCustomPrompt="1"/>
          </p:nvPr>
        </p:nvSpPr>
        <p:spPr>
          <a:xfrm>
            <a:off x="4583114" y="682514"/>
            <a:ext cx="6842124" cy="532765"/>
          </a:xfrm>
        </p:spPr>
        <p:txBody>
          <a:bodyPr/>
          <a:lstStyle/>
          <a:p>
            <a:r>
              <a:rPr lang="en-US" dirty="0"/>
              <a:t>Agenda slide layout 5 - click to add title</a:t>
            </a:r>
          </a:p>
        </p:txBody>
      </p:sp>
      <p:sp>
        <p:nvSpPr>
          <p:cNvPr id="9" name="Content Placeholder 20">
            <a:extLst>
              <a:ext uri="{FF2B5EF4-FFF2-40B4-BE49-F238E27FC236}">
                <a16:creationId xmlns:a16="http://schemas.microsoft.com/office/drawing/2014/main" id="{F3FE636F-7D6F-A556-CB63-5058ECC92133}"/>
              </a:ext>
            </a:extLst>
          </p:cNvPr>
          <p:cNvSpPr>
            <a:spLocks noGrp="1"/>
          </p:cNvSpPr>
          <p:nvPr>
            <p:ph sz="quarter" idx="17" hasCustomPrompt="1"/>
          </p:nvPr>
        </p:nvSpPr>
        <p:spPr>
          <a:xfrm>
            <a:off x="4583114" y="1656522"/>
            <a:ext cx="6842124" cy="4436304"/>
          </a:xfrm>
          <a:prstGeom prst="rect">
            <a:avLst/>
          </a:prstGeom>
          <a:noFill/>
        </p:spPr>
        <p:txBody>
          <a:bodyPr lIns="0" tIns="0" rIns="0" bIns="0">
            <a:noAutofit/>
          </a:bodyPr>
          <a:lstStyle>
            <a:lvl1pPr marL="0" indent="0">
              <a:lnSpc>
                <a:spcPct val="150000"/>
              </a:lnSpc>
              <a:spcBef>
                <a:spcPts val="500"/>
              </a:spcBef>
              <a:buClr>
                <a:schemeClr val="tx1"/>
              </a:buClr>
              <a:buSzPct val="110000"/>
              <a:buFont typeface="Arial" pitchFamily="34" charset="0"/>
              <a:buNone/>
              <a:tabLst>
                <a:tab pos="2005013" algn="l"/>
              </a:tabLst>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indent="0" algn="l" rtl="0" eaLnBrk="1" fontAlgn="ctr" latinLnBrk="0" hangingPunct="1">
              <a:spcBef>
                <a:spcPts val="0"/>
              </a:spcBef>
              <a:spcAft>
                <a:spcPts val="0"/>
              </a:spcAft>
            </a:pP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1</a:t>
            </a:r>
            <a:endParaRPr lang="en-US" sz="2000" b="0" i="0" u="none" strike="noStrike" noProof="0" dirty="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2</a:t>
            </a:r>
            <a:endParaRPr lang="en-US" sz="2000" b="0" i="0" u="none" strike="noStrike" noProof="0" dirty="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3</a:t>
            </a:r>
            <a:endParaRPr lang="en-US" sz="2000" b="0" i="0" u="none" strike="noStrike" noProof="0" dirty="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4</a:t>
            </a:r>
            <a:endParaRPr lang="en-US" sz="2000" b="0" i="0" u="none" strike="noStrike" noProof="0" dirty="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5</a:t>
            </a:r>
            <a:endParaRPr lang="en-US" sz="2000" b="0" i="0" u="none" strike="noStrike" noProof="0" dirty="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6</a:t>
            </a:r>
            <a:endParaRPr lang="en-US" sz="2000" b="0" i="0" u="none" strike="noStrike" noProof="0" dirty="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7</a:t>
            </a:r>
            <a:endParaRPr lang="en-US" sz="2000" b="0" i="0" u="none" strike="noStrike" noProof="0" dirty="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dirty="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8</a:t>
            </a:r>
            <a:endParaRPr lang="en-US" sz="2000" b="0" i="0" u="none" strike="noStrike" noProof="0" dirty="0">
              <a:effectLst/>
              <a:latin typeface="Arial" panose="020B0604020202020204" pitchFamily="34" charset="0"/>
            </a:endParaRPr>
          </a:p>
        </p:txBody>
      </p:sp>
      <p:sp>
        <p:nvSpPr>
          <p:cNvPr id="8" name="Picture Placeholder 20">
            <a:extLst>
              <a:ext uri="{FF2B5EF4-FFF2-40B4-BE49-F238E27FC236}">
                <a16:creationId xmlns:a16="http://schemas.microsoft.com/office/drawing/2014/main" id="{E413754F-2B72-0B3F-616B-8E40CF51EF4C}"/>
              </a:ext>
              <a:ext uri="{C183D7F6-B498-43B3-948B-1728B52AA6E4}">
                <adec:decorative xmlns:adec="http://schemas.microsoft.com/office/drawing/2017/decorative" val="1"/>
              </a:ext>
            </a:extLst>
          </p:cNvPr>
          <p:cNvSpPr>
            <a:spLocks noGrp="1"/>
          </p:cNvSpPr>
          <p:nvPr>
            <p:ph type="pic" sz="quarter" idx="14" hasCustomPrompt="1"/>
          </p:nvPr>
        </p:nvSpPr>
        <p:spPr>
          <a:xfrm>
            <a:off x="791689" y="765176"/>
            <a:ext cx="3000849"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3" name="Footer Placeholder 2">
            <a:extLst>
              <a:ext uri="{FF2B5EF4-FFF2-40B4-BE49-F238E27FC236}">
                <a16:creationId xmlns:a16="http://schemas.microsoft.com/office/drawing/2014/main" id="{0950AFE0-3AA7-9C01-557E-34036BE2B914}"/>
              </a:ext>
              <a:ext uri="{C183D7F6-B498-43B3-948B-1728B52AA6E4}">
                <adec:decorative xmlns:adec="http://schemas.microsoft.com/office/drawing/2017/decorative" val="1"/>
              </a:ext>
            </a:extLst>
          </p:cNvPr>
          <p:cNvSpPr>
            <a:spLocks noGrp="1"/>
          </p:cNvSpPr>
          <p:nvPr>
            <p:ph type="ftr" sz="quarter" idx="19"/>
          </p:nvPr>
        </p:nvSpPr>
        <p:spPr>
          <a:xfrm>
            <a:off x="4038600" y="6967728"/>
            <a:ext cx="4114800" cy="137160"/>
          </a:xfrm>
        </p:spPr>
        <p:txBody>
          <a:bodyPr/>
          <a:lstStyle/>
          <a:p>
            <a:endParaRPr lang="en-US" noProof="0" dirty="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907581607"/>
      </p:ext>
    </p:extLst>
  </p:cSld>
  <p:clrMapOvr>
    <a:masterClrMapping/>
  </p:clrMapOvr>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ad Only 2">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dirty="0">
                <a:solidFill>
                  <a:schemeClr val="bg1"/>
                </a:solidFill>
              </a:rPr>
              <a:t>Content</a:t>
            </a:r>
            <a:br>
              <a:rPr lang="en-US" sz="16600" noProof="0" dirty="0">
                <a:solidFill>
                  <a:schemeClr val="bg1"/>
                </a:solidFill>
              </a:rPr>
            </a:br>
            <a:r>
              <a:rPr lang="en-US" sz="16600" noProof="0" dirty="0">
                <a:solidFill>
                  <a:schemeClr val="bg1"/>
                </a:solidFill>
              </a:rPr>
              <a:t>layouts</a:t>
            </a:r>
            <a:endParaRPr lang="en-US" sz="16600" dirty="0">
              <a:solidFill>
                <a:schemeClr val="bg1"/>
              </a:solidFill>
            </a:endParaRPr>
          </a:p>
        </p:txBody>
      </p:sp>
    </p:spTree>
    <p:extLst>
      <p:ext uri="{BB962C8B-B14F-4D97-AF65-F5344CB8AC3E}">
        <p14:creationId xmlns:p14="http://schemas.microsoft.com/office/powerpoint/2010/main" val="3096695318"/>
      </p:ext>
    </p:extLst>
  </p:cSld>
  <p:clrMapOvr>
    <a:masterClrMapping/>
  </p:clrMapOvr>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D62D33-9FEA-F269-5FD5-7B5DB87AA0AE}"/>
              </a:ext>
            </a:extLst>
          </p:cNvPr>
          <p:cNvSpPr>
            <a:spLocks noGrp="1"/>
          </p:cNvSpPr>
          <p:nvPr>
            <p:ph type="title" hasCustomPrompt="1"/>
          </p:nvPr>
        </p:nvSpPr>
        <p:spPr/>
        <p:txBody>
          <a:bodyPr/>
          <a:lstStyle/>
          <a:p>
            <a:r>
              <a:rPr lang="en-US" dirty="0"/>
              <a:t>Standard content slide – click to add title</a:t>
            </a:r>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6" name="Footer Placeholder 5">
            <a:extLst>
              <a:ext uri="{FF2B5EF4-FFF2-40B4-BE49-F238E27FC236}">
                <a16:creationId xmlns:a16="http://schemas.microsoft.com/office/drawing/2014/main" id="{3D76CFA5-EB83-A561-2284-3D83107B5542}"/>
              </a:ext>
              <a:ext uri="{C183D7F6-B498-43B3-948B-1728B52AA6E4}">
                <adec:decorative xmlns:adec="http://schemas.microsoft.com/office/drawing/2017/decorative" val="1"/>
              </a:ext>
            </a:extLst>
          </p:cNvPr>
          <p:cNvSpPr>
            <a:spLocks noGrp="1"/>
          </p:cNvSpPr>
          <p:nvPr>
            <p:ph type="ftr" sz="quarter" idx="20"/>
          </p:nvPr>
        </p:nvSpPr>
        <p:spPr>
          <a:xfrm>
            <a:off x="4038600" y="6965950"/>
            <a:ext cx="4114800" cy="137160"/>
          </a:xfrm>
        </p:spPr>
        <p:txBody>
          <a:bodyPr/>
          <a:lstStyle/>
          <a:p>
            <a:endParaRPr lang="en-US" noProof="0" dirty="0"/>
          </a:p>
        </p:txBody>
      </p:sp>
      <p:sp>
        <p:nvSpPr>
          <p:cNvPr id="2" name="Slide Number Placeholder 2">
            <a:extLst>
              <a:ext uri="{FF2B5EF4-FFF2-40B4-BE49-F238E27FC236}">
                <a16:creationId xmlns:a16="http://schemas.microsoft.com/office/drawing/2014/main" id="{A9D43B2A-0634-FFFC-5993-893162DDF73C}"/>
              </a:ext>
              <a:ext uri="{C183D7F6-B498-43B3-948B-1728B52AA6E4}">
                <adec:decorative xmlns:adec="http://schemas.microsoft.com/office/drawing/2017/decorative" val="1"/>
              </a:ext>
            </a:extLst>
          </p:cNvPr>
          <p:cNvSpPr>
            <a:spLocks noGrp="1"/>
          </p:cNvSpPr>
          <p:nvPr>
            <p:ph type="sldNum" sz="quarter" idx="10"/>
          </p:nvPr>
        </p:nvSpPr>
        <p:spPr>
          <a:xfrm>
            <a:off x="11163034" y="6965950"/>
            <a:ext cx="261660" cy="137160"/>
          </a:xfrm>
        </p:spPr>
        <p:txBody>
          <a:bodyPr>
            <a:noAutofit/>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49224200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footer">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D54BB2-D6CB-0180-A851-A5A81129AE1E}"/>
              </a:ext>
            </a:extLst>
          </p:cNvPr>
          <p:cNvSpPr>
            <a:spLocks noGrp="1"/>
          </p:cNvSpPr>
          <p:nvPr>
            <p:ph type="title" hasCustomPrompt="1"/>
          </p:nvPr>
        </p:nvSpPr>
        <p:spPr/>
        <p:txBody>
          <a:bodyPr/>
          <a:lstStyle/>
          <a:p>
            <a:r>
              <a:rPr lang="en-US" dirty="0"/>
              <a:t>Content slide with footer – click to add title</a:t>
            </a:r>
          </a:p>
        </p:txBody>
      </p:sp>
      <p:sp>
        <p:nvSpPr>
          <p:cNvPr id="11" name="Content Placeholder 20">
            <a:extLst>
              <a:ext uri="{FF2B5EF4-FFF2-40B4-BE49-F238E27FC236}">
                <a16:creationId xmlns:a16="http://schemas.microsoft.com/office/drawing/2014/main" id="{664288B6-E25D-149D-CA4E-3AC4D89126D2}"/>
              </a:ext>
            </a:extLst>
          </p:cNvPr>
          <p:cNvSpPr>
            <a:spLocks noGrp="1"/>
          </p:cNvSpPr>
          <p:nvPr>
            <p:ph sz="quarter" idx="17" hasCustomPrompt="1"/>
          </p:nvPr>
        </p:nvSpPr>
        <p:spPr>
          <a:xfrm>
            <a:off x="766763" y="1527047"/>
            <a:ext cx="10658475" cy="352044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10" name="Text Placeholder 9">
            <a:extLst>
              <a:ext uri="{FF2B5EF4-FFF2-40B4-BE49-F238E27FC236}">
                <a16:creationId xmlns:a16="http://schemas.microsoft.com/office/drawing/2014/main" id="{E70BE596-BF62-6182-8D96-2B94A0B6D54A}"/>
              </a:ext>
            </a:extLst>
          </p:cNvPr>
          <p:cNvSpPr>
            <a:spLocks noGrp="1"/>
          </p:cNvSpPr>
          <p:nvPr>
            <p:ph type="body" sz="quarter" idx="19"/>
          </p:nvPr>
        </p:nvSpPr>
        <p:spPr>
          <a:xfrm>
            <a:off x="768096" y="5349240"/>
            <a:ext cx="10661904" cy="740664"/>
          </a:xfrm>
          <a:prstGeom prst="rect">
            <a:avLst/>
          </a:prstGeom>
        </p:spPr>
        <p:txBody>
          <a:bodyPr lIns="0" tIns="0" rIns="0" bIns="0"/>
          <a:lstStyle>
            <a:lvl1pPr marL="0" indent="0">
              <a:buNone/>
              <a:defRPr sz="1800" b="0"/>
            </a:lvl1pPr>
            <a:lvl2pPr marL="457200" indent="0">
              <a:buNone/>
              <a:defRPr sz="1800"/>
            </a:lvl2pPr>
            <a:lvl3pPr>
              <a:defRPr sz="1800"/>
            </a:lvl3pPr>
            <a:lvl4pPr>
              <a:defRPr sz="1800"/>
            </a:lvl4pPr>
            <a:lvl5pPr>
              <a:defRPr sz="1800"/>
            </a:lvl5pPr>
          </a:lstStyle>
          <a:p>
            <a:pPr lvl="0"/>
            <a:r>
              <a:rPr lang="en-US" noProof="0"/>
              <a:t>Click to edit Master text styles</a:t>
            </a:r>
          </a:p>
        </p:txBody>
      </p:sp>
      <p:sp>
        <p:nvSpPr>
          <p:cNvPr id="2" name="Footer Placeholder 1">
            <a:extLst>
              <a:ext uri="{FF2B5EF4-FFF2-40B4-BE49-F238E27FC236}">
                <a16:creationId xmlns:a16="http://schemas.microsoft.com/office/drawing/2014/main" id="{AE37A9F4-ACBC-2D14-03AD-EF4062476585}"/>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dirty="0"/>
          </a:p>
        </p:txBody>
      </p:sp>
      <p:sp>
        <p:nvSpPr>
          <p:cNvPr id="9" name="Slide Number Placeholder 8">
            <a:extLst>
              <a:ext uri="{FF2B5EF4-FFF2-40B4-BE49-F238E27FC236}">
                <a16:creationId xmlns:a16="http://schemas.microsoft.com/office/drawing/2014/main" id="{B30F9A04-27DF-54AE-C277-3B57C1FF6E6C}"/>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24915516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lower subtitle/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E9C16F-4BA6-5D28-1408-BCF6059A4050}"/>
              </a:ext>
            </a:extLst>
          </p:cNvPr>
          <p:cNvSpPr>
            <a:spLocks noGrp="1"/>
          </p:cNvSpPr>
          <p:nvPr>
            <p:ph type="title" hasCustomPrompt="1"/>
          </p:nvPr>
        </p:nvSpPr>
        <p:spPr/>
        <p:txBody>
          <a:bodyPr/>
          <a:lstStyle/>
          <a:p>
            <a:r>
              <a:rPr lang="en-US" dirty="0"/>
              <a:t>Content slide with lower subtitle/heading – click to add title</a:t>
            </a:r>
          </a:p>
        </p:txBody>
      </p:sp>
      <p:sp>
        <p:nvSpPr>
          <p:cNvPr id="4" name="Subtitle Placeholder 14">
            <a:extLst>
              <a:ext uri="{FF2B5EF4-FFF2-40B4-BE49-F238E27FC236}">
                <a16:creationId xmlns:a16="http://schemas.microsoft.com/office/drawing/2014/main" id="{9950F591-6698-174F-81A5-43CD769B1073}"/>
              </a:ext>
            </a:extLst>
          </p:cNvPr>
          <p:cNvSpPr>
            <a:spLocks noGrp="1"/>
          </p:cNvSpPr>
          <p:nvPr>
            <p:ph idx="1" hasCustomPrompt="1"/>
          </p:nvPr>
        </p:nvSpPr>
        <p:spPr>
          <a:xfrm>
            <a:off x="766763" y="1212865"/>
            <a:ext cx="10658475" cy="823059"/>
          </a:xfrm>
          <a:prstGeom prst="rect">
            <a:avLst/>
          </a:prstGeom>
        </p:spPr>
        <p:txBody>
          <a:bodyPr lIns="0" tIns="0" rIns="0" bIns="0">
            <a:noAutofit/>
          </a:bodyPr>
          <a:lstStyle>
            <a:lvl1pPr marL="0" indent="0">
              <a:spcBef>
                <a:spcPts val="600"/>
              </a:spcBef>
              <a:buSzPct val="120000"/>
              <a:buFont typeface="Arial" pitchFamily="34" charset="0"/>
              <a:buNone/>
              <a:defRPr sz="2000" baseline="0">
                <a:solidFill>
                  <a:schemeClr val="tx1"/>
                </a:solidFill>
                <a:latin typeface="+mn-lt"/>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dirty="0"/>
              <a:t>Click to add subtitle (align top) or content heading (align bottom)</a:t>
            </a:r>
          </a:p>
        </p:txBody>
      </p:sp>
      <p:sp>
        <p:nvSpPr>
          <p:cNvPr id="8" name="Content Placeholder 20">
            <a:extLst>
              <a:ext uri="{FF2B5EF4-FFF2-40B4-BE49-F238E27FC236}">
                <a16:creationId xmlns:a16="http://schemas.microsoft.com/office/drawing/2014/main" id="{52F090BE-320E-CCD3-7735-A8BD8CFEC4F9}"/>
              </a:ext>
            </a:extLst>
          </p:cNvPr>
          <p:cNvSpPr>
            <a:spLocks noGrp="1"/>
          </p:cNvSpPr>
          <p:nvPr>
            <p:ph sz="quarter" idx="17" hasCustomPrompt="1"/>
          </p:nvPr>
        </p:nvSpPr>
        <p:spPr>
          <a:xfrm>
            <a:off x="766763" y="2052242"/>
            <a:ext cx="10658475" cy="404058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2" name="Footer Placeholder 1">
            <a:extLst>
              <a:ext uri="{FF2B5EF4-FFF2-40B4-BE49-F238E27FC236}">
                <a16:creationId xmlns:a16="http://schemas.microsoft.com/office/drawing/2014/main" id="{B0EA9CA5-1476-F2C7-DB96-5E3787A7DB20}"/>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dirty="0"/>
          </a:p>
        </p:txBody>
      </p:sp>
      <p:sp>
        <p:nvSpPr>
          <p:cNvPr id="12" name="Slide Number Placeholder 11">
            <a:extLst>
              <a:ext uri="{FF2B5EF4-FFF2-40B4-BE49-F238E27FC236}">
                <a16:creationId xmlns:a16="http://schemas.microsoft.com/office/drawing/2014/main" id="{A056D98B-D0D7-47C9-A401-01F5D11D1E96}"/>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21317300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top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8F1887-46C2-764B-CD62-2CCAA108C5CC}"/>
              </a:ext>
            </a:extLst>
          </p:cNvPr>
          <p:cNvSpPr>
            <a:spLocks noGrp="1"/>
          </p:cNvSpPr>
          <p:nvPr>
            <p:ph type="title" hasCustomPrompt="1"/>
          </p:nvPr>
        </p:nvSpPr>
        <p:spPr/>
        <p:txBody>
          <a:bodyPr/>
          <a:lstStyle/>
          <a:p>
            <a:r>
              <a:rPr lang="en-US" dirty="0"/>
              <a:t>Content slide with top subtitle – click to add title</a:t>
            </a:r>
          </a:p>
        </p:txBody>
      </p:sp>
      <p:sp>
        <p:nvSpPr>
          <p:cNvPr id="15" name="Subtitle Placeholder 14">
            <a:extLst>
              <a:ext uri="{FF2B5EF4-FFF2-40B4-BE49-F238E27FC236}">
                <a16:creationId xmlns:a16="http://schemas.microsoft.com/office/drawing/2014/main" id="{1D337854-DE91-4D89-3C23-0C741A938573}"/>
              </a:ext>
            </a:extLst>
          </p:cNvPr>
          <p:cNvSpPr>
            <a:spLocks noGrp="1"/>
          </p:cNvSpPr>
          <p:nvPr>
            <p:ph type="body" sz="quarter" idx="19" hasCustomPrompt="1"/>
          </p:nvPr>
        </p:nvSpPr>
        <p:spPr>
          <a:xfrm>
            <a:off x="768096" y="493776"/>
            <a:ext cx="10661904" cy="192024"/>
          </a:xfrm>
          <a:prstGeom prst="rect">
            <a:avLst/>
          </a:prstGeom>
        </p:spPr>
        <p:txBody>
          <a:bodyPr lIns="0" tIns="0" rIns="0" bIns="0"/>
          <a:lstStyle>
            <a:lvl1pPr marL="0" indent="0">
              <a:buNone/>
              <a:defRPr sz="1200" cap="all" baseline="0"/>
            </a:lvl1pPr>
            <a:lvl2pPr marL="457200" indent="0">
              <a:buNone/>
              <a:defRPr/>
            </a:lvl2pPr>
          </a:lstStyle>
          <a:p>
            <a:pPr lvl="0"/>
            <a:r>
              <a:rPr lang="en-US" noProof="0" dirty="0"/>
              <a:t>CLICK TO ADD TOP SUBTITLE</a:t>
            </a:r>
          </a:p>
        </p:txBody>
      </p:sp>
      <p:sp>
        <p:nvSpPr>
          <p:cNvPr id="11" name="Content Placeholder 20">
            <a:extLst>
              <a:ext uri="{FF2B5EF4-FFF2-40B4-BE49-F238E27FC236}">
                <a16:creationId xmlns:a16="http://schemas.microsoft.com/office/drawing/2014/main" id="{33B0D3A4-3C87-C873-6889-FBD03968C92A}"/>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2" name="Footer Placeholder 1">
            <a:extLst>
              <a:ext uri="{FF2B5EF4-FFF2-40B4-BE49-F238E27FC236}">
                <a16:creationId xmlns:a16="http://schemas.microsoft.com/office/drawing/2014/main" id="{E4F101EB-7095-792F-88CB-65BC1D48000C}"/>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dirty="0"/>
          </a:p>
        </p:txBody>
      </p:sp>
      <p:sp>
        <p:nvSpPr>
          <p:cNvPr id="8" name="Slide Number Placeholder 7">
            <a:extLst>
              <a:ext uri="{FF2B5EF4-FFF2-40B4-BE49-F238E27FC236}">
                <a16:creationId xmlns:a16="http://schemas.microsoft.com/office/drawing/2014/main" id="{AE3ADF45-7908-D034-459A-34D6592F8C9B}"/>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414387564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right side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305D69-9C61-BDCE-2371-631ABA70F137}"/>
              </a:ext>
            </a:extLst>
          </p:cNvPr>
          <p:cNvSpPr>
            <a:spLocks noGrp="1"/>
          </p:cNvSpPr>
          <p:nvPr>
            <p:ph type="title" hasCustomPrompt="1"/>
          </p:nvPr>
        </p:nvSpPr>
        <p:spPr/>
        <p:txBody>
          <a:bodyPr/>
          <a:lstStyle/>
          <a:p>
            <a:r>
              <a:rPr lang="en-US" dirty="0"/>
              <a:t>Content slide with right side image – click to add title </a:t>
            </a:r>
          </a:p>
        </p:txBody>
      </p:sp>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hasCustomPrompt="1"/>
          </p:nvPr>
        </p:nvSpPr>
        <p:spPr>
          <a:xfrm>
            <a:off x="766763" y="1527176"/>
            <a:ext cx="761523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6" name="Picture Placeholder 11" descr="Image placeholder. Click icon to add image. Images are available to download from the Brand Source image library.">
            <a:extLst>
              <a:ext uri="{FF2B5EF4-FFF2-40B4-BE49-F238E27FC236}">
                <a16:creationId xmlns:a16="http://schemas.microsoft.com/office/drawing/2014/main" id="{2D34D49C-F4FA-B74B-BB7F-2282D9134435}"/>
              </a:ext>
              <a:ext uri="{C183D7F6-B498-43B3-948B-1728B52AA6E4}">
                <adec:decorative xmlns:adec="http://schemas.microsoft.com/office/drawing/2017/decorative" val="0"/>
              </a:ext>
            </a:extLst>
          </p:cNvPr>
          <p:cNvSpPr>
            <a:spLocks noGrp="1"/>
          </p:cNvSpPr>
          <p:nvPr>
            <p:ph type="pic" sz="quarter" idx="23" hasCustomPrompt="1"/>
          </p:nvPr>
        </p:nvSpPr>
        <p:spPr>
          <a:xfrm>
            <a:off x="9144000" y="1527176"/>
            <a:ext cx="2281239" cy="4565650"/>
          </a:xfrm>
          <a:prstGeom prst="rect">
            <a:avLst/>
          </a:prstGeom>
        </p:spPr>
        <p:txBody>
          <a:bodyPr lIns="0" tIns="0" rIns="0" bIns="0">
            <a:noAutofit/>
          </a:bodyPr>
          <a:lstStyle>
            <a:lvl1pPr marL="0" indent="0">
              <a:buFont typeface="Arial" pitchFamily="34" charset="0"/>
              <a:buNone/>
              <a:defRPr lang="en-AU" sz="1600" kern="1200" smtClean="0">
                <a:solidFill>
                  <a:schemeClr val="tx1"/>
                </a:solidFill>
                <a:latin typeface="+mn-lt"/>
                <a:ea typeface="+mn-ea"/>
                <a:cs typeface="+mn-cs"/>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DAAD9D05-F87F-396A-A6CA-39A648D56F50}"/>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dirty="0"/>
          </a:p>
        </p:txBody>
      </p:sp>
      <p:sp>
        <p:nvSpPr>
          <p:cNvPr id="10" name="Slide Number Placeholder 9">
            <a:extLst>
              <a:ext uri="{FF2B5EF4-FFF2-40B4-BE49-F238E27FC236}">
                <a16:creationId xmlns:a16="http://schemas.microsoft.com/office/drawing/2014/main" id="{1FB2DA29-866C-745A-01A0-4C6BBD5028AA}"/>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64843972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preset gradient A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6CF8DE-4B31-0E22-8123-B7645F0C30D6}"/>
              </a:ext>
            </a:extLst>
          </p:cNvPr>
          <p:cNvSpPr>
            <a:spLocks noGrp="1"/>
          </p:cNvSpPr>
          <p:nvPr>
            <p:ph type="title" hasCustomPrompt="1"/>
          </p:nvPr>
        </p:nvSpPr>
        <p:spPr>
          <a:xfrm>
            <a:off x="766763" y="682514"/>
            <a:ext cx="6089904" cy="532765"/>
          </a:xfrm>
        </p:spPr>
        <p:txBody>
          <a:bodyPr/>
          <a:lstStyle/>
          <a:p>
            <a:r>
              <a:rPr lang="en-US" noProof="0" dirty="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dirty="0"/>
              <a:t>Click to add text or select an icon to insert associated content (i.e., table, chart, picture or video). Images and video are available to download from brand.cgi.com.</a:t>
            </a:r>
          </a:p>
        </p:txBody>
      </p:sp>
      <p:sp>
        <p:nvSpPr>
          <p:cNvPr id="11" name="Freeform 6" descr="CGI cornerstone">
            <a:extLst>
              <a:ext uri="{FF2B5EF4-FFF2-40B4-BE49-F238E27FC236}">
                <a16:creationId xmlns:a16="http://schemas.microsoft.com/office/drawing/2014/main" id="{E92206DE-17C9-E04C-89B5-21C279EE24F8}"/>
              </a:ext>
              <a:ext uri="{C183D7F6-B498-43B3-948B-1728B52AA6E4}">
                <adec:decorative xmlns:adec="http://schemas.microsoft.com/office/drawing/2017/decorative" val="0"/>
              </a:ext>
            </a:extLst>
          </p:cNvPr>
          <p:cNvSpPr>
            <a:spLocks noChangeAspect="1"/>
          </p:cNvSpPr>
          <p:nvPr userDrawn="1"/>
        </p:nvSpPr>
        <p:spPr bwMode="auto">
          <a:xfrm rot="16200000" flipH="1">
            <a:off x="8373178" y="773997"/>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dirty="0">
              <a:solidFill>
                <a:schemeClr val="bg1"/>
              </a:solidFill>
              <a:cs typeface="Arial" pitchFamily="34" charset="0"/>
            </a:endParaRPr>
          </a:p>
        </p:txBody>
      </p:sp>
      <p:sp>
        <p:nvSpPr>
          <p:cNvPr id="2" name="Footer Placeholder 1">
            <a:extLst>
              <a:ext uri="{FF2B5EF4-FFF2-40B4-BE49-F238E27FC236}">
                <a16:creationId xmlns:a16="http://schemas.microsoft.com/office/drawing/2014/main" id="{2FD034D2-7903-2113-FE42-5B6F2BEFCB7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dirty="0"/>
          </a:p>
        </p:txBody>
      </p:sp>
      <p:sp>
        <p:nvSpPr>
          <p:cNvPr id="7" name="Slide Number Placeholder 6">
            <a:extLst>
              <a:ext uri="{FF2B5EF4-FFF2-40B4-BE49-F238E27FC236}">
                <a16:creationId xmlns:a16="http://schemas.microsoft.com/office/drawing/2014/main" id="{C6E9A10A-9E04-DE05-5267-749EDA193B40}"/>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67390301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preset gradient B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BBE2AB-74DF-7C6B-5DDE-0697A5E3E445}"/>
              </a:ext>
            </a:extLst>
          </p:cNvPr>
          <p:cNvSpPr>
            <a:spLocks noGrp="1"/>
          </p:cNvSpPr>
          <p:nvPr>
            <p:ph type="title" hasCustomPrompt="1"/>
          </p:nvPr>
        </p:nvSpPr>
        <p:spPr>
          <a:xfrm>
            <a:off x="766763" y="682514"/>
            <a:ext cx="6089904" cy="532765"/>
          </a:xfrm>
        </p:spPr>
        <p:txBody>
          <a:bodyPr/>
          <a:lstStyle/>
          <a:p>
            <a:r>
              <a:rPr lang="en-US" noProof="0" dirty="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dirty="0"/>
              <a:t>Click to add text or select an icon to insert associated content (i.e., table, chart, picture or video). Images and video are available to download from brand.cgi.com.</a:t>
            </a:r>
          </a:p>
        </p:txBody>
      </p:sp>
      <p:sp>
        <p:nvSpPr>
          <p:cNvPr id="5" name="Freeform 6" descr="CGI cornerstone">
            <a:extLst>
              <a:ext uri="{FF2B5EF4-FFF2-40B4-BE49-F238E27FC236}">
                <a16:creationId xmlns:a16="http://schemas.microsoft.com/office/drawing/2014/main" id="{64B10321-E484-92E9-2D6D-8479B617BD37}"/>
              </a:ext>
              <a:ext uri="{C183D7F6-B498-43B3-948B-1728B52AA6E4}">
                <adec:decorative xmlns:adec="http://schemas.microsoft.com/office/drawing/2017/decorative" val="0"/>
              </a:ext>
            </a:extLst>
          </p:cNvPr>
          <p:cNvSpPr>
            <a:spLocks noChangeAspect="1"/>
          </p:cNvSpPr>
          <p:nvPr userDrawn="1"/>
        </p:nvSpPr>
        <p:spPr bwMode="auto">
          <a:xfrm rot="16200000" flipH="1">
            <a:off x="8375904" y="777240"/>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a:bodyPr>
          <a:lstStyle/>
          <a:p>
            <a:pPr lvl="0"/>
            <a:endParaRPr lang="en-US" noProof="0" dirty="0"/>
          </a:p>
        </p:txBody>
      </p:sp>
      <p:sp>
        <p:nvSpPr>
          <p:cNvPr id="2" name="Footer Placeholder 1">
            <a:extLst>
              <a:ext uri="{FF2B5EF4-FFF2-40B4-BE49-F238E27FC236}">
                <a16:creationId xmlns:a16="http://schemas.microsoft.com/office/drawing/2014/main" id="{EEB43DFA-7A0F-803C-0600-FDAD97E1DCD2}"/>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dirty="0"/>
          </a:p>
        </p:txBody>
      </p:sp>
      <p:sp>
        <p:nvSpPr>
          <p:cNvPr id="8" name="Slide Number Placeholder 7">
            <a:extLst>
              <a:ext uri="{FF2B5EF4-FFF2-40B4-BE49-F238E27FC236}">
                <a16:creationId xmlns:a16="http://schemas.microsoft.com/office/drawing/2014/main" id="{A4C90010-93A7-4D95-4D42-49AA0D544B5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41161989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two">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516CAE9-EB95-AB28-DFD4-48E5F06DA62D}"/>
              </a:ext>
            </a:extLst>
          </p:cNvPr>
          <p:cNvSpPr>
            <a:spLocks noGrp="1"/>
          </p:cNvSpPr>
          <p:nvPr>
            <p:ph type="title" hasCustomPrompt="1"/>
          </p:nvPr>
        </p:nvSpPr>
        <p:spPr/>
        <p:txBody>
          <a:bodyPr/>
          <a:lstStyle/>
          <a:p>
            <a:r>
              <a:rPr lang="en-US" dirty="0"/>
              <a:t>Content slide with two content columns – click to add title</a:t>
            </a:r>
          </a:p>
        </p:txBody>
      </p:sp>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hasCustomPrompt="1"/>
          </p:nvPr>
        </p:nvSpPr>
        <p:spPr>
          <a:xfrm>
            <a:off x="766764" y="1527175"/>
            <a:ext cx="4948236"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5" name="Content Placeholder 21">
            <a:extLst>
              <a:ext uri="{FF2B5EF4-FFF2-40B4-BE49-F238E27FC236}">
                <a16:creationId xmlns:a16="http://schemas.microsoft.com/office/drawing/2014/main" id="{3D191AF6-4147-D342-8647-88C4F48C1A6B}"/>
              </a:ext>
            </a:extLst>
          </p:cNvPr>
          <p:cNvSpPr>
            <a:spLocks noGrp="1"/>
          </p:cNvSpPr>
          <p:nvPr>
            <p:ph sz="quarter" idx="23" hasCustomPrompt="1"/>
          </p:nvPr>
        </p:nvSpPr>
        <p:spPr>
          <a:xfrm>
            <a:off x="6476215" y="1527175"/>
            <a:ext cx="4949024" cy="4565650"/>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2" name="Footer Placeholder 1">
            <a:extLst>
              <a:ext uri="{FF2B5EF4-FFF2-40B4-BE49-F238E27FC236}">
                <a16:creationId xmlns:a16="http://schemas.microsoft.com/office/drawing/2014/main" id="{DACEF9CC-7F4F-C8E8-77F3-E9BBBFF61A13}"/>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dirty="0"/>
          </a:p>
        </p:txBody>
      </p:sp>
      <p:sp>
        <p:nvSpPr>
          <p:cNvPr id="10" name="Slide Number Placeholder 9">
            <a:extLst>
              <a:ext uri="{FF2B5EF4-FFF2-40B4-BE49-F238E27FC236}">
                <a16:creationId xmlns:a16="http://schemas.microsoft.com/office/drawing/2014/main" id="{4E70ED40-01C4-0425-2999-8CB8F2DA7A8D}"/>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417801022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1 headin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B85198-6C2C-31CE-C61D-9A214162DD9C}"/>
              </a:ext>
            </a:extLst>
          </p:cNvPr>
          <p:cNvSpPr>
            <a:spLocks noGrp="1"/>
          </p:cNvSpPr>
          <p:nvPr>
            <p:ph type="title" hasCustomPrompt="1"/>
          </p:nvPr>
        </p:nvSpPr>
        <p:spPr/>
        <p:txBody>
          <a:bodyPr/>
          <a:lstStyle/>
          <a:p>
            <a:r>
              <a:rPr lang="en-US" dirty="0"/>
              <a:t>Content slide with two columns + 1 heading – click to add title</a:t>
            </a:r>
          </a:p>
        </p:txBody>
      </p:sp>
      <p:sp>
        <p:nvSpPr>
          <p:cNvPr id="9" name="Text Placeholder 8">
            <a:extLst>
              <a:ext uri="{FF2B5EF4-FFF2-40B4-BE49-F238E27FC236}">
                <a16:creationId xmlns:a16="http://schemas.microsoft.com/office/drawing/2014/main" id="{476BAA4B-61EB-5A96-D086-EFCC55F4D624}"/>
              </a:ext>
            </a:extLst>
          </p:cNvPr>
          <p:cNvSpPr>
            <a:spLocks noGrp="1"/>
          </p:cNvSpPr>
          <p:nvPr>
            <p:ph type="body" sz="quarter" idx="26" hasCustomPrompt="1"/>
          </p:nvPr>
        </p:nvSpPr>
        <p:spPr>
          <a:xfrm>
            <a:off x="766762" y="1527048"/>
            <a:ext cx="10661904" cy="871538"/>
          </a:xfrm>
          <a:prstGeom prst="rect">
            <a:avLst/>
          </a:prstGeom>
        </p:spPr>
        <p:txBody>
          <a:bodyPr lIns="0" tIns="0" rIns="0" bIns="0" anchor="b"/>
          <a:lstStyle>
            <a:lvl1pPr marL="0" indent="0">
              <a:buNone/>
              <a:defRPr sz="2000"/>
            </a:lvl1pPr>
          </a:lstStyle>
          <a:p>
            <a:pPr lvl="0"/>
            <a:r>
              <a:rPr lang="en-US" noProof="0" dirty="0"/>
              <a:t>Click to add subtitle, heading or introduction text, align text top or bottom as needed.</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mn-lt"/>
                <a:sym typeface="Wingdings" panose="05000000000000000000" pitchFamily="2" charset="2"/>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an icon to insert associated content (i.e., table, chart, picture or video). Images and video are available to download from brand.cgi.com.</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18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73C12582-05E0-5B2C-89FF-F113AF238E94}"/>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dirty="0"/>
          </a:p>
        </p:txBody>
      </p:sp>
      <p:sp>
        <p:nvSpPr>
          <p:cNvPr id="11" name="Slide Number Placeholder 10">
            <a:extLst>
              <a:ext uri="{FF2B5EF4-FFF2-40B4-BE49-F238E27FC236}">
                <a16:creationId xmlns:a16="http://schemas.microsoft.com/office/drawing/2014/main" id="{675B9730-DEC2-8164-11CC-C7C739119DDC}"/>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53406214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x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164E1B-F377-3638-C24B-ED2381394C66}"/>
              </a:ext>
            </a:extLst>
          </p:cNvPr>
          <p:cNvSpPr>
            <a:spLocks noGrp="1"/>
          </p:cNvSpPr>
          <p:nvPr>
            <p:ph type="title" hasCustomPrompt="1"/>
          </p:nvPr>
        </p:nvSpPr>
        <p:spPr/>
        <p:txBody>
          <a:bodyPr/>
          <a:lstStyle/>
          <a:p>
            <a:r>
              <a:rPr lang="en-US" dirty="0"/>
              <a:t>Comparison slide with 2 columns + 2 headings – click to add title</a:t>
            </a:r>
          </a:p>
        </p:txBody>
      </p:sp>
      <p:sp>
        <p:nvSpPr>
          <p:cNvPr id="9" name="Text Placeholder 8">
            <a:extLst>
              <a:ext uri="{FF2B5EF4-FFF2-40B4-BE49-F238E27FC236}">
                <a16:creationId xmlns:a16="http://schemas.microsoft.com/office/drawing/2014/main" id="{846CD6E4-AE64-57BA-532A-9A08227631D1}"/>
              </a:ext>
            </a:extLst>
          </p:cNvPr>
          <p:cNvSpPr>
            <a:spLocks noGrp="1"/>
          </p:cNvSpPr>
          <p:nvPr>
            <p:ph type="body" sz="quarter" idx="28" hasCustomPrompt="1"/>
          </p:nvPr>
        </p:nvSpPr>
        <p:spPr>
          <a:xfrm>
            <a:off x="766763" y="1527048"/>
            <a:ext cx="4946650" cy="832104"/>
          </a:xfrm>
          <a:prstGeom prst="rect">
            <a:avLst/>
          </a:prstGeom>
        </p:spPr>
        <p:txBody>
          <a:bodyPr lIns="0" tIns="0" rIns="0" bIns="0" anchor="b"/>
          <a:lstStyle>
            <a:lvl1pPr marL="0" indent="0">
              <a:buNone/>
              <a:defRPr sz="2000">
                <a:latin typeface="+mj-lt"/>
              </a:defRPr>
            </a:lvl1pPr>
          </a:lstStyle>
          <a:p>
            <a:pPr lvl="0"/>
            <a:r>
              <a:rPr lang="en-US" noProof="0" dirty="0"/>
              <a:t>Click to add heading</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12" name="Text Placeholder 8">
            <a:extLst>
              <a:ext uri="{FF2B5EF4-FFF2-40B4-BE49-F238E27FC236}">
                <a16:creationId xmlns:a16="http://schemas.microsoft.com/office/drawing/2014/main" id="{022C64A1-C224-0E82-D864-8E5D3ABE313D}"/>
              </a:ext>
            </a:extLst>
          </p:cNvPr>
          <p:cNvSpPr>
            <a:spLocks noGrp="1"/>
          </p:cNvSpPr>
          <p:nvPr>
            <p:ph type="body" sz="quarter" idx="29" hasCustomPrompt="1"/>
          </p:nvPr>
        </p:nvSpPr>
        <p:spPr>
          <a:xfrm>
            <a:off x="6475413" y="1527048"/>
            <a:ext cx="4946650" cy="832104"/>
          </a:xfrm>
          <a:prstGeom prst="rect">
            <a:avLst/>
          </a:prstGeom>
        </p:spPr>
        <p:txBody>
          <a:bodyPr lIns="0" tIns="0" rIns="0" bIns="0" anchor="b"/>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dirty="0"/>
              <a:t>Click to add heading</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rgbClr val="000000"/>
              </a:buClr>
              <a:buSzPct val="110000"/>
              <a:buFont typeface="Arial" pitchFamily="34" charset="0"/>
              <a:buNone/>
              <a:tabLst/>
              <a:defRPr/>
            </a:pPr>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2" name="Footer Placeholder 1">
            <a:extLst>
              <a:ext uri="{FF2B5EF4-FFF2-40B4-BE49-F238E27FC236}">
                <a16:creationId xmlns:a16="http://schemas.microsoft.com/office/drawing/2014/main" id="{D8CA95F5-6310-5153-6F18-F9AA8ED3FB61}"/>
              </a:ext>
              <a:ext uri="{C183D7F6-B498-43B3-948B-1728B52AA6E4}">
                <adec:decorative xmlns:adec="http://schemas.microsoft.com/office/drawing/2017/decorative" val="1"/>
              </a:ext>
            </a:extLst>
          </p:cNvPr>
          <p:cNvSpPr>
            <a:spLocks noGrp="1"/>
          </p:cNvSpPr>
          <p:nvPr>
            <p:ph type="ftr" sz="quarter" idx="33"/>
          </p:nvPr>
        </p:nvSpPr>
        <p:spPr/>
        <p:txBody>
          <a:bodyPr/>
          <a:lstStyle/>
          <a:p>
            <a:endParaRPr lang="en-US" noProof="0" dirty="0"/>
          </a:p>
        </p:txBody>
      </p:sp>
      <p:sp>
        <p:nvSpPr>
          <p:cNvPr id="10" name="Slide Number Placeholder 9">
            <a:extLst>
              <a:ext uri="{FF2B5EF4-FFF2-40B4-BE49-F238E27FC236}">
                <a16:creationId xmlns:a16="http://schemas.microsoft.com/office/drawing/2014/main" id="{DDF268E6-3D9E-CD3C-8CC7-469874AC31A0}"/>
              </a:ext>
              <a:ext uri="{C183D7F6-B498-43B3-948B-1728B52AA6E4}">
                <adec:decorative xmlns:adec="http://schemas.microsoft.com/office/drawing/2017/decorative" val="1"/>
              </a:ext>
            </a:extLst>
          </p:cNvPr>
          <p:cNvSpPr>
            <a:spLocks noGrp="1"/>
          </p:cNvSpPr>
          <p:nvPr>
            <p:ph type="sldNum" sz="quarter" idx="32"/>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87632174"/>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x3 (L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0CA416-0719-4312-1AE0-0E3860FA3C0B}"/>
              </a:ext>
            </a:extLst>
          </p:cNvPr>
          <p:cNvSpPr>
            <a:spLocks noGrp="1"/>
          </p:cNvSpPr>
          <p:nvPr>
            <p:ph type="title" hasCustomPrompt="1"/>
          </p:nvPr>
        </p:nvSpPr>
        <p:spPr/>
        <p:txBody>
          <a:bodyPr/>
          <a:lstStyle/>
          <a:p>
            <a:r>
              <a:rPr lang="en-US" dirty="0"/>
              <a:t>Comparison slide with 3 columns + 3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2" y="1527175"/>
            <a:ext cx="3044952" cy="828811"/>
          </a:xfrm>
          <a:prstGeom prst="rect">
            <a:avLst/>
          </a:prstGeom>
        </p:spPr>
        <p:txBody>
          <a:bodyPr lIns="0" tIns="0" rIns="0" bIns="0" anchor="b">
            <a:noAutofit/>
          </a:bodyPr>
          <a:lstStyle>
            <a:lvl1pPr marL="0" indent="0">
              <a:buNone/>
              <a:defRPr sz="2000">
                <a:solidFill>
                  <a:schemeClr val="tx1"/>
                </a:solidFill>
                <a:latin typeface="+mj-lt"/>
              </a:defRPr>
            </a:lvl1pPr>
          </a:lstStyle>
          <a:p>
            <a:pPr lvl="0"/>
            <a:r>
              <a:rPr lang="en-US" noProof="0" dirty="0"/>
              <a:t>Click to add heading. </a:t>
            </a:r>
          </a:p>
        </p:txBody>
      </p:sp>
      <p:sp>
        <p:nvSpPr>
          <p:cNvPr id="10" name="Content Placeholder 1">
            <a:extLst>
              <a:ext uri="{FF2B5EF4-FFF2-40B4-BE49-F238E27FC236}">
                <a16:creationId xmlns:a16="http://schemas.microsoft.com/office/drawing/2014/main" id="{C549CB31-46D0-77B4-39C0-176F159ACF92}"/>
              </a:ext>
            </a:extLst>
          </p:cNvPr>
          <p:cNvSpPr>
            <a:spLocks noGrp="1"/>
          </p:cNvSpPr>
          <p:nvPr>
            <p:ph sz="quarter" idx="20" hasCustomPrompt="1"/>
          </p:nvPr>
        </p:nvSpPr>
        <p:spPr>
          <a:xfrm>
            <a:off x="765737"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4572000"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dirty="0"/>
              <a:t>Click to add heading</a:t>
            </a:r>
          </a:p>
        </p:txBody>
      </p:sp>
      <p:sp>
        <p:nvSpPr>
          <p:cNvPr id="14" name="Content Placeholder 2">
            <a:extLst>
              <a:ext uri="{FF2B5EF4-FFF2-40B4-BE49-F238E27FC236}">
                <a16:creationId xmlns:a16="http://schemas.microsoft.com/office/drawing/2014/main" id="{300F928B-5FF8-07F3-0B9C-EC136E85B136}"/>
              </a:ext>
            </a:extLst>
          </p:cNvPr>
          <p:cNvSpPr>
            <a:spLocks noGrp="1"/>
          </p:cNvSpPr>
          <p:nvPr>
            <p:ph sz="quarter" idx="22" hasCustomPrompt="1"/>
          </p:nvPr>
        </p:nvSpPr>
        <p:spPr>
          <a:xfrm>
            <a:off x="4572000"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8379742"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dirty="0"/>
              <a:t>Click to add heading</a:t>
            </a:r>
          </a:p>
        </p:txBody>
      </p:sp>
      <p:sp>
        <p:nvSpPr>
          <p:cNvPr id="16" name="Content Placeholder 3">
            <a:extLst>
              <a:ext uri="{FF2B5EF4-FFF2-40B4-BE49-F238E27FC236}">
                <a16:creationId xmlns:a16="http://schemas.microsoft.com/office/drawing/2014/main" id="{4A208FFE-6EFD-D156-AA23-3E7CDCF7FECF}"/>
              </a:ext>
            </a:extLst>
          </p:cNvPr>
          <p:cNvSpPr>
            <a:spLocks noGrp="1"/>
          </p:cNvSpPr>
          <p:nvPr>
            <p:ph sz="quarter" idx="23" hasCustomPrompt="1"/>
          </p:nvPr>
        </p:nvSpPr>
        <p:spPr>
          <a:xfrm>
            <a:off x="8375904"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 name="Footer Placeholder 1">
            <a:extLst>
              <a:ext uri="{FF2B5EF4-FFF2-40B4-BE49-F238E27FC236}">
                <a16:creationId xmlns:a16="http://schemas.microsoft.com/office/drawing/2014/main" id="{DF7DC966-BB0B-F0CA-5981-D87E196C12C9}"/>
              </a:ext>
              <a:ext uri="{C183D7F6-B498-43B3-948B-1728B52AA6E4}">
                <adec:decorative xmlns:adec="http://schemas.microsoft.com/office/drawing/2017/decorative" val="1"/>
              </a:ext>
            </a:extLst>
          </p:cNvPr>
          <p:cNvSpPr>
            <a:spLocks noGrp="1"/>
          </p:cNvSpPr>
          <p:nvPr>
            <p:ph type="ftr" sz="quarter" idx="27"/>
          </p:nvPr>
        </p:nvSpPr>
        <p:spPr/>
        <p:txBody>
          <a:bodyPr/>
          <a:lstStyle>
            <a:lvl1pPr>
              <a:defRPr>
                <a:solidFill>
                  <a:srgbClr val="E6E6E6"/>
                </a:solidFill>
              </a:defRPr>
            </a:lvl1pPr>
          </a:lstStyle>
          <a:p>
            <a:endParaRPr lang="en-US" noProof="0" dirty="0"/>
          </a:p>
        </p:txBody>
      </p:sp>
      <p:sp>
        <p:nvSpPr>
          <p:cNvPr id="7" name="Slide Number Placeholder 6">
            <a:extLst>
              <a:ext uri="{FF2B5EF4-FFF2-40B4-BE49-F238E27FC236}">
                <a16:creationId xmlns:a16="http://schemas.microsoft.com/office/drawing/2014/main" id="{9546D298-729B-09F7-0711-9A41AB283E83}"/>
              </a:ext>
              <a:ext uri="{C183D7F6-B498-43B3-948B-1728B52AA6E4}">
                <adec:decorative xmlns:adec="http://schemas.microsoft.com/office/drawing/2017/decorative" val="1"/>
              </a:ext>
            </a:extLst>
          </p:cNvPr>
          <p:cNvSpPr>
            <a:spLocks noGrp="1"/>
          </p:cNvSpPr>
          <p:nvPr>
            <p:ph type="sldNum" sz="quarter" idx="26"/>
          </p:nvPr>
        </p:nvSpPr>
        <p:spPr/>
        <p:txBody>
          <a:bodyPr/>
          <a:lstStyle>
            <a:lvl1pPr>
              <a:defRPr>
                <a:solidFill>
                  <a:srgbClr val="E6E6E6"/>
                </a:solidFill>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34842012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x3 (L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77150-E2E2-87B1-82B2-61A3264EE34E}"/>
              </a:ext>
            </a:extLst>
          </p:cNvPr>
          <p:cNvSpPr>
            <a:spLocks noGrp="1"/>
          </p:cNvSpPr>
          <p:nvPr>
            <p:ph type="title" hasCustomPrompt="1"/>
          </p:nvPr>
        </p:nvSpPr>
        <p:spPr>
          <a:noFill/>
        </p:spPr>
        <p:txBody>
          <a:bodyPr/>
          <a:lstStyle>
            <a:lvl1pPr>
              <a:defRPr/>
            </a:lvl1pPr>
          </a:lstStyle>
          <a:p>
            <a:r>
              <a:rPr lang="en-US" noProof="0" dirty="0"/>
              <a:t>Comparison slide with 3 columns (layout 2) – click to add title</a:t>
            </a:r>
          </a:p>
        </p:txBody>
      </p:sp>
      <p:sp>
        <p:nvSpPr>
          <p:cNvPr id="6" name="Content Placeholder 1">
            <a:extLst>
              <a:ext uri="{FF2B5EF4-FFF2-40B4-BE49-F238E27FC236}">
                <a16:creationId xmlns:a16="http://schemas.microsoft.com/office/drawing/2014/main" id="{1F01DE49-5620-98F5-132A-81DF9D9DB5B0}"/>
              </a:ext>
            </a:extLst>
          </p:cNvPr>
          <p:cNvSpPr>
            <a:spLocks noGrp="1"/>
          </p:cNvSpPr>
          <p:nvPr>
            <p:ph sz="quarter" idx="25" hasCustomPrompt="1"/>
          </p:nvPr>
        </p:nvSpPr>
        <p:spPr>
          <a:xfrm>
            <a:off x="768096"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an icon to insert associated content (i.e., table, chart, picture or video). Images and video are available to download from brand.cgi.com.</a:t>
            </a:r>
          </a:p>
        </p:txBody>
      </p:sp>
      <p:sp>
        <p:nvSpPr>
          <p:cNvPr id="16" name="Content Placeholder 2">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587460"/>
            <a:ext cx="3043236" cy="150536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icon to insert content.</a:t>
            </a:r>
          </a:p>
        </p:txBody>
      </p:sp>
      <p:sp>
        <p:nvSpPr>
          <p:cNvPr id="7" name="Content Placeholder 3">
            <a:extLst>
              <a:ext uri="{FF2B5EF4-FFF2-40B4-BE49-F238E27FC236}">
                <a16:creationId xmlns:a16="http://schemas.microsoft.com/office/drawing/2014/main" id="{0349B463-A002-CADC-B028-A857A9D2B775}"/>
              </a:ext>
            </a:extLst>
          </p:cNvPr>
          <p:cNvSpPr>
            <a:spLocks noGrp="1"/>
          </p:cNvSpPr>
          <p:nvPr>
            <p:ph sz="quarter" idx="26" hasCustomPrompt="1"/>
          </p:nvPr>
        </p:nvSpPr>
        <p:spPr>
          <a:xfrm>
            <a:off x="4572000"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17" name="Content Placeholder 4">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72000" y="4587460"/>
            <a:ext cx="3044952"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Click to add text or select icon to insert content.</a:t>
            </a:r>
          </a:p>
          <a:p>
            <a:pPr lvl="0"/>
            <a:endParaRPr lang="en-US" noProof="0" dirty="0"/>
          </a:p>
        </p:txBody>
      </p:sp>
      <p:sp>
        <p:nvSpPr>
          <p:cNvPr id="8" name="Content Placeholder 5">
            <a:extLst>
              <a:ext uri="{FF2B5EF4-FFF2-40B4-BE49-F238E27FC236}">
                <a16:creationId xmlns:a16="http://schemas.microsoft.com/office/drawing/2014/main" id="{97B64D4C-EC56-7FFB-E206-D30E4C52DE50}"/>
              </a:ext>
            </a:extLst>
          </p:cNvPr>
          <p:cNvSpPr>
            <a:spLocks noGrp="1"/>
          </p:cNvSpPr>
          <p:nvPr>
            <p:ph sz="quarter" idx="27" hasCustomPrompt="1"/>
          </p:nvPr>
        </p:nvSpPr>
        <p:spPr>
          <a:xfrm>
            <a:off x="8381458"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Click to add text or select an icon to insert associated content (i.e., table, chart, picture or video). Images and video are available to download from brand.cgi.com.</a:t>
            </a:r>
          </a:p>
          <a:p>
            <a:pPr lvl="0"/>
            <a:endParaRPr lang="en-US" noProof="0" dirty="0"/>
          </a:p>
        </p:txBody>
      </p:sp>
      <p:sp>
        <p:nvSpPr>
          <p:cNvPr id="18" name="Content Placeholder 6">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382000" y="4587460"/>
            <a:ext cx="3043238"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Click to add text or select icon to insert content.</a:t>
            </a:r>
          </a:p>
          <a:p>
            <a:pPr lvl="0"/>
            <a:endParaRPr lang="en-US" noProof="0" dirty="0"/>
          </a:p>
        </p:txBody>
      </p:sp>
      <p:sp>
        <p:nvSpPr>
          <p:cNvPr id="2" name="Footer Placeholder 1">
            <a:extLst>
              <a:ext uri="{FF2B5EF4-FFF2-40B4-BE49-F238E27FC236}">
                <a16:creationId xmlns:a16="http://schemas.microsoft.com/office/drawing/2014/main" id="{7C7B240D-EC07-BCEC-A132-C2589A9E1A4B}"/>
              </a:ext>
              <a:ext uri="{C183D7F6-B498-43B3-948B-1728B52AA6E4}">
                <adec:decorative xmlns:adec="http://schemas.microsoft.com/office/drawing/2017/decorative" val="1"/>
              </a:ext>
            </a:extLst>
          </p:cNvPr>
          <p:cNvSpPr>
            <a:spLocks noGrp="1"/>
          </p:cNvSpPr>
          <p:nvPr>
            <p:ph type="ftr" sz="quarter" idx="31"/>
          </p:nvPr>
        </p:nvSpPr>
        <p:spPr/>
        <p:txBody>
          <a:bodyPr/>
          <a:lstStyle/>
          <a:p>
            <a:endParaRPr lang="en-US" noProof="0" dirty="0"/>
          </a:p>
        </p:txBody>
      </p:sp>
      <p:sp>
        <p:nvSpPr>
          <p:cNvPr id="11" name="Slide Number Placeholder 10">
            <a:extLst>
              <a:ext uri="{FF2B5EF4-FFF2-40B4-BE49-F238E27FC236}">
                <a16:creationId xmlns:a16="http://schemas.microsoft.com/office/drawing/2014/main" id="{54326F86-700F-6DBD-58F6-906FF1E22AE8}"/>
              </a:ext>
              <a:ext uri="{C183D7F6-B498-43B3-948B-1728B52AA6E4}">
                <adec:decorative xmlns:adec="http://schemas.microsoft.com/office/drawing/2017/decorative" val="1"/>
              </a:ext>
            </a:extLst>
          </p:cNvPr>
          <p:cNvSpPr>
            <a:spLocks noGrp="1"/>
          </p:cNvSpPr>
          <p:nvPr>
            <p:ph type="sldNum" sz="quarter" idx="30"/>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23358209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x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4163AD-C768-E2F0-CB6B-BF3797DF1E58}"/>
              </a:ext>
            </a:extLst>
          </p:cNvPr>
          <p:cNvSpPr>
            <a:spLocks noGrp="1"/>
          </p:cNvSpPr>
          <p:nvPr>
            <p:ph type="title" hasCustomPrompt="1"/>
          </p:nvPr>
        </p:nvSpPr>
        <p:spPr/>
        <p:txBody>
          <a:bodyPr/>
          <a:lstStyle/>
          <a:p>
            <a:r>
              <a:rPr lang="en-US" dirty="0"/>
              <a:t>Comparison slide with 4 columns + 4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2281237" cy="828811"/>
          </a:xfrm>
          <a:prstGeom prst="rect">
            <a:avLst/>
          </a:prstGeom>
        </p:spPr>
        <p:txBody>
          <a:bodyPr lIns="0" tIns="0" rIns="0" bIns="0" anchor="b">
            <a:noAutofit/>
          </a:bodyPr>
          <a:lstStyle>
            <a:lvl1pPr marL="0" indent="0">
              <a:buNone/>
              <a:defRPr sz="2000">
                <a:latin typeface="+mj-lt"/>
              </a:defRPr>
            </a:lvl1pPr>
          </a:lstStyle>
          <a:p>
            <a:pPr lvl="0"/>
            <a:r>
              <a:rPr lang="en-US" noProof="0" dirty="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2096"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dirty="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356616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353048"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dirty="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635508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144000"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dirty="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14400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 name="Footer Placeholder 1">
            <a:extLst>
              <a:ext uri="{FF2B5EF4-FFF2-40B4-BE49-F238E27FC236}">
                <a16:creationId xmlns:a16="http://schemas.microsoft.com/office/drawing/2014/main" id="{0F1F58D9-2A99-AC15-43B6-ABC2F633C61D}"/>
              </a:ext>
              <a:ext uri="{C183D7F6-B498-43B3-948B-1728B52AA6E4}">
                <adec:decorative xmlns:adec="http://schemas.microsoft.com/office/drawing/2017/decorative" val="1"/>
              </a:ext>
            </a:extLst>
          </p:cNvPr>
          <p:cNvSpPr>
            <a:spLocks noGrp="1"/>
          </p:cNvSpPr>
          <p:nvPr>
            <p:ph type="ftr" sz="quarter" idx="28"/>
          </p:nvPr>
        </p:nvSpPr>
        <p:spPr/>
        <p:txBody>
          <a:bodyPr/>
          <a:lstStyle/>
          <a:p>
            <a:endParaRPr lang="en-US" noProof="0" dirty="0"/>
          </a:p>
        </p:txBody>
      </p:sp>
      <p:sp>
        <p:nvSpPr>
          <p:cNvPr id="8" name="Slide Number Placeholder 7">
            <a:extLst>
              <a:ext uri="{FF2B5EF4-FFF2-40B4-BE49-F238E27FC236}">
                <a16:creationId xmlns:a16="http://schemas.microsoft.com/office/drawing/2014/main" id="{9C4917EC-02AC-2660-29AF-216C61AD20B2}"/>
              </a:ext>
              <a:ext uri="{C183D7F6-B498-43B3-948B-1728B52AA6E4}">
                <adec:decorative xmlns:adec="http://schemas.microsoft.com/office/drawing/2017/decorative" val="1"/>
              </a:ext>
            </a:extLst>
          </p:cNvPr>
          <p:cNvSpPr>
            <a:spLocks noGrp="1"/>
          </p:cNvSpPr>
          <p:nvPr>
            <p:ph type="sldNum" sz="quarter" idx="27"/>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514919638"/>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x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86B940-E6A0-53BD-76E5-3F59767B127D}"/>
              </a:ext>
            </a:extLst>
          </p:cNvPr>
          <p:cNvSpPr>
            <a:spLocks noGrp="1"/>
          </p:cNvSpPr>
          <p:nvPr>
            <p:ph type="title" hasCustomPrompt="1"/>
          </p:nvPr>
        </p:nvSpPr>
        <p:spPr/>
        <p:txBody>
          <a:bodyPr/>
          <a:lstStyle/>
          <a:p>
            <a:r>
              <a:rPr lang="en-US" dirty="0"/>
              <a:t>Comparison slide with 5 columns + 5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1874520" cy="828811"/>
          </a:xfrm>
          <a:prstGeom prst="rect">
            <a:avLst/>
          </a:prstGeom>
        </p:spPr>
        <p:txBody>
          <a:bodyPr lIns="0" tIns="0" rIns="0" bIns="0" anchor="b">
            <a:noAutofit/>
          </a:bodyPr>
          <a:lstStyle>
            <a:lvl1pPr marL="0" indent="0">
              <a:buNone/>
              <a:defRPr sz="2000">
                <a:latin typeface="+mj-lt"/>
              </a:defRPr>
            </a:lvl1pPr>
          </a:lstStyle>
          <a:p>
            <a:pPr lvl="0"/>
            <a:r>
              <a:rPr lang="en-US" noProof="0" dirty="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2962616"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dirty="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2961846"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3" name="Textbox title 3">
            <a:extLst>
              <a:ext uri="{FF2B5EF4-FFF2-40B4-BE49-F238E27FC236}">
                <a16:creationId xmlns:a16="http://schemas.microsoft.com/office/drawing/2014/main" id="{4FFF4BFE-0073-ED16-634B-0B6BDEFA18E2}"/>
              </a:ext>
            </a:extLst>
          </p:cNvPr>
          <p:cNvSpPr>
            <a:spLocks noGrp="1"/>
          </p:cNvSpPr>
          <p:nvPr>
            <p:ph type="body" sz="quarter" idx="25" hasCustomPrompt="1"/>
          </p:nvPr>
        </p:nvSpPr>
        <p:spPr>
          <a:xfrm>
            <a:off x="5158469"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dirty="0"/>
              <a:t>Click to add heading</a:t>
            </a:r>
          </a:p>
        </p:txBody>
      </p:sp>
      <p:sp>
        <p:nvSpPr>
          <p:cNvPr id="4" name="Content Placeholder 3">
            <a:extLst>
              <a:ext uri="{FF2B5EF4-FFF2-40B4-BE49-F238E27FC236}">
                <a16:creationId xmlns:a16="http://schemas.microsoft.com/office/drawing/2014/main" id="{969A739C-D330-3625-7AA0-907C0CFEC7C2}"/>
              </a:ext>
            </a:extLst>
          </p:cNvPr>
          <p:cNvSpPr>
            <a:spLocks noGrp="1"/>
          </p:cNvSpPr>
          <p:nvPr>
            <p:ph sz="quarter" idx="26" hasCustomPrompt="1"/>
          </p:nvPr>
        </p:nvSpPr>
        <p:spPr>
          <a:xfrm>
            <a:off x="5157955"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7354322"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dirty="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735406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550174"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dirty="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55017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dirty="0"/>
              <a:t>Click to add text</a:t>
            </a:r>
          </a:p>
          <a:p>
            <a:pPr lvl="2"/>
            <a:r>
              <a:rPr lang="en-US" noProof="0" dirty="0"/>
              <a:t>Second level</a:t>
            </a:r>
          </a:p>
          <a:p>
            <a:pPr lvl="1"/>
            <a:endParaRPr lang="en-US" noProof="0" dirty="0"/>
          </a:p>
          <a:p>
            <a:pPr lvl="1"/>
            <a:endParaRPr lang="en-US" noProof="0" dirty="0"/>
          </a:p>
        </p:txBody>
      </p:sp>
      <p:sp>
        <p:nvSpPr>
          <p:cNvPr id="2" name="Footer Placeholder 1">
            <a:extLst>
              <a:ext uri="{FF2B5EF4-FFF2-40B4-BE49-F238E27FC236}">
                <a16:creationId xmlns:a16="http://schemas.microsoft.com/office/drawing/2014/main" id="{B8D49C1D-8B0E-1BD4-61F5-F8E3EF4993DB}"/>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dirty="0"/>
          </a:p>
        </p:txBody>
      </p:sp>
      <p:sp>
        <p:nvSpPr>
          <p:cNvPr id="12" name="Slide Number Placeholder 11">
            <a:extLst>
              <a:ext uri="{FF2B5EF4-FFF2-40B4-BE49-F238E27FC236}">
                <a16:creationId xmlns:a16="http://schemas.microsoft.com/office/drawing/2014/main" id="{34A65B4A-1014-D76A-81D8-0C8244F33ADB}"/>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324569545"/>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image right+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0E22E1-2CCF-9AA7-4663-E0C5B011C1A9}"/>
              </a:ext>
            </a:extLst>
          </p:cNvPr>
          <p:cNvSpPr>
            <a:spLocks noGrp="1"/>
          </p:cNvSpPr>
          <p:nvPr>
            <p:ph type="title" hasCustomPrompt="1"/>
          </p:nvPr>
        </p:nvSpPr>
        <p:spPr>
          <a:xfrm>
            <a:off x="766763" y="682514"/>
            <a:ext cx="4572000" cy="532765"/>
          </a:xfrm>
        </p:spPr>
        <p:txBody>
          <a:bodyPr/>
          <a:lstStyle/>
          <a:p>
            <a:r>
              <a:rPr lang="en-US" dirty="0"/>
              <a:t>Click to add title</a:t>
            </a:r>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hasCustomPrompt="1"/>
          </p:nvPr>
        </p:nvSpPr>
        <p:spPr>
          <a:xfrm>
            <a:off x="766763" y="1527175"/>
            <a:ext cx="4567237" cy="456565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Click to add text or select icon to insert content.</a:t>
            </a:r>
          </a:p>
        </p:txBody>
      </p:sp>
      <p:sp>
        <p:nvSpPr>
          <p:cNvPr id="4" name="Picture Placeholder 20" descr="Image placeholder. Click icon to add image. Images are available to download from the Brand Source image library.&#10;">
            <a:extLst>
              <a:ext uri="{FF2B5EF4-FFF2-40B4-BE49-F238E27FC236}">
                <a16:creationId xmlns:a16="http://schemas.microsoft.com/office/drawing/2014/main" id="{3A8E2A17-934C-7740-A581-F2AA6728D744}"/>
              </a:ext>
              <a:ext uri="{C183D7F6-B498-43B3-948B-1728B52AA6E4}">
                <adec:decorative xmlns:adec="http://schemas.microsoft.com/office/drawing/2017/decorative" val="0"/>
              </a:ext>
            </a:extLst>
          </p:cNvPr>
          <p:cNvSpPr>
            <a:spLocks noGrp="1"/>
          </p:cNvSpPr>
          <p:nvPr>
            <p:ph type="pic" sz="quarter" idx="14" hasCustomPrompt="1"/>
          </p:nvPr>
        </p:nvSpPr>
        <p:spPr>
          <a:xfrm>
            <a:off x="6096000" y="765176"/>
            <a:ext cx="5329239" cy="5327650"/>
          </a:xfrm>
          <a:prstGeom prst="rect">
            <a:avLst/>
          </a:prstGeom>
        </p:spPr>
        <p:txBody>
          <a:bodyPr lIns="91440" tIns="45720" rIns="91440" bIns="45720">
            <a:noAutofit/>
          </a:bodyPr>
          <a:lstStyle>
            <a:lvl1pPr marL="0" indent="0">
              <a:spcBef>
                <a:spcPts val="500"/>
              </a:spcBef>
              <a:buNone/>
              <a:defRPr lang="en-GB" sz="1800" kern="1200" baseline="0" noProof="0" smtClean="0">
                <a:solidFill>
                  <a:schemeClr val="tx1"/>
                </a:solidFill>
                <a:latin typeface="+mn-lt"/>
                <a:ea typeface="+mn-ea"/>
                <a:cs typeface="+mn-cs"/>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A2777F67-088D-169E-D23B-911C753C5CE2}"/>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dirty="0"/>
          </a:p>
        </p:txBody>
      </p:sp>
      <p:sp>
        <p:nvSpPr>
          <p:cNvPr id="10" name="Slide Number Placeholder 9">
            <a:extLst>
              <a:ext uri="{FF2B5EF4-FFF2-40B4-BE49-F238E27FC236}">
                <a16:creationId xmlns:a16="http://schemas.microsoft.com/office/drawing/2014/main" id="{B0190D9E-5F99-B4FA-2E16-8DFE9960A3B1}"/>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767757441"/>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arge title +righ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66764" y="619403"/>
            <a:ext cx="4567237"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dirty="0"/>
              <a:t>Click to add title</a:t>
            </a:r>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567237" cy="2663825"/>
          </a:xfrm>
          <a:prstGeom prst="rect">
            <a:avLst/>
          </a:prstGeom>
          <a:noFill/>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icon to insert content.</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84A30FA9-EFE0-BD49-888A-59263379F2F6}"/>
              </a:ext>
              <a:ext uri="{C183D7F6-B498-43B3-948B-1728B52AA6E4}">
                <adec:decorative xmlns:adec="http://schemas.microsoft.com/office/drawing/2017/decorative" val="0"/>
              </a:ext>
            </a:extLst>
          </p:cNvPr>
          <p:cNvSpPr>
            <a:spLocks noGrp="1"/>
          </p:cNvSpPr>
          <p:nvPr>
            <p:ph type="pic" sz="quarter" idx="18" hasCustomPrompt="1"/>
          </p:nvPr>
        </p:nvSpPr>
        <p:spPr>
          <a:xfrm>
            <a:off x="6096000" y="765174"/>
            <a:ext cx="5329239" cy="5327651"/>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4AD02D09-217C-4FEB-7C49-069EB2FC1E2B}"/>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dirty="0"/>
          </a:p>
        </p:txBody>
      </p:sp>
      <p:sp>
        <p:nvSpPr>
          <p:cNvPr id="10" name="Slide Number Placeholder 9">
            <a:extLst>
              <a:ext uri="{FF2B5EF4-FFF2-40B4-BE49-F238E27FC236}">
                <a16:creationId xmlns:a16="http://schemas.microsoft.com/office/drawing/2014/main" id="{5D94A19A-67D7-850F-8887-B4BFAF0A2CE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76482131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arge title+right graphic devic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EBAC359-7971-3346-8D90-684CC25CF1B3}"/>
              </a:ext>
            </a:extLst>
          </p:cNvPr>
          <p:cNvSpPr>
            <a:spLocks noGrp="1"/>
          </p:cNvSpPr>
          <p:nvPr>
            <p:ph type="title" hasCustomPrompt="1"/>
          </p:nvPr>
        </p:nvSpPr>
        <p:spPr>
          <a:xfrm>
            <a:off x="767700" y="619403"/>
            <a:ext cx="4556776"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dirty="0"/>
              <a:t>Click to add title</a:t>
            </a: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3429000"/>
            <a:ext cx="4567237"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icon to insert content.</a:t>
            </a:r>
          </a:p>
        </p:txBody>
      </p:sp>
      <p:sp>
        <p:nvSpPr>
          <p:cNvPr id="6" name="Picture placeholder 8" descr="Image placeholder. Click icon to add image. Images are available to download from the Brand Source image library.&#10;">
            <a:extLst>
              <a:ext uri="{FF2B5EF4-FFF2-40B4-BE49-F238E27FC236}">
                <a16:creationId xmlns:a16="http://schemas.microsoft.com/office/drawing/2014/main" id="{C4B7093F-77F3-3449-9E60-BC70230FC0A3}"/>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6096000"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dirty="0">
                <a:cs typeface="Arial" pitchFamily="34" charset="0"/>
              </a:rPr>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ADB4C667-0FA7-D609-1ADA-EB0C16E0746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dirty="0"/>
          </a:p>
        </p:txBody>
      </p:sp>
      <p:sp>
        <p:nvSpPr>
          <p:cNvPr id="9" name="Slide Number Placeholder 8">
            <a:extLst>
              <a:ext uri="{FF2B5EF4-FFF2-40B4-BE49-F238E27FC236}">
                <a16:creationId xmlns:a16="http://schemas.microsoft.com/office/drawing/2014/main" id="{B2D0C67A-81E4-24D5-8D9F-71A927E7E326}"/>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598027867"/>
      </p:ext>
    </p:extLst>
  </p:cSld>
  <p:clrMapOvr>
    <a:masterClrMapping/>
  </p:clrMapOvr>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rge image left+conten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58000" y="684000"/>
            <a:ext cx="4568023" cy="530352"/>
          </a:xfrm>
          <a:prstGeom prst="rect">
            <a:avLst/>
          </a:prstGeom>
        </p:spPr>
        <p:txBody>
          <a:bodyPr vert="horz" lIns="0" tIns="0" rIns="0" bIns="0" rtlCol="0" anchor="t" anchorCtr="0">
            <a:noAutofit/>
          </a:bodyPr>
          <a:lstStyle>
            <a:lvl1pPr>
              <a:defRPr>
                <a:solidFill>
                  <a:schemeClr val="tx1"/>
                </a:solidFill>
              </a:defRPr>
            </a:lvl1pPr>
          </a:lstStyle>
          <a:p>
            <a:r>
              <a:rPr lang="en-US" noProof="0" dirty="0"/>
              <a:t>Click to add title</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BDBF016D-4A07-3C4E-84B2-4A358A221DCF}"/>
              </a:ext>
              <a:ext uri="{C183D7F6-B498-43B3-948B-1728B52AA6E4}">
                <adec:decorative xmlns:adec="http://schemas.microsoft.com/office/drawing/2017/decorative" val="0"/>
              </a:ext>
            </a:extLst>
          </p:cNvPr>
          <p:cNvSpPr>
            <a:spLocks noGrp="1"/>
          </p:cNvSpPr>
          <p:nvPr>
            <p:ph type="pic" sz="quarter" idx="18" hasCustomPrompt="1"/>
          </p:nvPr>
        </p:nvSpPr>
        <p:spPr>
          <a:xfrm>
            <a:off x="766763" y="765175"/>
            <a:ext cx="5329237" cy="5327650"/>
          </a:xfrm>
          <a:prstGeom prst="rect">
            <a:avLst/>
          </a:prstGeom>
        </p:spPr>
        <p:txBody>
          <a:bodyPr anchor="t" anchorCtr="0">
            <a:noAutofit/>
          </a:bodyPr>
          <a:lstStyle>
            <a:lvl1pPr marL="0" indent="0" algn="l">
              <a:buNone/>
              <a:defRPr sz="1800">
                <a:latin typeface="+mn-lt"/>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hasCustomPrompt="1"/>
          </p:nvPr>
        </p:nvSpPr>
        <p:spPr>
          <a:xfrm>
            <a:off x="6858000" y="1527175"/>
            <a:ext cx="456610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Click to add text or select icon to insert content.</a:t>
            </a:r>
          </a:p>
          <a:p>
            <a:pPr lvl="0"/>
            <a:endParaRPr lang="en-US" noProof="0" dirty="0"/>
          </a:p>
        </p:txBody>
      </p:sp>
      <p:sp>
        <p:nvSpPr>
          <p:cNvPr id="2" name="Footer Placeholder 1">
            <a:extLst>
              <a:ext uri="{FF2B5EF4-FFF2-40B4-BE49-F238E27FC236}">
                <a16:creationId xmlns:a16="http://schemas.microsoft.com/office/drawing/2014/main" id="{EFCFB3ED-7781-D4EF-E83D-C48F05F58FB6}"/>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dirty="0"/>
          </a:p>
        </p:txBody>
      </p:sp>
      <p:sp>
        <p:nvSpPr>
          <p:cNvPr id="10" name="Slide Number Placeholder 9">
            <a:extLst>
              <a:ext uri="{FF2B5EF4-FFF2-40B4-BE49-F238E27FC236}">
                <a16:creationId xmlns:a16="http://schemas.microsoft.com/office/drawing/2014/main" id="{D049E518-0D49-2B58-4476-F2561B342B8E}"/>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20181529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rge title +lef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58001" y="621792"/>
            <a:ext cx="4567238"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dirty="0"/>
              <a:t>Click to add title</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A46A2561-43A0-D843-B868-9E14FD55F20B}"/>
              </a:ext>
              <a:ext uri="{C183D7F6-B498-43B3-948B-1728B52AA6E4}">
                <adec:decorative xmlns:adec="http://schemas.microsoft.com/office/drawing/2017/decorative" val="0"/>
              </a:ext>
            </a:extLst>
          </p:cNvPr>
          <p:cNvSpPr>
            <a:spLocks noGrp="1"/>
          </p:cNvSpPr>
          <p:nvPr>
            <p:ph type="pic" sz="quarter" idx="18" hasCustomPrompt="1"/>
          </p:nvPr>
        </p:nvSpPr>
        <p:spPr>
          <a:xfrm>
            <a:off x="766763" y="765175"/>
            <a:ext cx="5329237" cy="5327650"/>
          </a:xfrm>
          <a:prstGeom prst="rect">
            <a:avLst/>
          </a:prstGeom>
        </p:spPr>
        <p:txBody>
          <a:bodyPr anchor="t" anchorCtr="0">
            <a:noAutofit/>
          </a:bodyPr>
          <a:lstStyle>
            <a:lvl1pPr marL="0" indent="0" algn="l">
              <a:buNone/>
              <a:defRPr sz="1800">
                <a:latin typeface="+mn-lt"/>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hasCustomPrompt="1"/>
          </p:nvPr>
        </p:nvSpPr>
        <p:spPr>
          <a:xfrm>
            <a:off x="6858001" y="3429000"/>
            <a:ext cx="4567238" cy="266090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icon to insert content.</a:t>
            </a:r>
          </a:p>
        </p:txBody>
      </p:sp>
      <p:sp>
        <p:nvSpPr>
          <p:cNvPr id="2" name="Footer Placeholder 1">
            <a:extLst>
              <a:ext uri="{FF2B5EF4-FFF2-40B4-BE49-F238E27FC236}">
                <a16:creationId xmlns:a16="http://schemas.microsoft.com/office/drawing/2014/main" id="{1BB5AD0C-44EC-32B8-F1EF-E2197F69C25A}"/>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dirty="0"/>
          </a:p>
        </p:txBody>
      </p:sp>
      <p:sp>
        <p:nvSpPr>
          <p:cNvPr id="10" name="Slide Number Placeholder 9">
            <a:extLst>
              <a:ext uri="{FF2B5EF4-FFF2-40B4-BE49-F238E27FC236}">
                <a16:creationId xmlns:a16="http://schemas.microsoft.com/office/drawing/2014/main" id="{C26774E6-82FA-9467-E28A-C4CC98B3DEA3}"/>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43528866"/>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rge graphic device left+content">
    <p:spTree>
      <p:nvGrpSpPr>
        <p:cNvPr id="1" name=""/>
        <p:cNvGrpSpPr/>
        <p:nvPr/>
      </p:nvGrpSpPr>
      <p:grpSpPr>
        <a:xfrm>
          <a:off x="0" y="0"/>
          <a:ext cx="0" cy="0"/>
          <a:chOff x="0" y="0"/>
          <a:chExt cx="0" cy="0"/>
        </a:xfrm>
      </p:grpSpPr>
      <p:sp>
        <p:nvSpPr>
          <p:cNvPr id="8" name="Title 4">
            <a:extLst>
              <a:ext uri="{FF2B5EF4-FFF2-40B4-BE49-F238E27FC236}">
                <a16:creationId xmlns:a16="http://schemas.microsoft.com/office/drawing/2014/main" id="{B83A3C21-1796-71D9-30EA-EAA78864551D}"/>
              </a:ext>
            </a:extLst>
          </p:cNvPr>
          <p:cNvSpPr>
            <a:spLocks noGrp="1"/>
          </p:cNvSpPr>
          <p:nvPr>
            <p:ph type="title" hasCustomPrompt="1"/>
          </p:nvPr>
        </p:nvSpPr>
        <p:spPr>
          <a:xfrm>
            <a:off x="6858000" y="621792"/>
            <a:ext cx="4572000" cy="2514600"/>
          </a:xfrm>
        </p:spPr>
        <p:txBody>
          <a:bodyPr>
            <a:noAutofit/>
          </a:bodyPr>
          <a:lstStyle>
            <a:lvl1pPr>
              <a:defRPr sz="4800"/>
            </a:lvl1pPr>
          </a:lstStyle>
          <a:p>
            <a:r>
              <a:rPr lang="en-US" noProof="0" dirty="0"/>
              <a:t>Click to add title</a:t>
            </a:r>
          </a:p>
        </p:txBody>
      </p:sp>
      <p:sp>
        <p:nvSpPr>
          <p:cNvPr id="3" name="Picture placeholder 8" descr="Image placeholder. Click icon to add image. Images are available to download from the Brand Source image library.&#10;">
            <a:extLst>
              <a:ext uri="{FF2B5EF4-FFF2-40B4-BE49-F238E27FC236}">
                <a16:creationId xmlns:a16="http://schemas.microsoft.com/office/drawing/2014/main" id="{A421830E-43AD-2D8E-C6C8-BCE3A9BF6F1E}"/>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768096"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dirty="0">
                <a:cs typeface="Arial" pitchFamily="34" charset="0"/>
              </a:rPr>
              <a:t>Click icon to add image. Images are available to download from the Brand Source image library  brand.cgi.com</a:t>
            </a:r>
          </a:p>
        </p:txBody>
      </p:sp>
      <p:sp>
        <p:nvSpPr>
          <p:cNvPr id="7" name="Content Placeholder 20">
            <a:extLst>
              <a:ext uri="{FF2B5EF4-FFF2-40B4-BE49-F238E27FC236}">
                <a16:creationId xmlns:a16="http://schemas.microsoft.com/office/drawing/2014/main" id="{0E9648EC-C942-EFC6-8E33-CAB1FAB99C7C}"/>
              </a:ext>
            </a:extLst>
          </p:cNvPr>
          <p:cNvSpPr>
            <a:spLocks noGrp="1"/>
          </p:cNvSpPr>
          <p:nvPr>
            <p:ph sz="quarter" idx="20" hasCustomPrompt="1"/>
          </p:nvPr>
        </p:nvSpPr>
        <p:spPr>
          <a:xfrm>
            <a:off x="6858002" y="3429000"/>
            <a:ext cx="4567237" cy="26609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Click to add text or select icon to insert content.</a:t>
            </a:r>
          </a:p>
        </p:txBody>
      </p:sp>
      <p:sp>
        <p:nvSpPr>
          <p:cNvPr id="2" name="Footer Placeholder 1">
            <a:extLst>
              <a:ext uri="{FF2B5EF4-FFF2-40B4-BE49-F238E27FC236}">
                <a16:creationId xmlns:a16="http://schemas.microsoft.com/office/drawing/2014/main" id="{5F2D5990-B71C-813A-9F27-4810CBA2E1F3}"/>
              </a:ext>
              <a:ext uri="{C183D7F6-B498-43B3-948B-1728B52AA6E4}">
                <adec:decorative xmlns:adec="http://schemas.microsoft.com/office/drawing/2017/decorative" val="1"/>
              </a:ext>
            </a:extLst>
          </p:cNvPr>
          <p:cNvSpPr>
            <a:spLocks noGrp="1"/>
          </p:cNvSpPr>
          <p:nvPr>
            <p:ph type="ftr" sz="quarter" idx="24"/>
          </p:nvPr>
        </p:nvSpPr>
        <p:spPr/>
        <p:txBody>
          <a:bodyPr/>
          <a:lstStyle/>
          <a:p>
            <a:endParaRPr lang="en-US" noProof="0" dirty="0"/>
          </a:p>
        </p:txBody>
      </p:sp>
      <p:sp>
        <p:nvSpPr>
          <p:cNvPr id="12" name="Slide Number Placeholder 11">
            <a:extLst>
              <a:ext uri="{FF2B5EF4-FFF2-40B4-BE49-F238E27FC236}">
                <a16:creationId xmlns:a16="http://schemas.microsoft.com/office/drawing/2014/main" id="{1463B1C6-8C17-350A-261D-406041A96245}"/>
              </a:ext>
              <a:ext uri="{C183D7F6-B498-43B3-948B-1728B52AA6E4}">
                <adec:decorative xmlns:adec="http://schemas.microsoft.com/office/drawing/2017/decorative" val="1"/>
              </a:ext>
            </a:extLst>
          </p:cNvPr>
          <p:cNvSpPr>
            <a:spLocks noGrp="1"/>
          </p:cNvSpPr>
          <p:nvPr>
            <p:ph type="sldNum" sz="quarter" idx="23"/>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699746258"/>
      </p:ext>
    </p:extLst>
  </p:cSld>
  <p:clrMapOvr>
    <a:masterClrMapping/>
  </p:clrMapOvr>
  <p:transition/>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uter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lIns="0"/>
          <a:lstStyle>
            <a:lvl1pPr>
              <a:defRPr/>
            </a:lvl1pPr>
          </a:lstStyle>
          <a:p>
            <a:r>
              <a:rPr lang="en-US" noProof="0" dirty="0"/>
              <a:t>Content slide with editable computer screen – click to add title</a:t>
            </a:r>
          </a:p>
        </p:txBody>
      </p:sp>
      <p:pic>
        <p:nvPicPr>
          <p:cNvPr id="4" name="Picture 3">
            <a:extLst>
              <a:ext uri="{FF2B5EF4-FFF2-40B4-BE49-F238E27FC236}">
                <a16:creationId xmlns:a16="http://schemas.microsoft.com/office/drawing/2014/main" id="{8CACD659-21BD-FF75-6930-8221A796EB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20545" y="1594918"/>
            <a:ext cx="5404149" cy="4580569"/>
          </a:xfrm>
          <a:prstGeom prst="rect">
            <a:avLst/>
          </a:prstGeom>
        </p:spPr>
      </p:pic>
      <p:sp>
        <p:nvSpPr>
          <p:cNvPr id="3" name="Footer Placeholder 2">
            <a:extLst>
              <a:ext uri="{FF2B5EF4-FFF2-40B4-BE49-F238E27FC236}">
                <a16:creationId xmlns:a16="http://schemas.microsoft.com/office/drawing/2014/main" id="{CCD897C4-E2F2-4CF8-5229-A76A4CC36652}"/>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dirty="0"/>
          </a:p>
        </p:txBody>
      </p:sp>
      <p:sp>
        <p:nvSpPr>
          <p:cNvPr id="9" name="Slide Number Placeholder 8">
            <a:extLst>
              <a:ext uri="{FF2B5EF4-FFF2-40B4-BE49-F238E27FC236}">
                <a16:creationId xmlns:a16="http://schemas.microsoft.com/office/drawing/2014/main" id="{13B1A9B0-8D59-83A5-4DBA-D7CE9A694A31}"/>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dirty="0"/>
          </a:p>
        </p:txBody>
      </p:sp>
      <p:sp>
        <p:nvSpPr>
          <p:cNvPr id="7" name="Picture Placeholder 6">
            <a:extLst>
              <a:ext uri="{FF2B5EF4-FFF2-40B4-BE49-F238E27FC236}">
                <a16:creationId xmlns:a16="http://schemas.microsoft.com/office/drawing/2014/main" id="{52F58082-4E21-8983-9822-25F161D8E6C4}"/>
              </a:ext>
            </a:extLst>
          </p:cNvPr>
          <p:cNvSpPr>
            <a:spLocks noGrp="1"/>
          </p:cNvSpPr>
          <p:nvPr>
            <p:ph type="pic" sz="quarter" idx="24"/>
          </p:nvPr>
        </p:nvSpPr>
        <p:spPr>
          <a:xfrm>
            <a:off x="6199632" y="1783080"/>
            <a:ext cx="5038344" cy="2907792"/>
          </a:xfrm>
        </p:spPr>
        <p:txBody>
          <a:bodyPr lIns="91440" tIns="91440" rIns="91440" bIns="91440"/>
          <a:lstStyle>
            <a:lvl1pPr>
              <a:defRPr sz="2000"/>
            </a:lvl1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noProof="0"/>
              <a:t>Click icon to add picture</a:t>
            </a:r>
            <a:endParaRPr lang="en-US" noProof="0" dirty="0"/>
          </a:p>
        </p:txBody>
      </p:sp>
      <p:sp>
        <p:nvSpPr>
          <p:cNvPr id="5" name="Content Placeholder 20">
            <a:extLst>
              <a:ext uri="{FF2B5EF4-FFF2-40B4-BE49-F238E27FC236}">
                <a16:creationId xmlns:a16="http://schemas.microsoft.com/office/drawing/2014/main" id="{7A5DC591-0F3B-CC93-78B8-9BED5DE66560}"/>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dirty="0"/>
              <a:t>Click to add text or select icon to insert content.</a:t>
            </a:r>
          </a:p>
          <a:p>
            <a:pPr lvl="0"/>
            <a:endParaRPr lang="en-US" noProof="0" dirty="0"/>
          </a:p>
        </p:txBody>
      </p:sp>
    </p:spTree>
    <p:extLst>
      <p:ext uri="{BB962C8B-B14F-4D97-AF65-F5344CB8AC3E}">
        <p14:creationId xmlns:p14="http://schemas.microsoft.com/office/powerpoint/2010/main" val="351479667"/>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ptop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dirty="0"/>
              <a:t>Content slide with editable laptop screen – click to add title</a:t>
            </a:r>
          </a:p>
        </p:txBody>
      </p:sp>
      <p:sp>
        <p:nvSpPr>
          <p:cNvPr id="14" name="Content Placeholder 20">
            <a:extLst>
              <a:ext uri="{FF2B5EF4-FFF2-40B4-BE49-F238E27FC236}">
                <a16:creationId xmlns:a16="http://schemas.microsoft.com/office/drawing/2014/main" id="{27B262E3-C2DF-AD9E-2069-876FCA1C8464}"/>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dirty="0"/>
              <a:t>Click to add text or select icon to insert content.</a:t>
            </a:r>
          </a:p>
          <a:p>
            <a:pPr lvl="0"/>
            <a:endParaRPr lang="en-US" noProof="0" dirty="0"/>
          </a:p>
        </p:txBody>
      </p:sp>
      <p:pic>
        <p:nvPicPr>
          <p:cNvPr id="4" name="Laptop" descr="Laptop">
            <a:extLst>
              <a:ext uri="{FF2B5EF4-FFF2-40B4-BE49-F238E27FC236}">
                <a16:creationId xmlns:a16="http://schemas.microsoft.com/office/drawing/2014/main" id="{2AADE652-AE35-AFBD-A1C4-B2BCED871A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78171" y="1532674"/>
            <a:ext cx="6913829" cy="4413037"/>
          </a:xfrm>
          <a:prstGeom prst="rect">
            <a:avLst/>
          </a:prstGeom>
        </p:spPr>
      </p:pic>
      <p:sp>
        <p:nvSpPr>
          <p:cNvPr id="5" name="Picture Placeholder 2" descr="Photograph of information aligning with slide content, displayed on a computer screen.">
            <a:extLst>
              <a:ext uri="{FF2B5EF4-FFF2-40B4-BE49-F238E27FC236}">
                <a16:creationId xmlns:a16="http://schemas.microsoft.com/office/drawing/2014/main" id="{91948F71-FA03-3475-4DF8-8A1530870041}"/>
              </a:ext>
              <a:ext uri="{C183D7F6-B498-43B3-948B-1728B52AA6E4}">
                <adec:decorative xmlns:adec="http://schemas.microsoft.com/office/drawing/2017/decorative" val="0"/>
              </a:ext>
            </a:extLst>
          </p:cNvPr>
          <p:cNvSpPr>
            <a:spLocks noGrp="1"/>
          </p:cNvSpPr>
          <p:nvPr>
            <p:ph type="pic" sz="quarter" idx="24"/>
          </p:nvPr>
        </p:nvSpPr>
        <p:spPr>
          <a:xfrm>
            <a:off x="6629400" y="1767176"/>
            <a:ext cx="5562600" cy="3607904"/>
          </a:xfrm>
          <a:prstGeom prst="rect">
            <a:avLst/>
          </a:prstGeom>
          <a:noFill/>
        </p:spPr>
        <p:txBody>
          <a:bodyPr lIns="91440" tIns="91440" rIns="91440" bIns="91440" anchor="t" anchorCtr="0">
            <a:normAutofit/>
          </a:bodyPr>
          <a:lstStyle>
            <a:lvl1pPr marL="0" indent="0" algn="l">
              <a:buNone/>
              <a:defRPr sz="2000"/>
            </a:lvl1pPr>
          </a:lstStyle>
          <a:p>
            <a:r>
              <a:rPr lang="en-US" noProof="0"/>
              <a:t>Click icon to add picture</a:t>
            </a:r>
            <a:endParaRPr lang="en-US" noProof="0" dirty="0"/>
          </a:p>
        </p:txBody>
      </p:sp>
      <p:sp>
        <p:nvSpPr>
          <p:cNvPr id="3" name="Footer Placeholder 2">
            <a:extLst>
              <a:ext uri="{FF2B5EF4-FFF2-40B4-BE49-F238E27FC236}">
                <a16:creationId xmlns:a16="http://schemas.microsoft.com/office/drawing/2014/main" id="{6E47998D-D816-211C-2B52-20DC56458634}"/>
              </a:ext>
              <a:ext uri="{C183D7F6-B498-43B3-948B-1728B52AA6E4}">
                <adec:decorative xmlns:adec="http://schemas.microsoft.com/office/drawing/2017/decorative" val="0"/>
              </a:ext>
            </a:extLst>
          </p:cNvPr>
          <p:cNvSpPr>
            <a:spLocks noGrp="1"/>
          </p:cNvSpPr>
          <p:nvPr userDrawn="1">
            <p:ph type="ftr" sz="quarter" idx="23"/>
          </p:nvPr>
        </p:nvSpPr>
        <p:spPr/>
        <p:txBody>
          <a:bodyPr/>
          <a:lstStyle/>
          <a:p>
            <a:endParaRPr lang="en-US" noProof="0" dirty="0"/>
          </a:p>
        </p:txBody>
      </p:sp>
      <p:sp>
        <p:nvSpPr>
          <p:cNvPr id="9" name="Slide Number Placeholder 8">
            <a:extLst>
              <a:ext uri="{FF2B5EF4-FFF2-40B4-BE49-F238E27FC236}">
                <a16:creationId xmlns:a16="http://schemas.microsoft.com/office/drawing/2014/main" id="{53447895-D093-DE49-C329-17565F7FABBB}"/>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637006035"/>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t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a:noFill/>
        </p:spPr>
        <p:txBody>
          <a:bodyPr/>
          <a:lstStyle>
            <a:lvl1pPr>
              <a:defRPr/>
            </a:lvl1pPr>
          </a:lstStyle>
          <a:p>
            <a:r>
              <a:rPr lang="en-US" noProof="0" dirty="0"/>
              <a:t>Content slide with editable tablet screen – click to add title</a:t>
            </a:r>
          </a:p>
        </p:txBody>
      </p:sp>
      <p:pic>
        <p:nvPicPr>
          <p:cNvPr id="4" name="Picture 3" descr="Tablet with blank screen.">
            <a:extLst>
              <a:ext uri="{FF2B5EF4-FFF2-40B4-BE49-F238E27FC236}">
                <a16:creationId xmlns:a16="http://schemas.microsoft.com/office/drawing/2014/main" id="{CD542B68-861B-4C30-90C5-5016FA310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44053" y="1578394"/>
            <a:ext cx="4075070" cy="4642813"/>
          </a:xfrm>
          <a:prstGeom prst="rect">
            <a:avLst/>
          </a:prstGeom>
        </p:spPr>
      </p:pic>
      <p:sp>
        <p:nvSpPr>
          <p:cNvPr id="11" name="Picture Placeholder 2" descr="Placeholder to add picture of information aligning with slide content, displayed on a tablet screen.">
            <a:extLst>
              <a:ext uri="{FF2B5EF4-FFF2-40B4-BE49-F238E27FC236}">
                <a16:creationId xmlns:a16="http://schemas.microsoft.com/office/drawing/2014/main" id="{08B77F00-A11D-0CF2-7AE7-A86D95DA19EA}"/>
              </a:ext>
              <a:ext uri="{C183D7F6-B498-43B3-948B-1728B52AA6E4}">
                <adec:decorative xmlns:adec="http://schemas.microsoft.com/office/drawing/2017/decorative" val="0"/>
              </a:ext>
            </a:extLst>
          </p:cNvPr>
          <p:cNvSpPr>
            <a:spLocks noGrp="1"/>
          </p:cNvSpPr>
          <p:nvPr>
            <p:ph type="pic" sz="quarter" idx="18"/>
          </p:nvPr>
        </p:nvSpPr>
        <p:spPr>
          <a:xfrm>
            <a:off x="7022592" y="1920240"/>
            <a:ext cx="2907792" cy="3749040"/>
          </a:xfrm>
          <a:prstGeom prst="rect">
            <a:avLst/>
          </a:prstGeom>
          <a:noFill/>
          <a:ln>
            <a:noFill/>
          </a:ln>
        </p:spPr>
        <p:txBody>
          <a:bodyPr lIns="91440" tIns="91440" rIns="91440" bIns="91440" anchor="t" anchorCtr="0"/>
          <a:lstStyle>
            <a:lvl1pPr marL="0" indent="0" algn="ctr">
              <a:buNone/>
              <a:defRPr sz="2000"/>
            </a:lvl1pPr>
          </a:lstStyle>
          <a:p>
            <a:r>
              <a:rPr lang="en-US" noProof="0"/>
              <a:t>Click icon to add picture</a:t>
            </a:r>
            <a:endParaRPr lang="en-US" noProof="0" dirty="0"/>
          </a:p>
        </p:txBody>
      </p:sp>
      <p:sp>
        <p:nvSpPr>
          <p:cNvPr id="3" name="Footer Placeholder 2">
            <a:extLst>
              <a:ext uri="{FF2B5EF4-FFF2-40B4-BE49-F238E27FC236}">
                <a16:creationId xmlns:a16="http://schemas.microsoft.com/office/drawing/2014/main" id="{551FF1A3-1160-C4C4-A626-206C16181D21}"/>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dirty="0"/>
          </a:p>
        </p:txBody>
      </p:sp>
      <p:sp>
        <p:nvSpPr>
          <p:cNvPr id="9" name="Slide Number Placeholder 8">
            <a:extLst>
              <a:ext uri="{FF2B5EF4-FFF2-40B4-BE49-F238E27FC236}">
                <a16:creationId xmlns:a16="http://schemas.microsoft.com/office/drawing/2014/main" id="{9E659B3B-343D-4046-633E-2244C47D9ED4}"/>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dirty="0"/>
          </a:p>
        </p:txBody>
      </p:sp>
      <p:sp>
        <p:nvSpPr>
          <p:cNvPr id="5" name="Content Placeholder 20">
            <a:extLst>
              <a:ext uri="{FF2B5EF4-FFF2-40B4-BE49-F238E27FC236}">
                <a16:creationId xmlns:a16="http://schemas.microsoft.com/office/drawing/2014/main" id="{5E6282E1-2EC2-E37A-5839-3290768DE8BE}"/>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dirty="0"/>
              <a:t>Click to add text or select icon to insert content.</a:t>
            </a:r>
          </a:p>
          <a:p>
            <a:pPr lvl="0"/>
            <a:endParaRPr lang="en-US" noProof="0" dirty="0"/>
          </a:p>
        </p:txBody>
      </p:sp>
    </p:spTree>
    <p:extLst>
      <p:ext uri="{BB962C8B-B14F-4D97-AF65-F5344CB8AC3E}">
        <p14:creationId xmlns:p14="http://schemas.microsoft.com/office/powerpoint/2010/main" val="2571257292"/>
      </p:ext>
    </p:extLst>
  </p:cSld>
  <p:clrMapOvr>
    <a:masterClrMapping/>
  </p:clrMapOvr>
  <p:transition/>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obile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dirty="0"/>
              <a:t>Content slide with editable mobile phone screen – click to add title</a:t>
            </a:r>
          </a:p>
        </p:txBody>
      </p:sp>
      <p:pic>
        <p:nvPicPr>
          <p:cNvPr id="4" name="Picture 3">
            <a:extLst>
              <a:ext uri="{FF2B5EF4-FFF2-40B4-BE49-F238E27FC236}">
                <a16:creationId xmlns:a16="http://schemas.microsoft.com/office/drawing/2014/main" id="{4C0811E1-3F8E-2C46-3C75-8CFD0806D4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370657" y="1532674"/>
            <a:ext cx="2797893" cy="4727592"/>
          </a:xfrm>
          <a:prstGeom prst="rect">
            <a:avLst/>
          </a:prstGeom>
        </p:spPr>
      </p:pic>
      <p:sp>
        <p:nvSpPr>
          <p:cNvPr id="3" name="Footer Placeholder 2">
            <a:extLst>
              <a:ext uri="{FF2B5EF4-FFF2-40B4-BE49-F238E27FC236}">
                <a16:creationId xmlns:a16="http://schemas.microsoft.com/office/drawing/2014/main" id="{4DC01B46-EE15-3169-76FA-5E007386196A}"/>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dirty="0"/>
          </a:p>
        </p:txBody>
      </p:sp>
      <p:sp>
        <p:nvSpPr>
          <p:cNvPr id="9" name="Slide Number Placeholder 8">
            <a:extLst>
              <a:ext uri="{FF2B5EF4-FFF2-40B4-BE49-F238E27FC236}">
                <a16:creationId xmlns:a16="http://schemas.microsoft.com/office/drawing/2014/main" id="{230ED152-8F64-205C-DD05-E8E32791A0E3}"/>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dirty="0"/>
          </a:p>
        </p:txBody>
      </p:sp>
      <p:sp>
        <p:nvSpPr>
          <p:cNvPr id="7" name="Picture Placeholder 6">
            <a:extLst>
              <a:ext uri="{FF2B5EF4-FFF2-40B4-BE49-F238E27FC236}">
                <a16:creationId xmlns:a16="http://schemas.microsoft.com/office/drawing/2014/main" id="{7AAACC6F-A2B2-201C-1143-00C234082089}"/>
              </a:ext>
            </a:extLst>
          </p:cNvPr>
          <p:cNvSpPr>
            <a:spLocks noGrp="1"/>
          </p:cNvSpPr>
          <p:nvPr>
            <p:ph type="pic" sz="quarter" idx="24"/>
          </p:nvPr>
        </p:nvSpPr>
        <p:spPr>
          <a:xfrm>
            <a:off x="7772400" y="1911096"/>
            <a:ext cx="1993392" cy="3803904"/>
          </a:xfrm>
        </p:spPr>
        <p:txBody>
          <a:bodyPr lIns="91440" tIns="91440" rIns="91440" bIns="91440"/>
          <a:lstStyle>
            <a:lvl1pPr>
              <a:defRPr sz="2000"/>
            </a:lvl1pPr>
          </a:lstStyle>
          <a:p>
            <a:r>
              <a:rPr lang="en-US" noProof="0"/>
              <a:t>Click icon to add picture</a:t>
            </a:r>
            <a:endParaRPr lang="en-US" noProof="0" dirty="0"/>
          </a:p>
        </p:txBody>
      </p:sp>
      <p:sp>
        <p:nvSpPr>
          <p:cNvPr id="5" name="Content Placeholder 20">
            <a:extLst>
              <a:ext uri="{FF2B5EF4-FFF2-40B4-BE49-F238E27FC236}">
                <a16:creationId xmlns:a16="http://schemas.microsoft.com/office/drawing/2014/main" id="{B92E25EB-FFDE-E9E0-7CEA-6BF2B9F0A6DF}"/>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dirty="0"/>
              <a:t>Click to add text or select icon to insert content.</a:t>
            </a:r>
          </a:p>
          <a:p>
            <a:pPr lvl="0"/>
            <a:endParaRPr lang="en-US" noProof="0" dirty="0"/>
          </a:p>
        </p:txBody>
      </p:sp>
    </p:spTree>
    <p:extLst>
      <p:ext uri="{BB962C8B-B14F-4D97-AF65-F5344CB8AC3E}">
        <p14:creationId xmlns:p14="http://schemas.microsoft.com/office/powerpoint/2010/main" val="2816947622"/>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dirty="0"/>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dirty="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140486627"/>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ad Only 3">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dirty="0">
                <a:solidFill>
                  <a:schemeClr val="bg1"/>
                </a:solidFill>
              </a:rPr>
              <a:t>CV &amp; team layouts</a:t>
            </a:r>
            <a:endParaRPr lang="en-US" sz="16600" dirty="0">
              <a:solidFill>
                <a:schemeClr val="bg1"/>
              </a:solidFill>
            </a:endParaRPr>
          </a:p>
        </p:txBody>
      </p:sp>
    </p:spTree>
    <p:extLst>
      <p:ext uri="{BB962C8B-B14F-4D97-AF65-F5344CB8AC3E}">
        <p14:creationId xmlns:p14="http://schemas.microsoft.com/office/powerpoint/2010/main" val="3702379852"/>
      </p:ext>
    </p:extLst>
  </p:cSld>
  <p:clrMapOvr>
    <a:masterClrMapping/>
  </p:clrMapOvr>
  <p:transition/>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V/Resume slide – Layout 2B">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latin typeface="+mj-lt"/>
              </a:defRPr>
            </a:lvl1pPr>
          </a:lstStyle>
          <a:p>
            <a:r>
              <a:rPr lang="en-US" noProof="0" dirty="0"/>
              <a:t>CV/Resume layout 2B – click to add name</a:t>
            </a:r>
          </a:p>
        </p:txBody>
      </p:sp>
      <p:sp>
        <p:nvSpPr>
          <p:cNvPr id="3" name="Cornerstone">
            <a:extLst>
              <a:ext uri="{FF2B5EF4-FFF2-40B4-BE49-F238E27FC236}">
                <a16:creationId xmlns:a16="http://schemas.microsoft.com/office/drawing/2014/main" id="{20503735-E700-A08F-CA56-1716FA65B6B7}"/>
              </a:ext>
              <a:ext uri="{C183D7F6-B498-43B3-948B-1728B52AA6E4}">
                <adec:decorative xmlns:adec="http://schemas.microsoft.com/office/drawing/2017/decorative" val="1"/>
              </a:ext>
            </a:extLst>
          </p:cNvPr>
          <p:cNvSpPr>
            <a:spLocks noChangeAspect="1"/>
          </p:cNvSpPr>
          <p:nvPr userDrawn="1"/>
        </p:nvSpPr>
        <p:spPr bwMode="gray">
          <a:xfrm rot="16200000">
            <a:off x="10119233" y="77093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a:gsLst>
              <a:gs pos="0">
                <a:srgbClr val="FFCDD2"/>
              </a:gs>
              <a:gs pos="33000">
                <a:srgbClr val="FF6A00"/>
              </a:gs>
              <a:gs pos="66000">
                <a:srgbClr val="E31937"/>
              </a:gs>
              <a:gs pos="100000">
                <a:srgbClr val="991F3D"/>
              </a:gs>
            </a:gsLst>
            <a:lin ang="5400000" scaled="0"/>
          </a:gradFill>
        </p:spPr>
        <p:txBody>
          <a:bodyPr vert="horz" wrap="square" lIns="0" tIns="0" rIns="0" bIns="0" rtlCol="0" anchor="t" anchorCtr="0">
            <a:normAutofit/>
          </a:bodyPr>
          <a:lstStyle/>
          <a:p>
            <a:pPr lvl="0"/>
            <a:endParaRPr lang="en-US" noProof="0" dirty="0"/>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p:nvPr>
        </p:nvSpPr>
        <p:spPr>
          <a:xfrm>
            <a:off x="766763" y="685800"/>
            <a:ext cx="1268099" cy="1268099"/>
          </a:xfrm>
          <a:prstGeom prst="rect">
            <a:avLst/>
          </a:prstGeom>
        </p:spPr>
        <p:txBody>
          <a:bodyPr/>
          <a:lstStyle>
            <a:lvl1pPr marL="0" indent="0">
              <a:buNone/>
              <a:defRPr sz="1400"/>
            </a:lvl1pPr>
          </a:lstStyle>
          <a:p>
            <a:r>
              <a:rPr lang="en-US" noProof="0"/>
              <a:t>Click icon to add picture</a:t>
            </a:r>
            <a:endParaRPr lang="en-US" noProof="0" dirty="0"/>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dirty="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dirty="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17" name="Education heading 9">
            <a:extLst>
              <a:ext uri="{FF2B5EF4-FFF2-40B4-BE49-F238E27FC236}">
                <a16:creationId xmlns:a16="http://schemas.microsoft.com/office/drawing/2014/main" id="{E4AA569B-C28D-AD47-9953-D0588135086D}"/>
              </a:ext>
            </a:extLst>
          </p:cNvPr>
          <p:cNvSpPr>
            <a:spLocks noGrp="1"/>
          </p:cNvSpPr>
          <p:nvPr>
            <p:ph type="body" sz="quarter" idx="24" hasCustomPrompt="1"/>
          </p:nvPr>
        </p:nvSpPr>
        <p:spPr>
          <a:xfrm>
            <a:off x="766618" y="2176272"/>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dirty="0">
                <a:solidFill>
                  <a:srgbClr val="5135AA"/>
                </a:solidFill>
                <a:effectLst/>
                <a:latin typeface="Arial" pitchFamily="34" charset="0"/>
              </a:rPr>
              <a:t>Education</a:t>
            </a:r>
            <a:endParaRPr lang="en-US" noProof="0" dirty="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dirty="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dirty="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dirty="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23251"/>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dirty="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dirty="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dirty="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dirty="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5559"/>
            <a:ext cx="9115474" cy="173736"/>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dirty="0"/>
              <a:t>CGI Experience</a:t>
            </a:r>
            <a:endParaRPr lang="en-US" sz="800" b="1" noProof="0" dirty="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dirty="0"/>
              <a:t>Client, Project description (Dates mm/</a:t>
            </a:r>
            <a:r>
              <a:rPr lang="en-US" noProof="0" dirty="0" err="1"/>
              <a:t>yy</a:t>
            </a:r>
            <a:r>
              <a:rPr lang="en-US" noProof="0" dirty="0"/>
              <a:t> to mm/</a:t>
            </a:r>
            <a:r>
              <a:rPr lang="en-US" noProof="0" dirty="0" err="1"/>
              <a:t>yy</a:t>
            </a:r>
            <a:r>
              <a:rPr lang="en-US" noProof="0" dirty="0"/>
              <a:t>)</a:t>
            </a:r>
          </a:p>
          <a:p>
            <a:pPr lvl="1"/>
            <a:r>
              <a:rPr lang="en-US" noProof="0" dirty="0"/>
              <a:t>Provide a brief project description or your tasks in a short paragraph</a:t>
            </a:r>
          </a:p>
          <a:p>
            <a:pPr lvl="2"/>
            <a:r>
              <a:rPr lang="en-US" noProof="0" dirty="0"/>
              <a:t>Third level</a:t>
            </a:r>
          </a:p>
        </p:txBody>
      </p:sp>
      <p:pic>
        <p:nvPicPr>
          <p:cNvPr id="18" name="CGI Logo">
            <a:extLst>
              <a:ext uri="{FF2B5EF4-FFF2-40B4-BE49-F238E27FC236}">
                <a16:creationId xmlns:a16="http://schemas.microsoft.com/office/drawing/2014/main" id="{8B094C90-E1A2-9948-AB43-B471059D60B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68000" y="6116554"/>
            <a:ext cx="773004" cy="359708"/>
          </a:xfrm>
          <a:prstGeom prst="rect">
            <a:avLst/>
          </a:prstGeom>
          <a:solidFill>
            <a:schemeClr val="bg1"/>
          </a:solidFill>
        </p:spPr>
      </p:pic>
      <p:sp>
        <p:nvSpPr>
          <p:cNvPr id="2" name="Footer Placeholder 1">
            <a:extLst>
              <a:ext uri="{FF2B5EF4-FFF2-40B4-BE49-F238E27FC236}">
                <a16:creationId xmlns:a16="http://schemas.microsoft.com/office/drawing/2014/main" id="{EEC5DF5F-46C2-4ECF-5DCA-52469D23C82C}"/>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dirty="0"/>
          </a:p>
        </p:txBody>
      </p:sp>
      <p:sp>
        <p:nvSpPr>
          <p:cNvPr id="4" name="Slide Number Placeholder 16">
            <a:extLst>
              <a:ext uri="{FF2B5EF4-FFF2-40B4-BE49-F238E27FC236}">
                <a16:creationId xmlns:a16="http://schemas.microsoft.com/office/drawing/2014/main" id="{005CB31B-89C5-283F-C517-9A4F6C810093}"/>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410895271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am - 1">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latin typeface="+mj-lt"/>
              </a:defRPr>
            </a:lvl1pPr>
          </a:lstStyle>
          <a:p>
            <a:r>
              <a:rPr lang="en-US" noProof="0" dirty="0"/>
              <a:t>Team slide with 1 individual – click to add title</a:t>
            </a:r>
          </a:p>
        </p:txBody>
      </p:sp>
      <p:sp>
        <p:nvSpPr>
          <p:cNvPr id="2" name="Picture Placeholder 9" descr="Photograph of First and Last name &#10;(person the slide is referencing)">
            <a:extLst>
              <a:ext uri="{FF2B5EF4-FFF2-40B4-BE49-F238E27FC236}">
                <a16:creationId xmlns:a16="http://schemas.microsoft.com/office/drawing/2014/main" id="{231AFE98-6A5E-D4D3-B165-B845C3DD26D1}"/>
              </a:ext>
            </a:extLst>
          </p:cNvPr>
          <p:cNvSpPr>
            <a:spLocks noGrp="1"/>
          </p:cNvSpPr>
          <p:nvPr>
            <p:ph type="pic" sz="quarter" idx="13" hasCustomPrompt="1"/>
          </p:nvPr>
        </p:nvSpPr>
        <p:spPr>
          <a:xfrm>
            <a:off x="1522413" y="2423694"/>
            <a:ext cx="2268538" cy="2268000"/>
          </a:xfrm>
          <a:custGeom>
            <a:avLst/>
            <a:gdLst>
              <a:gd name="connsiteX0" fmla="*/ 0 w 2268538"/>
              <a:gd name="connsiteY0" fmla="*/ 0 h 2268000"/>
              <a:gd name="connsiteX1" fmla="*/ 2268538 w 2268538"/>
              <a:gd name="connsiteY1" fmla="*/ 0 h 2268000"/>
              <a:gd name="connsiteX2" fmla="*/ 2268538 w 2268538"/>
              <a:gd name="connsiteY2" fmla="*/ 2268000 h 2268000"/>
              <a:gd name="connsiteX3" fmla="*/ 763200 w 2268538"/>
              <a:gd name="connsiteY3" fmla="*/ 2268000 h 2268000"/>
              <a:gd name="connsiteX4" fmla="*/ 763200 w 2268538"/>
              <a:gd name="connsiteY4" fmla="*/ 1504800 h 2268000"/>
              <a:gd name="connsiteX5" fmla="*/ 0 w 2268538"/>
              <a:gd name="connsiteY5" fmla="*/ 1504800 h 226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8538" h="2268000">
                <a:moveTo>
                  <a:pt x="0" y="0"/>
                </a:moveTo>
                <a:lnTo>
                  <a:pt x="2268538" y="0"/>
                </a:lnTo>
                <a:lnTo>
                  <a:pt x="2268538" y="2268000"/>
                </a:lnTo>
                <a:lnTo>
                  <a:pt x="763200" y="2268000"/>
                </a:lnTo>
                <a:lnTo>
                  <a:pt x="763200" y="1504800"/>
                </a:lnTo>
                <a:lnTo>
                  <a:pt x="0" y="1504800"/>
                </a:lnTo>
                <a:close/>
              </a:path>
            </a:pathLst>
          </a:custGeom>
        </p:spPr>
        <p:txBody>
          <a:bodyPr wrap="square">
            <a:noAutofit/>
          </a:bodyPr>
          <a:lstStyle>
            <a:lvl1pPr marL="0" indent="0" algn="ctr">
              <a:buNone/>
              <a:defRPr sz="1400"/>
            </a:lvl1pPr>
          </a:lstStyle>
          <a:p>
            <a:r>
              <a:rPr lang="en-US" noProof="0" dirty="0"/>
              <a:t>Click on icon to add photo</a:t>
            </a:r>
          </a:p>
        </p:txBody>
      </p:sp>
      <p:sp>
        <p:nvSpPr>
          <p:cNvPr id="5" name="Name placeholder">
            <a:extLst>
              <a:ext uri="{FF2B5EF4-FFF2-40B4-BE49-F238E27FC236}">
                <a16:creationId xmlns:a16="http://schemas.microsoft.com/office/drawing/2014/main" id="{6679637A-741D-5947-2DB7-086DDC016755}"/>
              </a:ext>
            </a:extLst>
          </p:cNvPr>
          <p:cNvSpPr>
            <a:spLocks noGrp="1"/>
          </p:cNvSpPr>
          <p:nvPr>
            <p:ph type="body" sz="quarter" idx="29" hasCustomPrompt="1"/>
          </p:nvPr>
        </p:nvSpPr>
        <p:spPr>
          <a:xfrm>
            <a:off x="4314026" y="2423649"/>
            <a:ext cx="6353973" cy="472710"/>
          </a:xfrm>
          <a:prstGeom prst="rect">
            <a:avLst/>
          </a:prstGeom>
        </p:spPr>
        <p:txBody>
          <a:bodyPr lIns="0" tIns="0" rIns="0" bIns="0" anchor="ctr">
            <a:noAutofit/>
          </a:bodyPr>
          <a:lstStyle>
            <a:lvl1pPr marL="0" indent="0" algn="l">
              <a:spcBef>
                <a:spcPts val="0"/>
              </a:spcBef>
              <a:buNone/>
              <a:defRPr sz="1600" b="1">
                <a:solidFill>
                  <a:schemeClr val="tx1"/>
                </a:solidFill>
                <a:latin typeface="+mj-lt"/>
              </a:defRPr>
            </a:lvl1pPr>
            <a:lvl4pPr marL="1371600" indent="0">
              <a:buNone/>
              <a:defRPr/>
            </a:lvl4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First and Last name</a:t>
            </a:r>
          </a:p>
        </p:txBody>
      </p:sp>
      <p:sp>
        <p:nvSpPr>
          <p:cNvPr id="6" name="Text placeholder">
            <a:extLst>
              <a:ext uri="{FF2B5EF4-FFF2-40B4-BE49-F238E27FC236}">
                <a16:creationId xmlns:a16="http://schemas.microsoft.com/office/drawing/2014/main" id="{F7A2D79E-F40F-3EAF-8DB2-4BBCB968920B}"/>
              </a:ext>
            </a:extLst>
          </p:cNvPr>
          <p:cNvSpPr>
            <a:spLocks noGrp="1"/>
          </p:cNvSpPr>
          <p:nvPr>
            <p:ph type="body" sz="quarter" idx="30" hasCustomPrompt="1"/>
          </p:nvPr>
        </p:nvSpPr>
        <p:spPr>
          <a:xfrm>
            <a:off x="4314027" y="3056433"/>
            <a:ext cx="6353972" cy="1635215"/>
          </a:xfrm>
          <a:prstGeom prst="rect">
            <a:avLst/>
          </a:prstGeom>
        </p:spPr>
        <p:txBody>
          <a:bodyPr lIns="0" tIns="0" rIns="0" bIns="0">
            <a:noAutofit/>
          </a:bodyPr>
          <a:lstStyle>
            <a:lvl1pPr marL="0" indent="0" algn="l">
              <a:spcBef>
                <a:spcPts val="0"/>
              </a:spcBef>
              <a:buNone/>
              <a:defRPr sz="1600" b="0">
                <a:solidFill>
                  <a:schemeClr val="tx1"/>
                </a:solidFill>
              </a:defRPr>
            </a:lvl1pPr>
            <a:lvl4pPr marL="1371600" indent="0">
              <a:buNone/>
              <a:defRPr/>
            </a:lvl4pPr>
          </a:lstStyle>
          <a:p>
            <a:pPr lvl="0"/>
            <a:r>
              <a:rPr lang="en-US" noProof="0" dirty="0"/>
              <a:t>Job title</a:t>
            </a:r>
          </a:p>
          <a:p>
            <a:pPr lvl="0"/>
            <a:r>
              <a:rPr lang="en-US" noProof="0" dirty="0"/>
              <a:t>Division</a:t>
            </a:r>
          </a:p>
          <a:p>
            <a:pPr lvl="0"/>
            <a:r>
              <a:rPr lang="en-US" noProof="0" dirty="0"/>
              <a:t>Office</a:t>
            </a:r>
          </a:p>
        </p:txBody>
      </p:sp>
      <p:sp>
        <p:nvSpPr>
          <p:cNvPr id="7" name="Cornerstone">
            <a:extLst>
              <a:ext uri="{FF2B5EF4-FFF2-40B4-BE49-F238E27FC236}">
                <a16:creationId xmlns:a16="http://schemas.microsoft.com/office/drawing/2014/main" id="{3FEF4AF0-5102-D72C-A0D3-2C61B18F3D90}"/>
              </a:ext>
              <a:ext uri="{C183D7F6-B498-43B3-948B-1728B52AA6E4}">
                <adec:decorative xmlns:adec="http://schemas.microsoft.com/office/drawing/2017/decorative" val="1"/>
              </a:ext>
            </a:extLst>
          </p:cNvPr>
          <p:cNvSpPr>
            <a:spLocks noChangeAspect="1"/>
          </p:cNvSpPr>
          <p:nvPr userDrawn="1"/>
        </p:nvSpPr>
        <p:spPr bwMode="gray">
          <a:xfrm rot="16200000">
            <a:off x="1522413" y="3924894"/>
            <a:ext cx="766800" cy="766799"/>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dirty="0">
              <a:solidFill>
                <a:schemeClr val="bg1"/>
              </a:solidFill>
              <a:cs typeface="Arial" pitchFamily="34" charset="0"/>
            </a:endParaRPr>
          </a:p>
        </p:txBody>
      </p:sp>
      <p:sp>
        <p:nvSpPr>
          <p:cNvPr id="3" name="Footer Placeholder 2">
            <a:extLst>
              <a:ext uri="{FF2B5EF4-FFF2-40B4-BE49-F238E27FC236}">
                <a16:creationId xmlns:a16="http://schemas.microsoft.com/office/drawing/2014/main" id="{0E106856-5803-3126-21B5-742CEC17F429}"/>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dirty="0"/>
          </a:p>
        </p:txBody>
      </p:sp>
      <p:sp>
        <p:nvSpPr>
          <p:cNvPr id="11" name="Slide Number Placeholder 10">
            <a:extLst>
              <a:ext uri="{FF2B5EF4-FFF2-40B4-BE49-F238E27FC236}">
                <a16:creationId xmlns:a16="http://schemas.microsoft.com/office/drawing/2014/main" id="{0F633D6F-3800-D2EE-F82B-3BCFB87E741C}"/>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667626380"/>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am - 2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dirty="0"/>
              <a:t>Team slide with 2 individuals (layout A) – click to add title</a:t>
            </a:r>
          </a:p>
        </p:txBody>
      </p:sp>
      <p:grpSp>
        <p:nvGrpSpPr>
          <p:cNvPr id="4" name="Group 3">
            <a:extLst>
              <a:ext uri="{FF2B5EF4-FFF2-40B4-BE49-F238E27FC236}">
                <a16:creationId xmlns:a16="http://schemas.microsoft.com/office/drawing/2014/main" id="{D17F034D-7149-A614-1695-FEAB4805FE2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A519421-BBC9-E265-BC60-0732030545E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6" name="TextBox 5">
              <a:extLst>
                <a:ext uri="{FF2B5EF4-FFF2-40B4-BE49-F238E27FC236}">
                  <a16:creationId xmlns:a16="http://schemas.microsoft.com/office/drawing/2014/main" id="{061CB1A3-4B69-185D-4EF4-F12A804B76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8" name="Picture placeholder 5" descr="Photograph of First and Last name &#10;(person the slide is referencing)">
            <a:extLst>
              <a:ext uri="{FF2B5EF4-FFF2-40B4-BE49-F238E27FC236}">
                <a16:creationId xmlns:a16="http://schemas.microsoft.com/office/drawing/2014/main" id="{12EC7163-7641-E7F6-4273-34D71DCF4372}"/>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dirty="0"/>
              <a:t>Click icon to add photo</a:t>
            </a:r>
          </a:p>
        </p:txBody>
      </p:sp>
      <p:sp>
        <p:nvSpPr>
          <p:cNvPr id="15" name="Text placeholder 5">
            <a:extLst>
              <a:ext uri="{FF2B5EF4-FFF2-40B4-BE49-F238E27FC236}">
                <a16:creationId xmlns:a16="http://schemas.microsoft.com/office/drawing/2014/main" id="{5CAA202A-5196-3008-D768-8C9A0F9DB6EA}"/>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dirty="0"/>
              <a:t>First and Last name</a:t>
            </a:r>
          </a:p>
        </p:txBody>
      </p:sp>
      <p:sp>
        <p:nvSpPr>
          <p:cNvPr id="16" name="Text placeholder 5">
            <a:extLst>
              <a:ext uri="{FF2B5EF4-FFF2-40B4-BE49-F238E27FC236}">
                <a16:creationId xmlns:a16="http://schemas.microsoft.com/office/drawing/2014/main" id="{6B3AC22D-2FAC-715A-5263-BCA1A63D69BF}"/>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dirty="0"/>
              <a:t>Job title or role          Division or Location</a:t>
            </a:r>
          </a:p>
        </p:txBody>
      </p:sp>
      <p:sp>
        <p:nvSpPr>
          <p:cNvPr id="17" name="Picture placeholder 5" descr="Photograph of First and Last name &#10;(person the slide is referencing)">
            <a:extLst>
              <a:ext uri="{FF2B5EF4-FFF2-40B4-BE49-F238E27FC236}">
                <a16:creationId xmlns:a16="http://schemas.microsoft.com/office/drawing/2014/main" id="{C4D8F0BC-E3E7-4309-8BF4-8FF9C48BADC4}"/>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dirty="0"/>
              <a:t>Click icon to add photo</a:t>
            </a:r>
          </a:p>
        </p:txBody>
      </p:sp>
      <p:sp>
        <p:nvSpPr>
          <p:cNvPr id="18" name="Text placeholder 5">
            <a:extLst>
              <a:ext uri="{FF2B5EF4-FFF2-40B4-BE49-F238E27FC236}">
                <a16:creationId xmlns:a16="http://schemas.microsoft.com/office/drawing/2014/main" id="{15B83155-C75C-C6F4-37BD-7930F2097638}"/>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20" name="Text placeholder 5">
            <a:extLst>
              <a:ext uri="{FF2B5EF4-FFF2-40B4-BE49-F238E27FC236}">
                <a16:creationId xmlns:a16="http://schemas.microsoft.com/office/drawing/2014/main" id="{D15A1721-09B8-7D7D-B5E1-52EA7FD69E55}"/>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dirty="0"/>
              <a:t>Job title or role     Division or Location</a:t>
            </a:r>
          </a:p>
        </p:txBody>
      </p:sp>
      <p:sp>
        <p:nvSpPr>
          <p:cNvPr id="3" name="Footer Placeholder 2">
            <a:extLst>
              <a:ext uri="{FF2B5EF4-FFF2-40B4-BE49-F238E27FC236}">
                <a16:creationId xmlns:a16="http://schemas.microsoft.com/office/drawing/2014/main" id="{5D2F76E3-C68E-FACE-879D-228018A9A671}"/>
              </a:ext>
              <a:ext uri="{C183D7F6-B498-43B3-948B-1728B52AA6E4}">
                <adec:decorative xmlns:adec="http://schemas.microsoft.com/office/drawing/2017/decorative" val="1"/>
              </a:ext>
            </a:extLst>
          </p:cNvPr>
          <p:cNvSpPr>
            <a:spLocks noGrp="1"/>
          </p:cNvSpPr>
          <p:nvPr userDrawn="1">
            <p:ph type="ftr" sz="quarter" idx="37"/>
          </p:nvPr>
        </p:nvSpPr>
        <p:spPr/>
        <p:txBody>
          <a:bodyPr/>
          <a:lstStyle>
            <a:lvl1pPr>
              <a:defRPr>
                <a:solidFill>
                  <a:srgbClr val="E6E6E6"/>
                </a:solidFill>
              </a:defRPr>
            </a:lvl1pPr>
          </a:lstStyle>
          <a:p>
            <a:endParaRPr lang="en-US" noProof="0" dirty="0"/>
          </a:p>
        </p:txBody>
      </p:sp>
      <p:sp>
        <p:nvSpPr>
          <p:cNvPr id="9" name="Slide Number Placeholder 8">
            <a:extLst>
              <a:ext uri="{FF2B5EF4-FFF2-40B4-BE49-F238E27FC236}">
                <a16:creationId xmlns:a16="http://schemas.microsoft.com/office/drawing/2014/main" id="{5FB2635F-AE60-4A1F-B4D8-39B721D0525E}"/>
              </a:ext>
              <a:ext uri="{C183D7F6-B498-43B3-948B-1728B52AA6E4}">
                <adec:decorative xmlns:adec="http://schemas.microsoft.com/office/drawing/2017/decorative" val="1"/>
              </a:ext>
            </a:extLst>
          </p:cNvPr>
          <p:cNvSpPr>
            <a:spLocks noGrp="1"/>
          </p:cNvSpPr>
          <p:nvPr userDrawn="1">
            <p:ph type="sldNum" sz="quarter" idx="36"/>
          </p:nvPr>
        </p:nvSpPr>
        <p:spPr/>
        <p:txBody>
          <a:bodyPr/>
          <a:lstStyle>
            <a:lvl1pPr>
              <a:defRPr>
                <a:solidFill>
                  <a:srgbClr val="E6E6E6"/>
                </a:solidFill>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446323688"/>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am - 2B">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727B934-DD85-9B55-DE17-672E2E708D16}"/>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dirty="0"/>
              <a:t>Team slide with 2 individuals (layout B) – click to add title</a:t>
            </a:r>
          </a:p>
        </p:txBody>
      </p:sp>
      <p:grpSp>
        <p:nvGrpSpPr>
          <p:cNvPr id="6" name="Group 5">
            <a:extLst>
              <a:ext uri="{FF2B5EF4-FFF2-40B4-BE49-F238E27FC236}">
                <a16:creationId xmlns:a16="http://schemas.microsoft.com/office/drawing/2014/main" id="{C7987D90-C3F5-2B7E-7C35-1164F51996A3}"/>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FA13B3F-B6AF-32A2-DB2A-CE001985D351}"/>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12" name="TextBox 11">
              <a:extLst>
                <a:ext uri="{FF2B5EF4-FFF2-40B4-BE49-F238E27FC236}">
                  <a16:creationId xmlns:a16="http://schemas.microsoft.com/office/drawing/2014/main" id="{DB543F5C-9EF3-CCC2-FA51-6E974CB689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13" name="Picture placeholder 5" descr="Photograph of Name (person the slide is referencing)">
            <a:extLst>
              <a:ext uri="{FF2B5EF4-FFF2-40B4-BE49-F238E27FC236}">
                <a16:creationId xmlns:a16="http://schemas.microsoft.com/office/drawing/2014/main" id="{79F8553C-A3D0-7224-5D0C-66AD11A2B2C7}"/>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dirty="0"/>
              <a:t>Click icon to add photo</a:t>
            </a:r>
          </a:p>
        </p:txBody>
      </p:sp>
      <p:sp>
        <p:nvSpPr>
          <p:cNvPr id="14" name="Text placeholder 5">
            <a:extLst>
              <a:ext uri="{FF2B5EF4-FFF2-40B4-BE49-F238E27FC236}">
                <a16:creationId xmlns:a16="http://schemas.microsoft.com/office/drawing/2014/main" id="{09692D77-7355-D933-14D4-8DBE72881BDE}"/>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dirty="0"/>
              <a:t>First and Last name</a:t>
            </a:r>
          </a:p>
        </p:txBody>
      </p:sp>
      <p:sp>
        <p:nvSpPr>
          <p:cNvPr id="15" name="Text placeholder 5">
            <a:extLst>
              <a:ext uri="{FF2B5EF4-FFF2-40B4-BE49-F238E27FC236}">
                <a16:creationId xmlns:a16="http://schemas.microsoft.com/office/drawing/2014/main" id="{C1C1727B-B112-4ED5-6A77-DB479A2878A6}"/>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dirty="0"/>
              <a:t>Job title or role          Division or Location</a:t>
            </a:r>
          </a:p>
        </p:txBody>
      </p:sp>
      <p:sp>
        <p:nvSpPr>
          <p:cNvPr id="16" name="Picture placeholder 5" descr="Photograph of Name (person the slide is referencing)">
            <a:extLst>
              <a:ext uri="{FF2B5EF4-FFF2-40B4-BE49-F238E27FC236}">
                <a16:creationId xmlns:a16="http://schemas.microsoft.com/office/drawing/2014/main" id="{D650A5C8-835C-0D2C-C826-9957DB37A11E}"/>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dirty="0"/>
              <a:t>Click icon to add photo</a:t>
            </a:r>
          </a:p>
        </p:txBody>
      </p:sp>
      <p:sp>
        <p:nvSpPr>
          <p:cNvPr id="17" name="Text placeholder 5">
            <a:extLst>
              <a:ext uri="{FF2B5EF4-FFF2-40B4-BE49-F238E27FC236}">
                <a16:creationId xmlns:a16="http://schemas.microsoft.com/office/drawing/2014/main" id="{FA1F04B9-C968-8379-E3C5-A5067E2D4ADC}"/>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18" name="Text placeholder 5">
            <a:extLst>
              <a:ext uri="{FF2B5EF4-FFF2-40B4-BE49-F238E27FC236}">
                <a16:creationId xmlns:a16="http://schemas.microsoft.com/office/drawing/2014/main" id="{DD348EEE-01C9-D1C1-EA4D-5FA3A00701E7}"/>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dirty="0"/>
              <a:t>Job title or role     Division or Location</a:t>
            </a:r>
          </a:p>
        </p:txBody>
      </p:sp>
      <p:sp>
        <p:nvSpPr>
          <p:cNvPr id="3" name="Footer Placeholder 2">
            <a:extLst>
              <a:ext uri="{FF2B5EF4-FFF2-40B4-BE49-F238E27FC236}">
                <a16:creationId xmlns:a16="http://schemas.microsoft.com/office/drawing/2014/main" id="{62872E95-302C-66FA-6C40-2BBD7D970564}"/>
              </a:ext>
            </a:extLst>
          </p:cNvPr>
          <p:cNvSpPr>
            <a:spLocks noGrp="1"/>
          </p:cNvSpPr>
          <p:nvPr>
            <p:ph type="ftr" sz="quarter" idx="10"/>
          </p:nvPr>
        </p:nvSpPr>
        <p:spPr/>
        <p:txBody>
          <a:bodyPr/>
          <a:lstStyle/>
          <a:p>
            <a:endParaRPr lang="en-US" noProof="0" dirty="0"/>
          </a:p>
        </p:txBody>
      </p:sp>
      <p:sp>
        <p:nvSpPr>
          <p:cNvPr id="4" name="Slide Number Placeholder 3">
            <a:extLst>
              <a:ext uri="{FF2B5EF4-FFF2-40B4-BE49-F238E27FC236}">
                <a16:creationId xmlns:a16="http://schemas.microsoft.com/office/drawing/2014/main" id="{EAC654C8-21AC-A85D-C564-E231F952ACD5}"/>
              </a:ext>
            </a:extLst>
          </p:cNvPr>
          <p:cNvSpPr>
            <a:spLocks noGrp="1"/>
          </p:cNvSpPr>
          <p:nvPr>
            <p:ph type="sldNum" sz="quarter" idx="11"/>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268048041"/>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 3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dirty="0"/>
              <a:t>Team slide with 3 individuals (layout A) – click to add title</a:t>
            </a:r>
          </a:p>
        </p:txBody>
      </p:sp>
      <p:grpSp>
        <p:nvGrpSpPr>
          <p:cNvPr id="8" name="Group 7">
            <a:extLst>
              <a:ext uri="{FF2B5EF4-FFF2-40B4-BE49-F238E27FC236}">
                <a16:creationId xmlns:a16="http://schemas.microsoft.com/office/drawing/2014/main" id="{86149398-F80F-87FC-8242-C9E2BA2A1C26}"/>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10" name="TextBox 9">
              <a:extLst>
                <a:ext uri="{FF2B5EF4-FFF2-40B4-BE49-F238E27FC236}">
                  <a16:creationId xmlns:a16="http://schemas.microsoft.com/office/drawing/2014/main" id="{B00B5B32-D9B0-9B27-C4FA-13F40088B660}"/>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11" name="TextBox 10">
              <a:extLst>
                <a:ext uri="{FF2B5EF4-FFF2-40B4-BE49-F238E27FC236}">
                  <a16:creationId xmlns:a16="http://schemas.microsoft.com/office/drawing/2014/main" id="{ABAF076D-C2D1-A806-7D2A-97FD8B319E23}"/>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20" name="Picture placeholder 5" descr="Photograph of First and Last name &#10;(person the slide is referencing)">
            <a:extLst>
              <a:ext uri="{FF2B5EF4-FFF2-40B4-BE49-F238E27FC236}">
                <a16:creationId xmlns:a16="http://schemas.microsoft.com/office/drawing/2014/main" id="{E09F7703-90ED-00AF-3067-E1A4CABBA8A5}"/>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dirty="0">
                <a:cs typeface="Arial" pitchFamily="34" charset="0"/>
              </a:rPr>
              <a:t>Click icon to add photo</a:t>
            </a:r>
          </a:p>
        </p:txBody>
      </p:sp>
      <p:sp>
        <p:nvSpPr>
          <p:cNvPr id="21" name="Text placeholder 5">
            <a:extLst>
              <a:ext uri="{FF2B5EF4-FFF2-40B4-BE49-F238E27FC236}">
                <a16:creationId xmlns:a16="http://schemas.microsoft.com/office/drawing/2014/main" id="{905BCF0A-2A4E-9CDE-1FF3-A3F38FD5DBF9}"/>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22" name="Text placeholder 5">
            <a:extLst>
              <a:ext uri="{FF2B5EF4-FFF2-40B4-BE49-F238E27FC236}">
                <a16:creationId xmlns:a16="http://schemas.microsoft.com/office/drawing/2014/main" id="{316168BE-32B5-A8EC-586B-CE369689C4D5}"/>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dirty="0"/>
              <a:t>Job title or role         Division or Location</a:t>
            </a:r>
          </a:p>
        </p:txBody>
      </p:sp>
      <p:sp>
        <p:nvSpPr>
          <p:cNvPr id="23" name="Picture placeholder 5" descr="Photograph of First and Last name &#10;(person the slide is referencing)">
            <a:extLst>
              <a:ext uri="{FF2B5EF4-FFF2-40B4-BE49-F238E27FC236}">
                <a16:creationId xmlns:a16="http://schemas.microsoft.com/office/drawing/2014/main" id="{FCBF45A8-285D-1449-6DC9-FBA5757D1E2C}"/>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dirty="0">
                <a:cs typeface="Arial" pitchFamily="34" charset="0"/>
              </a:rPr>
              <a:t>Click icon to add photo</a:t>
            </a:r>
          </a:p>
        </p:txBody>
      </p:sp>
      <p:sp>
        <p:nvSpPr>
          <p:cNvPr id="24" name="Text placeholder 5">
            <a:extLst>
              <a:ext uri="{FF2B5EF4-FFF2-40B4-BE49-F238E27FC236}">
                <a16:creationId xmlns:a16="http://schemas.microsoft.com/office/drawing/2014/main" id="{8DF36D87-44A8-CBBD-AD90-39493D55BD93}"/>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27" name="Text placeholder 5">
            <a:extLst>
              <a:ext uri="{FF2B5EF4-FFF2-40B4-BE49-F238E27FC236}">
                <a16:creationId xmlns:a16="http://schemas.microsoft.com/office/drawing/2014/main" id="{7C93CD8F-87F4-8D9A-3701-0AD84D3C9DBA}"/>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dirty="0"/>
              <a:t>Job title or role         Division or Location</a:t>
            </a:r>
          </a:p>
        </p:txBody>
      </p:sp>
      <p:sp>
        <p:nvSpPr>
          <p:cNvPr id="28" name="Picture placeholder 5" descr="Photograph of First and Last name &#10;(person the slide is referencing)">
            <a:extLst>
              <a:ext uri="{FF2B5EF4-FFF2-40B4-BE49-F238E27FC236}">
                <a16:creationId xmlns:a16="http://schemas.microsoft.com/office/drawing/2014/main" id="{7DC5D551-905D-0923-7AAC-4160C867D02A}"/>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dirty="0">
                <a:cs typeface="Arial" pitchFamily="34" charset="0"/>
              </a:rPr>
              <a:t>Click icon to add photo</a:t>
            </a:r>
          </a:p>
        </p:txBody>
      </p:sp>
      <p:sp>
        <p:nvSpPr>
          <p:cNvPr id="29" name="Text placeholder 5">
            <a:extLst>
              <a:ext uri="{FF2B5EF4-FFF2-40B4-BE49-F238E27FC236}">
                <a16:creationId xmlns:a16="http://schemas.microsoft.com/office/drawing/2014/main" id="{ED5944CA-F01F-8A47-30C9-BBFD710FF111}"/>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30" name="Text placeholder 5">
            <a:extLst>
              <a:ext uri="{FF2B5EF4-FFF2-40B4-BE49-F238E27FC236}">
                <a16:creationId xmlns:a16="http://schemas.microsoft.com/office/drawing/2014/main" id="{76531A7E-D51B-59B2-6103-980B07801D13}"/>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dirty="0"/>
              <a:t>Job title or role         Division or Location</a:t>
            </a:r>
          </a:p>
        </p:txBody>
      </p:sp>
      <p:sp>
        <p:nvSpPr>
          <p:cNvPr id="3" name="Footer Placeholder 2">
            <a:extLst>
              <a:ext uri="{FF2B5EF4-FFF2-40B4-BE49-F238E27FC236}">
                <a16:creationId xmlns:a16="http://schemas.microsoft.com/office/drawing/2014/main" id="{6C3D93CB-7754-3E30-DD83-9BDC0A151345}"/>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dirty="0"/>
          </a:p>
        </p:txBody>
      </p:sp>
      <p:sp>
        <p:nvSpPr>
          <p:cNvPr id="9" name="Slide Number Placeholder 8">
            <a:extLst>
              <a:ext uri="{FF2B5EF4-FFF2-40B4-BE49-F238E27FC236}">
                <a16:creationId xmlns:a16="http://schemas.microsoft.com/office/drawing/2014/main" id="{D36FF57C-3521-7C73-57FB-6E892812A006}"/>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352863577"/>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am - 3B">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dirty="0"/>
              <a:t>Team slide with 3 individuals (layout B) – click to add title</a:t>
            </a:r>
          </a:p>
        </p:txBody>
      </p:sp>
      <p:grpSp>
        <p:nvGrpSpPr>
          <p:cNvPr id="4" name="Group 3">
            <a:extLst>
              <a:ext uri="{FF2B5EF4-FFF2-40B4-BE49-F238E27FC236}">
                <a16:creationId xmlns:a16="http://schemas.microsoft.com/office/drawing/2014/main" id="{D68E27BB-7AB7-CDC3-CFE0-440923FF4845}"/>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1F6CB23-D104-A406-9015-092E7AA24078}"/>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6" name="TextBox 5">
              <a:extLst>
                <a:ext uri="{FF2B5EF4-FFF2-40B4-BE49-F238E27FC236}">
                  <a16:creationId xmlns:a16="http://schemas.microsoft.com/office/drawing/2014/main" id="{248E3E26-04F2-0B45-9794-6AD7245045E4}"/>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35" name="Picture placeholder 5" descr="Photograph of First and Last name &#10;(person the slide is referencing)">
            <a:extLst>
              <a:ext uri="{FF2B5EF4-FFF2-40B4-BE49-F238E27FC236}">
                <a16:creationId xmlns:a16="http://schemas.microsoft.com/office/drawing/2014/main" id="{3A86A467-D855-8D1E-59EB-90310C8DADC0}"/>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dirty="0">
                <a:cs typeface="Arial" pitchFamily="34" charset="0"/>
              </a:rPr>
              <a:t>Click icon to add photo</a:t>
            </a:r>
          </a:p>
        </p:txBody>
      </p:sp>
      <p:sp>
        <p:nvSpPr>
          <p:cNvPr id="36" name="Text placeholder 5">
            <a:extLst>
              <a:ext uri="{FF2B5EF4-FFF2-40B4-BE49-F238E27FC236}">
                <a16:creationId xmlns:a16="http://schemas.microsoft.com/office/drawing/2014/main" id="{9D486887-C41D-5605-71FF-F9698270EAB5}"/>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37" name="Text placeholder 5">
            <a:extLst>
              <a:ext uri="{FF2B5EF4-FFF2-40B4-BE49-F238E27FC236}">
                <a16:creationId xmlns:a16="http://schemas.microsoft.com/office/drawing/2014/main" id="{6500EE20-5AC6-3657-3DD0-7AD97ED79638}"/>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dirty="0"/>
              <a:t>Job title or role         Division or Location</a:t>
            </a:r>
          </a:p>
        </p:txBody>
      </p:sp>
      <p:sp>
        <p:nvSpPr>
          <p:cNvPr id="38" name="Picture placeholder 5" descr="Photograph of First and Last name &#10;(person the slide is referencing)">
            <a:extLst>
              <a:ext uri="{FF2B5EF4-FFF2-40B4-BE49-F238E27FC236}">
                <a16:creationId xmlns:a16="http://schemas.microsoft.com/office/drawing/2014/main" id="{A494526E-4E99-DC68-7E49-D5A978CE9CBB}"/>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dirty="0">
                <a:cs typeface="Arial" pitchFamily="34" charset="0"/>
              </a:rPr>
              <a:t>Click icon to add photo</a:t>
            </a:r>
          </a:p>
        </p:txBody>
      </p:sp>
      <p:sp>
        <p:nvSpPr>
          <p:cNvPr id="39" name="Text placeholder 5">
            <a:extLst>
              <a:ext uri="{FF2B5EF4-FFF2-40B4-BE49-F238E27FC236}">
                <a16:creationId xmlns:a16="http://schemas.microsoft.com/office/drawing/2014/main" id="{B9D673A4-C543-9C26-7E55-8EB17385008B}"/>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40" name="Text placeholder 5">
            <a:extLst>
              <a:ext uri="{FF2B5EF4-FFF2-40B4-BE49-F238E27FC236}">
                <a16:creationId xmlns:a16="http://schemas.microsoft.com/office/drawing/2014/main" id="{185AC4BF-E6BF-D39D-A8E7-2505A33087F6}"/>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dirty="0"/>
              <a:t>Job title or role         Division or Location</a:t>
            </a:r>
          </a:p>
        </p:txBody>
      </p:sp>
      <p:sp>
        <p:nvSpPr>
          <p:cNvPr id="41" name="Picture placeholder 5" descr="Photograph of First and Last name &#10;(person the slide is referencing)">
            <a:extLst>
              <a:ext uri="{FF2B5EF4-FFF2-40B4-BE49-F238E27FC236}">
                <a16:creationId xmlns:a16="http://schemas.microsoft.com/office/drawing/2014/main" id="{ADB10A66-6145-1471-4C0C-5D7910FACEE1}"/>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dirty="0">
                <a:cs typeface="Arial" pitchFamily="34" charset="0"/>
              </a:rPr>
              <a:t>Click icon to add photo</a:t>
            </a:r>
          </a:p>
        </p:txBody>
      </p:sp>
      <p:sp>
        <p:nvSpPr>
          <p:cNvPr id="42" name="Text placeholder 5">
            <a:extLst>
              <a:ext uri="{FF2B5EF4-FFF2-40B4-BE49-F238E27FC236}">
                <a16:creationId xmlns:a16="http://schemas.microsoft.com/office/drawing/2014/main" id="{2ED88A52-6A17-2AA0-73AC-0F77A3B7B442}"/>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43" name="Text placeholder 5">
            <a:extLst>
              <a:ext uri="{FF2B5EF4-FFF2-40B4-BE49-F238E27FC236}">
                <a16:creationId xmlns:a16="http://schemas.microsoft.com/office/drawing/2014/main" id="{08B978EE-ED47-502D-A0D5-7392A7960FDE}"/>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dirty="0"/>
              <a:t>Job title or role         Division or Location</a:t>
            </a:r>
          </a:p>
        </p:txBody>
      </p:sp>
      <p:sp>
        <p:nvSpPr>
          <p:cNvPr id="3" name="Footer Placeholder 2">
            <a:extLst>
              <a:ext uri="{FF2B5EF4-FFF2-40B4-BE49-F238E27FC236}">
                <a16:creationId xmlns:a16="http://schemas.microsoft.com/office/drawing/2014/main" id="{94311A63-055C-B023-572C-AF762E30BA31}"/>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dirty="0"/>
          </a:p>
        </p:txBody>
      </p:sp>
      <p:sp>
        <p:nvSpPr>
          <p:cNvPr id="9" name="Slide Number Placeholder 8">
            <a:extLst>
              <a:ext uri="{FF2B5EF4-FFF2-40B4-BE49-F238E27FC236}">
                <a16:creationId xmlns:a16="http://schemas.microsoft.com/office/drawing/2014/main" id="{F97078C6-BBC5-8D5E-1DBF-9E32207B8A9F}"/>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15866489"/>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am - 4A">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dirty="0"/>
              <a:t>Team slide with 4 individuals (layout A) – click to add title</a:t>
            </a:r>
          </a:p>
        </p:txBody>
      </p:sp>
      <p:grpSp>
        <p:nvGrpSpPr>
          <p:cNvPr id="4" name="Group 3">
            <a:extLst>
              <a:ext uri="{FF2B5EF4-FFF2-40B4-BE49-F238E27FC236}">
                <a16:creationId xmlns:a16="http://schemas.microsoft.com/office/drawing/2014/main" id="{839BD4E2-CAF1-660B-B621-322151500C37}"/>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78A6216E-2B23-859B-D779-ADD510296439}"/>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6" name="TextBox 5">
              <a:extLst>
                <a:ext uri="{FF2B5EF4-FFF2-40B4-BE49-F238E27FC236}">
                  <a16:creationId xmlns:a16="http://schemas.microsoft.com/office/drawing/2014/main" id="{3E5F8A29-E0AF-3CF9-5179-EDB040F360EA}"/>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56" name="Picture placeholder 1" descr="Photograph of First and Last name &#10;(person the slide is referencing)">
            <a:extLst>
              <a:ext uri="{FF2B5EF4-FFF2-40B4-BE49-F238E27FC236}">
                <a16:creationId xmlns:a16="http://schemas.microsoft.com/office/drawing/2014/main" id="{61E355BA-E8F2-FA80-1060-127D34E1F29A}"/>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dirty="0">
                <a:cs typeface="Arial" pitchFamily="34" charset="0"/>
              </a:rPr>
              <a:t>Click icon to add photo</a:t>
            </a:r>
          </a:p>
        </p:txBody>
      </p:sp>
      <p:sp>
        <p:nvSpPr>
          <p:cNvPr id="57" name="Name placeholder 1">
            <a:extLst>
              <a:ext uri="{FF2B5EF4-FFF2-40B4-BE49-F238E27FC236}">
                <a16:creationId xmlns:a16="http://schemas.microsoft.com/office/drawing/2014/main" id="{F8BE96B3-364D-CF0B-C4EE-FDD8FD85DB35}"/>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58" name="Title placeholder 1">
            <a:extLst>
              <a:ext uri="{FF2B5EF4-FFF2-40B4-BE49-F238E27FC236}">
                <a16:creationId xmlns:a16="http://schemas.microsoft.com/office/drawing/2014/main" id="{06D7070F-F243-4240-4F93-32021724176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dirty="0"/>
              <a:t>Job title or role Division or Location</a:t>
            </a:r>
          </a:p>
        </p:txBody>
      </p:sp>
      <p:sp>
        <p:nvSpPr>
          <p:cNvPr id="59" name="Picture placeholder 2" descr="Photograph of First and Last name &#10;(person the slide is referencing)">
            <a:extLst>
              <a:ext uri="{FF2B5EF4-FFF2-40B4-BE49-F238E27FC236}">
                <a16:creationId xmlns:a16="http://schemas.microsoft.com/office/drawing/2014/main" id="{3D456D4E-6644-5DF9-A9D7-88C041B42206}"/>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dirty="0">
                <a:cs typeface="Arial" pitchFamily="34" charset="0"/>
              </a:rPr>
              <a:t>Click icon to add photo</a:t>
            </a:r>
          </a:p>
        </p:txBody>
      </p:sp>
      <p:sp>
        <p:nvSpPr>
          <p:cNvPr id="60" name="Name placeholder 2">
            <a:extLst>
              <a:ext uri="{FF2B5EF4-FFF2-40B4-BE49-F238E27FC236}">
                <a16:creationId xmlns:a16="http://schemas.microsoft.com/office/drawing/2014/main" id="{2BD28511-12ED-6273-45AB-79457976718F}"/>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61" name="Title placeholder 2">
            <a:extLst>
              <a:ext uri="{FF2B5EF4-FFF2-40B4-BE49-F238E27FC236}">
                <a16:creationId xmlns:a16="http://schemas.microsoft.com/office/drawing/2014/main" id="{CF8EC483-1935-30ED-F977-D8CFB5ECA5E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dirty="0"/>
              <a:t>Job title or role Division or Location</a:t>
            </a:r>
          </a:p>
        </p:txBody>
      </p:sp>
      <p:sp>
        <p:nvSpPr>
          <p:cNvPr id="62" name="Picture placeholder 3" descr="Photograph of First and Last name &#10;(person the slide is referencing)">
            <a:extLst>
              <a:ext uri="{FF2B5EF4-FFF2-40B4-BE49-F238E27FC236}">
                <a16:creationId xmlns:a16="http://schemas.microsoft.com/office/drawing/2014/main" id="{2951CF9E-670B-FB68-05C9-C84EE6E2B780}"/>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dirty="0">
                <a:cs typeface="Arial" pitchFamily="34" charset="0"/>
              </a:rPr>
              <a:t>Click icon to add photo</a:t>
            </a:r>
          </a:p>
        </p:txBody>
      </p:sp>
      <p:sp>
        <p:nvSpPr>
          <p:cNvPr id="63" name="Name placeholder 3">
            <a:extLst>
              <a:ext uri="{FF2B5EF4-FFF2-40B4-BE49-F238E27FC236}">
                <a16:creationId xmlns:a16="http://schemas.microsoft.com/office/drawing/2014/main" id="{858A0D1D-CB20-FBC4-5A9D-B1286D8A0908}"/>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64" name="Title placeholder 3">
            <a:extLst>
              <a:ext uri="{FF2B5EF4-FFF2-40B4-BE49-F238E27FC236}">
                <a16:creationId xmlns:a16="http://schemas.microsoft.com/office/drawing/2014/main" id="{0E3B37AD-C100-1938-BFC7-82820CCFF2A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dirty="0"/>
              <a:t>Job title or role Division or Location</a:t>
            </a:r>
          </a:p>
        </p:txBody>
      </p:sp>
      <p:sp>
        <p:nvSpPr>
          <p:cNvPr id="65" name="Picture placeholder 4" descr="Photograph of First and Last name &#10;(person the slide is referencing)">
            <a:extLst>
              <a:ext uri="{FF2B5EF4-FFF2-40B4-BE49-F238E27FC236}">
                <a16:creationId xmlns:a16="http://schemas.microsoft.com/office/drawing/2014/main" id="{C4496A7D-273A-76C6-B132-C131F661FA13}"/>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dirty="0">
                <a:cs typeface="Arial" pitchFamily="34" charset="0"/>
              </a:rPr>
              <a:t>Click icon to add photo</a:t>
            </a:r>
          </a:p>
        </p:txBody>
      </p:sp>
      <p:sp>
        <p:nvSpPr>
          <p:cNvPr id="66" name="Name placeholder 4">
            <a:extLst>
              <a:ext uri="{FF2B5EF4-FFF2-40B4-BE49-F238E27FC236}">
                <a16:creationId xmlns:a16="http://schemas.microsoft.com/office/drawing/2014/main" id="{97DBE2D5-E353-851D-37B3-4F25F0EFAF68}"/>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67" name="Text placeholder 4">
            <a:extLst>
              <a:ext uri="{FF2B5EF4-FFF2-40B4-BE49-F238E27FC236}">
                <a16:creationId xmlns:a16="http://schemas.microsoft.com/office/drawing/2014/main" id="{CB7A0617-2753-C524-D31E-9114CDB7112D}"/>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dirty="0"/>
              <a:t>Job title or role Division or Location</a:t>
            </a:r>
          </a:p>
        </p:txBody>
      </p:sp>
      <p:sp>
        <p:nvSpPr>
          <p:cNvPr id="3" name="Footer Placeholder 2">
            <a:extLst>
              <a:ext uri="{FF2B5EF4-FFF2-40B4-BE49-F238E27FC236}">
                <a16:creationId xmlns:a16="http://schemas.microsoft.com/office/drawing/2014/main" id="{C643F272-716A-1371-7363-CAC9AC80ED7D}"/>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dirty="0"/>
          </a:p>
        </p:txBody>
      </p:sp>
      <p:sp>
        <p:nvSpPr>
          <p:cNvPr id="9" name="Slide Number Placeholder 8">
            <a:extLst>
              <a:ext uri="{FF2B5EF4-FFF2-40B4-BE49-F238E27FC236}">
                <a16:creationId xmlns:a16="http://schemas.microsoft.com/office/drawing/2014/main" id="{0A3B1690-105B-4E85-4DE8-784706BAA767}"/>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5998349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am - 4B">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dirty="0"/>
              <a:t>Team slide with 4 individuals (layout B) – click to add title</a:t>
            </a:r>
          </a:p>
        </p:txBody>
      </p:sp>
      <p:grpSp>
        <p:nvGrpSpPr>
          <p:cNvPr id="4" name="Group 3">
            <a:extLst>
              <a:ext uri="{FF2B5EF4-FFF2-40B4-BE49-F238E27FC236}">
                <a16:creationId xmlns:a16="http://schemas.microsoft.com/office/drawing/2014/main" id="{F6BC0E8E-EB61-8CEA-6B3D-89362B4F7469}"/>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574812D-09D8-25C4-10C1-33805E082B2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6" name="TextBox 5">
              <a:extLst>
                <a:ext uri="{FF2B5EF4-FFF2-40B4-BE49-F238E27FC236}">
                  <a16:creationId xmlns:a16="http://schemas.microsoft.com/office/drawing/2014/main" id="{B238EC40-3B5D-575C-3AA5-DC9059DDAD95}"/>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54" name="Picture placeholder 1" descr="Photograph of First and Last name &#10;(person the slide is referencing)">
            <a:extLst>
              <a:ext uri="{FF2B5EF4-FFF2-40B4-BE49-F238E27FC236}">
                <a16:creationId xmlns:a16="http://schemas.microsoft.com/office/drawing/2014/main" id="{BC75D193-B63D-3EB1-5C51-02DFEEF844EC}"/>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dirty="0">
                <a:cs typeface="Arial" pitchFamily="34" charset="0"/>
              </a:rPr>
              <a:t>Click icon to add photo</a:t>
            </a:r>
          </a:p>
        </p:txBody>
      </p:sp>
      <p:sp>
        <p:nvSpPr>
          <p:cNvPr id="42" name="Name placeholder 1">
            <a:extLst>
              <a:ext uri="{FF2B5EF4-FFF2-40B4-BE49-F238E27FC236}">
                <a16:creationId xmlns:a16="http://schemas.microsoft.com/office/drawing/2014/main" id="{21EEAEC1-5542-BE87-4E61-120E5F176CE7}"/>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43" name="Title placeholder 1">
            <a:extLst>
              <a:ext uri="{FF2B5EF4-FFF2-40B4-BE49-F238E27FC236}">
                <a16:creationId xmlns:a16="http://schemas.microsoft.com/office/drawing/2014/main" id="{762E9E9E-5555-BEF0-CFD7-1F514520E61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dirty="0"/>
              <a:t>Job title or role Division or Location</a:t>
            </a:r>
          </a:p>
        </p:txBody>
      </p:sp>
      <p:sp>
        <p:nvSpPr>
          <p:cNvPr id="55" name="Picture placeholder 2" descr="Photograph of First and Last name &#10;(person the slide is referencing)">
            <a:extLst>
              <a:ext uri="{FF2B5EF4-FFF2-40B4-BE49-F238E27FC236}">
                <a16:creationId xmlns:a16="http://schemas.microsoft.com/office/drawing/2014/main" id="{E3A5396A-9C06-97E5-D236-BBECD913A2DB}"/>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dirty="0">
                <a:cs typeface="Arial" pitchFamily="34" charset="0"/>
              </a:rPr>
              <a:t>Click icon to add photo</a:t>
            </a:r>
          </a:p>
        </p:txBody>
      </p:sp>
      <p:sp>
        <p:nvSpPr>
          <p:cNvPr id="45" name="Name placeholder 2">
            <a:extLst>
              <a:ext uri="{FF2B5EF4-FFF2-40B4-BE49-F238E27FC236}">
                <a16:creationId xmlns:a16="http://schemas.microsoft.com/office/drawing/2014/main" id="{C6918BD0-8C15-5CC0-08DA-8AFEA9292F8C}"/>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46" name="Title placeholder 2">
            <a:extLst>
              <a:ext uri="{FF2B5EF4-FFF2-40B4-BE49-F238E27FC236}">
                <a16:creationId xmlns:a16="http://schemas.microsoft.com/office/drawing/2014/main" id="{9C26550F-706D-C4D7-00A0-9965441C179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dirty="0"/>
              <a:t>Job title or role Division or Location</a:t>
            </a:r>
          </a:p>
        </p:txBody>
      </p:sp>
      <p:sp>
        <p:nvSpPr>
          <p:cNvPr id="47" name="Picture placeholder 3" descr="Photograph of First and Last name &#10;(person the slide is referencing)">
            <a:extLst>
              <a:ext uri="{FF2B5EF4-FFF2-40B4-BE49-F238E27FC236}">
                <a16:creationId xmlns:a16="http://schemas.microsoft.com/office/drawing/2014/main" id="{BD11C062-10D2-EF6D-D335-BCA75A030485}"/>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dirty="0">
                <a:cs typeface="Arial" pitchFamily="34" charset="0"/>
              </a:rPr>
              <a:t>Click icon to add photo</a:t>
            </a:r>
          </a:p>
        </p:txBody>
      </p:sp>
      <p:sp>
        <p:nvSpPr>
          <p:cNvPr id="48" name="Name placeholder 3">
            <a:extLst>
              <a:ext uri="{FF2B5EF4-FFF2-40B4-BE49-F238E27FC236}">
                <a16:creationId xmlns:a16="http://schemas.microsoft.com/office/drawing/2014/main" id="{FEF8E10B-95A1-9662-0209-D35B338B2804}"/>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49" name="Title placeholder 3">
            <a:extLst>
              <a:ext uri="{FF2B5EF4-FFF2-40B4-BE49-F238E27FC236}">
                <a16:creationId xmlns:a16="http://schemas.microsoft.com/office/drawing/2014/main" id="{4D3D5982-FC92-05C9-5D34-2E8DD3769AC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dirty="0"/>
              <a:t>Job title or role Division or Location</a:t>
            </a:r>
          </a:p>
        </p:txBody>
      </p:sp>
      <p:sp>
        <p:nvSpPr>
          <p:cNvPr id="50" name="Picture placeholder 4" descr="Photograph of First and Last name &#10;(person the slide is referencing)">
            <a:extLst>
              <a:ext uri="{FF2B5EF4-FFF2-40B4-BE49-F238E27FC236}">
                <a16:creationId xmlns:a16="http://schemas.microsoft.com/office/drawing/2014/main" id="{2D1D6470-DA39-6042-ACD6-36D59EAE5DEB}"/>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dirty="0">
                <a:cs typeface="Arial" pitchFamily="34" charset="0"/>
              </a:rPr>
              <a:t>Click icon to add photo</a:t>
            </a:r>
          </a:p>
        </p:txBody>
      </p:sp>
      <p:sp>
        <p:nvSpPr>
          <p:cNvPr id="51" name="Name placeholder 4">
            <a:extLst>
              <a:ext uri="{FF2B5EF4-FFF2-40B4-BE49-F238E27FC236}">
                <a16:creationId xmlns:a16="http://schemas.microsoft.com/office/drawing/2014/main" id="{DE0955AD-9D5F-CAD4-2F91-4C4DB0D77DA5}"/>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dirty="0"/>
              <a:t>First and Last name</a:t>
            </a:r>
          </a:p>
        </p:txBody>
      </p:sp>
      <p:sp>
        <p:nvSpPr>
          <p:cNvPr id="52" name="Text placeholder 4">
            <a:extLst>
              <a:ext uri="{FF2B5EF4-FFF2-40B4-BE49-F238E27FC236}">
                <a16:creationId xmlns:a16="http://schemas.microsoft.com/office/drawing/2014/main" id="{98EBA5D6-58EC-CC31-FCF7-A9CE29BC8BB5}"/>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dirty="0"/>
              <a:t>Job title or role Division or Location</a:t>
            </a:r>
          </a:p>
        </p:txBody>
      </p:sp>
      <p:sp>
        <p:nvSpPr>
          <p:cNvPr id="3" name="Footer Placeholder 2">
            <a:extLst>
              <a:ext uri="{FF2B5EF4-FFF2-40B4-BE49-F238E27FC236}">
                <a16:creationId xmlns:a16="http://schemas.microsoft.com/office/drawing/2014/main" id="{8C4B056E-C443-96BF-B229-D1D085FFC634}"/>
              </a:ext>
              <a:ext uri="{C183D7F6-B498-43B3-948B-1728B52AA6E4}">
                <adec:decorative xmlns:adec="http://schemas.microsoft.com/office/drawing/2017/decorative" val="1"/>
              </a:ext>
            </a:extLst>
          </p:cNvPr>
          <p:cNvSpPr>
            <a:spLocks noGrp="1"/>
          </p:cNvSpPr>
          <p:nvPr userDrawn="1">
            <p:ph type="ftr" sz="quarter" idx="38"/>
          </p:nvPr>
        </p:nvSpPr>
        <p:spPr>
          <a:xfrm>
            <a:off x="4044193" y="6952791"/>
            <a:ext cx="4114800" cy="137160"/>
          </a:xfrm>
        </p:spPr>
        <p:txBody>
          <a:bodyPr/>
          <a:lstStyle>
            <a:lvl1pPr>
              <a:defRPr>
                <a:solidFill>
                  <a:srgbClr val="E6E6E6"/>
                </a:solidFill>
              </a:defRPr>
            </a:lvl1pPr>
          </a:lstStyle>
          <a:p>
            <a:endParaRPr lang="en-US" noProof="0" dirty="0"/>
          </a:p>
        </p:txBody>
      </p:sp>
      <p:sp>
        <p:nvSpPr>
          <p:cNvPr id="9" name="Slide Number Placeholder 8">
            <a:extLst>
              <a:ext uri="{FF2B5EF4-FFF2-40B4-BE49-F238E27FC236}">
                <a16:creationId xmlns:a16="http://schemas.microsoft.com/office/drawing/2014/main" id="{3A8F6EAA-8485-183F-ACBE-90ADE7ED61E6}"/>
              </a:ext>
              <a:ext uri="{C183D7F6-B498-43B3-948B-1728B52AA6E4}">
                <adec:decorative xmlns:adec="http://schemas.microsoft.com/office/drawing/2017/decorative" val="1"/>
              </a:ext>
            </a:extLst>
          </p:cNvPr>
          <p:cNvSpPr>
            <a:spLocks noGrp="1"/>
          </p:cNvSpPr>
          <p:nvPr userDrawn="1">
            <p:ph type="sldNum" sz="quarter" idx="37"/>
          </p:nvPr>
        </p:nvSpPr>
        <p:spPr>
          <a:xfrm>
            <a:off x="11168627" y="6952791"/>
            <a:ext cx="261660" cy="137160"/>
          </a:xfrm>
        </p:spPr>
        <p:txBody>
          <a:bodyPr/>
          <a:lstStyle>
            <a:lvl1pPr>
              <a:defRPr>
                <a:solidFill>
                  <a:srgbClr val="E6E6E6"/>
                </a:solidFill>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1740123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 5A">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dirty="0"/>
              <a:t>Team slide with 5 individuals (layout A) – click to add title</a:t>
            </a:r>
          </a:p>
        </p:txBody>
      </p:sp>
      <p:grpSp>
        <p:nvGrpSpPr>
          <p:cNvPr id="5" name="Group 4">
            <a:extLst>
              <a:ext uri="{FF2B5EF4-FFF2-40B4-BE49-F238E27FC236}">
                <a16:creationId xmlns:a16="http://schemas.microsoft.com/office/drawing/2014/main" id="{FCC466B3-D9D9-C596-A9A6-C9E09644E0F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771E5527-7120-C75D-06B8-AC657BDA412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7" name="TextBox 6">
              <a:extLst>
                <a:ext uri="{FF2B5EF4-FFF2-40B4-BE49-F238E27FC236}">
                  <a16:creationId xmlns:a16="http://schemas.microsoft.com/office/drawing/2014/main" id="{20C290C6-F4A8-D641-4A94-FDE87D8CD662}"/>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16" name="Picture placeholder 5" descr="Photograph of First and Last name &#10;(person the slide is referencing)">
            <a:extLst>
              <a:ext uri="{FF2B5EF4-FFF2-40B4-BE49-F238E27FC236}">
                <a16:creationId xmlns:a16="http://schemas.microsoft.com/office/drawing/2014/main" id="{B0F3C47A-5AB5-53B9-6AC5-A2E27AE815B6}"/>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lgn="l">
              <a:buFont typeface="Arial" panose="020B0604020202020204" pitchFamily="34" charset="0"/>
              <a:buNone/>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17" name="Text placeholder 5">
            <a:extLst>
              <a:ext uri="{FF2B5EF4-FFF2-40B4-BE49-F238E27FC236}">
                <a16:creationId xmlns:a16="http://schemas.microsoft.com/office/drawing/2014/main" id="{B49A78CD-66DE-0CBE-3D20-56B5205863C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18" name="Text placeholder 5">
            <a:extLst>
              <a:ext uri="{FF2B5EF4-FFF2-40B4-BE49-F238E27FC236}">
                <a16:creationId xmlns:a16="http://schemas.microsoft.com/office/drawing/2014/main" id="{80856E97-52AE-BB00-087A-234E8CFDC856}"/>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96150D64-4A5D-4DE2-4CBE-F9FA7E6A82E4}"/>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21" name="Text placeholder 5">
            <a:extLst>
              <a:ext uri="{FF2B5EF4-FFF2-40B4-BE49-F238E27FC236}">
                <a16:creationId xmlns:a16="http://schemas.microsoft.com/office/drawing/2014/main" id="{3FD9A6D0-97E5-A877-4BAF-633E5BB6D46D}"/>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25" name="Text placeholder 5">
            <a:extLst>
              <a:ext uri="{FF2B5EF4-FFF2-40B4-BE49-F238E27FC236}">
                <a16:creationId xmlns:a16="http://schemas.microsoft.com/office/drawing/2014/main" id="{6BD2A5E7-6DFE-1FFE-9A31-D21A0275566B}"/>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16298009-BE76-12AA-4F4F-AD13EA66C7DE}"/>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27" name="Text placeholder 5">
            <a:extLst>
              <a:ext uri="{FF2B5EF4-FFF2-40B4-BE49-F238E27FC236}">
                <a16:creationId xmlns:a16="http://schemas.microsoft.com/office/drawing/2014/main" id="{FB1474A4-88CB-E3F3-514D-30CD1F1F31FE}"/>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28" name="Text placeholder 5">
            <a:extLst>
              <a:ext uri="{FF2B5EF4-FFF2-40B4-BE49-F238E27FC236}">
                <a16:creationId xmlns:a16="http://schemas.microsoft.com/office/drawing/2014/main" id="{889462A5-3D28-160D-040A-DD72EC9C2C38}"/>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754B2C56-5296-EC90-CB2D-1A7D813479E3}"/>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dirty="0">
                <a:cs typeface="Arial" pitchFamily="34" charset="0"/>
              </a:rPr>
              <a:t>Click icon to add photo</a:t>
            </a:r>
          </a:p>
        </p:txBody>
      </p:sp>
      <p:sp>
        <p:nvSpPr>
          <p:cNvPr id="30" name="Text placeholder 5">
            <a:extLst>
              <a:ext uri="{FF2B5EF4-FFF2-40B4-BE49-F238E27FC236}">
                <a16:creationId xmlns:a16="http://schemas.microsoft.com/office/drawing/2014/main" id="{256CD1C2-6B20-C5C5-840E-DE6FF6124AB7}"/>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31" name="Text placeholder 5">
            <a:extLst>
              <a:ext uri="{FF2B5EF4-FFF2-40B4-BE49-F238E27FC236}">
                <a16:creationId xmlns:a16="http://schemas.microsoft.com/office/drawing/2014/main" id="{3E22EB7D-141F-8622-E318-83557006BB3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CEF03F1-0AA3-145F-5F72-810EF2E8D1E5}"/>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33" name="Text placeholder 5">
            <a:extLst>
              <a:ext uri="{FF2B5EF4-FFF2-40B4-BE49-F238E27FC236}">
                <a16:creationId xmlns:a16="http://schemas.microsoft.com/office/drawing/2014/main" id="{817F331B-E013-C48B-BA60-1764E06E800E}"/>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34" name="Text placeholder 5">
            <a:extLst>
              <a:ext uri="{FF2B5EF4-FFF2-40B4-BE49-F238E27FC236}">
                <a16:creationId xmlns:a16="http://schemas.microsoft.com/office/drawing/2014/main" id="{9EF7E684-CBA0-4EF8-34E2-C41DF82EE405}"/>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Job title or role</a:t>
            </a:r>
          </a:p>
        </p:txBody>
      </p:sp>
      <p:sp>
        <p:nvSpPr>
          <p:cNvPr id="3" name="Footer Placeholder 2">
            <a:extLst>
              <a:ext uri="{FF2B5EF4-FFF2-40B4-BE49-F238E27FC236}">
                <a16:creationId xmlns:a16="http://schemas.microsoft.com/office/drawing/2014/main" id="{FDF5869E-BD7C-9D43-BFC8-40D86794910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dirty="0"/>
          </a:p>
        </p:txBody>
      </p:sp>
      <p:sp>
        <p:nvSpPr>
          <p:cNvPr id="8" name="Slide Number Placeholder 7">
            <a:extLst>
              <a:ext uri="{FF2B5EF4-FFF2-40B4-BE49-F238E27FC236}">
                <a16:creationId xmlns:a16="http://schemas.microsoft.com/office/drawing/2014/main" id="{9F0B57B8-E00E-D1C4-E5CE-C896D33966F7}"/>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821582649"/>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am - 5B">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dirty="0"/>
              <a:t>Team slide with 5 individuals (layout B) – click to add title</a:t>
            </a:r>
          </a:p>
        </p:txBody>
      </p:sp>
      <p:grpSp>
        <p:nvGrpSpPr>
          <p:cNvPr id="5" name="Group 4">
            <a:extLst>
              <a:ext uri="{FF2B5EF4-FFF2-40B4-BE49-F238E27FC236}">
                <a16:creationId xmlns:a16="http://schemas.microsoft.com/office/drawing/2014/main" id="{BA5BDC27-183E-779E-713B-C6416E61C65C}"/>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C0018302-992C-63A3-22D4-6AA1AC8E9D8B}"/>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7" name="TextBox 6">
              <a:extLst>
                <a:ext uri="{FF2B5EF4-FFF2-40B4-BE49-F238E27FC236}">
                  <a16:creationId xmlns:a16="http://schemas.microsoft.com/office/drawing/2014/main" id="{A2662E19-41C8-5C54-2238-4485EAFE8E9F}"/>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16" name="Picture placeholder 5" descr="Photograph of First and Last name &#10;(person the slide is referencing)">
            <a:extLst>
              <a:ext uri="{FF2B5EF4-FFF2-40B4-BE49-F238E27FC236}">
                <a16:creationId xmlns:a16="http://schemas.microsoft.com/office/drawing/2014/main" id="{459C76BA-4EE1-FE31-FB7B-42B8C97B9445}"/>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17" name="Text placeholder 5">
            <a:extLst>
              <a:ext uri="{FF2B5EF4-FFF2-40B4-BE49-F238E27FC236}">
                <a16:creationId xmlns:a16="http://schemas.microsoft.com/office/drawing/2014/main" id="{942366CA-3D36-9ADB-9F79-D7ECB36D16E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18" name="Text placeholder 5">
            <a:extLst>
              <a:ext uri="{FF2B5EF4-FFF2-40B4-BE49-F238E27FC236}">
                <a16:creationId xmlns:a16="http://schemas.microsoft.com/office/drawing/2014/main" id="{18BA7120-8A1D-7DDB-0181-2135C0FE4C14}"/>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8535FF8A-8144-9AFD-5A3E-6BAE52706799}"/>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21" name="Text placeholder 5">
            <a:extLst>
              <a:ext uri="{FF2B5EF4-FFF2-40B4-BE49-F238E27FC236}">
                <a16:creationId xmlns:a16="http://schemas.microsoft.com/office/drawing/2014/main" id="{D72E923C-701B-A856-A43D-3C2C3954224C}"/>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25" name="Text placeholder 5">
            <a:extLst>
              <a:ext uri="{FF2B5EF4-FFF2-40B4-BE49-F238E27FC236}">
                <a16:creationId xmlns:a16="http://schemas.microsoft.com/office/drawing/2014/main" id="{2D13632A-7BF3-F452-E599-A0A9093A81E7}"/>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47018D75-9E00-8DDD-4314-0DA2A1F40C35}"/>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27" name="Text placeholder 5">
            <a:extLst>
              <a:ext uri="{FF2B5EF4-FFF2-40B4-BE49-F238E27FC236}">
                <a16:creationId xmlns:a16="http://schemas.microsoft.com/office/drawing/2014/main" id="{1F2F4D3A-5E40-B8BD-884A-B60404094F1F}"/>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28" name="Text placeholder 5">
            <a:extLst>
              <a:ext uri="{FF2B5EF4-FFF2-40B4-BE49-F238E27FC236}">
                <a16:creationId xmlns:a16="http://schemas.microsoft.com/office/drawing/2014/main" id="{13924404-7B61-56D4-6D8B-43A23757FD5D}"/>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0CE555FE-DC6A-EE11-B384-C2EEE2679B96}"/>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dirty="0">
                <a:cs typeface="Arial" pitchFamily="34" charset="0"/>
              </a:rPr>
              <a:t>Click icon to add photo</a:t>
            </a:r>
          </a:p>
        </p:txBody>
      </p:sp>
      <p:sp>
        <p:nvSpPr>
          <p:cNvPr id="30" name="Text placeholder 5">
            <a:extLst>
              <a:ext uri="{FF2B5EF4-FFF2-40B4-BE49-F238E27FC236}">
                <a16:creationId xmlns:a16="http://schemas.microsoft.com/office/drawing/2014/main" id="{474467A7-A6D7-2ED3-4F33-966947382A5D}"/>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31" name="Text placeholder 5">
            <a:extLst>
              <a:ext uri="{FF2B5EF4-FFF2-40B4-BE49-F238E27FC236}">
                <a16:creationId xmlns:a16="http://schemas.microsoft.com/office/drawing/2014/main" id="{C2712CF8-AA73-F646-0041-12F445D2375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DEBCB5C-5B70-BE28-6329-04FBC2E49E14}"/>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33" name="Text placeholder 5">
            <a:extLst>
              <a:ext uri="{FF2B5EF4-FFF2-40B4-BE49-F238E27FC236}">
                <a16:creationId xmlns:a16="http://schemas.microsoft.com/office/drawing/2014/main" id="{F61EB877-C8BD-7348-FBB9-39A3D55A0D94}"/>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dirty="0"/>
              <a:t>First and Last name</a:t>
            </a:r>
          </a:p>
        </p:txBody>
      </p:sp>
      <p:sp>
        <p:nvSpPr>
          <p:cNvPr id="34" name="Text placeholder 5">
            <a:extLst>
              <a:ext uri="{FF2B5EF4-FFF2-40B4-BE49-F238E27FC236}">
                <a16:creationId xmlns:a16="http://schemas.microsoft.com/office/drawing/2014/main" id="{461FB0C1-1871-C6E7-E127-84BAA7E09EA2}"/>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a:t>Job title or role</a:t>
            </a:r>
          </a:p>
        </p:txBody>
      </p:sp>
      <p:sp>
        <p:nvSpPr>
          <p:cNvPr id="3" name="Footer Placeholder 2">
            <a:extLst>
              <a:ext uri="{FF2B5EF4-FFF2-40B4-BE49-F238E27FC236}">
                <a16:creationId xmlns:a16="http://schemas.microsoft.com/office/drawing/2014/main" id="{74021031-42F9-7803-07C5-5ED7C6BA125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dirty="0"/>
          </a:p>
        </p:txBody>
      </p:sp>
      <p:sp>
        <p:nvSpPr>
          <p:cNvPr id="8" name="Slide Number Placeholder 7">
            <a:extLst>
              <a:ext uri="{FF2B5EF4-FFF2-40B4-BE49-F238E27FC236}">
                <a16:creationId xmlns:a16="http://schemas.microsoft.com/office/drawing/2014/main" id="{0762E3FF-F3C2-F1FF-39B1-EC3FA1A24015}"/>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60346866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 10A">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dirty="0"/>
              <a:t>Team slide with 10 individuals (layout A) – click to add title</a:t>
            </a:r>
          </a:p>
        </p:txBody>
      </p:sp>
      <p:grpSp>
        <p:nvGrpSpPr>
          <p:cNvPr id="4" name="Group 3">
            <a:extLst>
              <a:ext uri="{FF2B5EF4-FFF2-40B4-BE49-F238E27FC236}">
                <a16:creationId xmlns:a16="http://schemas.microsoft.com/office/drawing/2014/main" id="{D0F69D0C-6FAF-3370-64ED-BF21B653D5A0}"/>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68AA9B0-634F-E9AD-EFE7-21E29331A5C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6" name="TextBox 5">
              <a:extLst>
                <a:ext uri="{FF2B5EF4-FFF2-40B4-BE49-F238E27FC236}">
                  <a16:creationId xmlns:a16="http://schemas.microsoft.com/office/drawing/2014/main" id="{B35C596F-D7B8-B486-5687-8F8C2CB0C22E}"/>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53" name="Picture placeholder 5" descr="Photograph of First and Last name &#10;(person the slide is referencing)">
            <a:extLst>
              <a:ext uri="{FF2B5EF4-FFF2-40B4-BE49-F238E27FC236}">
                <a16:creationId xmlns:a16="http://schemas.microsoft.com/office/drawing/2014/main" id="{1E9DD10C-39C6-009E-EA85-C0A1F1D9BC1E}"/>
              </a:ext>
            </a:extLst>
          </p:cNvPr>
          <p:cNvSpPr>
            <a:spLocks noGrp="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56" name="Text placeholder 5">
            <a:extLst>
              <a:ext uri="{FF2B5EF4-FFF2-40B4-BE49-F238E27FC236}">
                <a16:creationId xmlns:a16="http://schemas.microsoft.com/office/drawing/2014/main" id="{A529CFD9-179B-0D57-D81E-98D524898A5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57" name="Text placeholder 5">
            <a:extLst>
              <a:ext uri="{FF2B5EF4-FFF2-40B4-BE49-F238E27FC236}">
                <a16:creationId xmlns:a16="http://schemas.microsoft.com/office/drawing/2014/main" id="{D9523B55-398D-A183-44BA-D7978CA2094B}"/>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dirty="0"/>
              <a:t>Job title or role</a:t>
            </a:r>
          </a:p>
        </p:txBody>
      </p:sp>
      <p:sp>
        <p:nvSpPr>
          <p:cNvPr id="58" name="Picture placeholder 5" descr="Photograph of First and Last name &#10;(person the slide is referencing)">
            <a:extLst>
              <a:ext uri="{FF2B5EF4-FFF2-40B4-BE49-F238E27FC236}">
                <a16:creationId xmlns:a16="http://schemas.microsoft.com/office/drawing/2014/main" id="{F1F05CC9-60A2-C5F9-614F-CCC20CDAD1AA}"/>
              </a:ext>
            </a:extLst>
          </p:cNvPr>
          <p:cNvSpPr>
            <a:spLocks noGrp="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59" name="Text placeholder 5">
            <a:extLst>
              <a:ext uri="{FF2B5EF4-FFF2-40B4-BE49-F238E27FC236}">
                <a16:creationId xmlns:a16="http://schemas.microsoft.com/office/drawing/2014/main" id="{6562AEC7-DC14-9F64-A58F-57889D653895}"/>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62" name="Text placeholder 5">
            <a:extLst>
              <a:ext uri="{FF2B5EF4-FFF2-40B4-BE49-F238E27FC236}">
                <a16:creationId xmlns:a16="http://schemas.microsoft.com/office/drawing/2014/main" id="{8F3AF9E7-6D1F-FB1D-79D0-018727DEFB0B}"/>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63" name="Picture placeholder 5" descr="Photograph of First and Last name &#10;(person the slide is referencing)">
            <a:extLst>
              <a:ext uri="{FF2B5EF4-FFF2-40B4-BE49-F238E27FC236}">
                <a16:creationId xmlns:a16="http://schemas.microsoft.com/office/drawing/2014/main" id="{A33BCA58-CD54-BBB9-5EEE-53CEC4688C79}"/>
              </a:ext>
            </a:extLst>
          </p:cNvPr>
          <p:cNvSpPr>
            <a:spLocks noGrp="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64" name="Text placeholder 5">
            <a:extLst>
              <a:ext uri="{FF2B5EF4-FFF2-40B4-BE49-F238E27FC236}">
                <a16:creationId xmlns:a16="http://schemas.microsoft.com/office/drawing/2014/main" id="{4E011573-D799-6DA8-5A8F-E217ADA30A1E}"/>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65" name="Text placeholder 5">
            <a:extLst>
              <a:ext uri="{FF2B5EF4-FFF2-40B4-BE49-F238E27FC236}">
                <a16:creationId xmlns:a16="http://schemas.microsoft.com/office/drawing/2014/main" id="{5C26C960-18FD-1ECA-CB1E-E31538F69627}"/>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66" name="Picture placeholder 5" descr="Photograph of First and Last name &#10;(person the slide is referencing)">
            <a:extLst>
              <a:ext uri="{FF2B5EF4-FFF2-40B4-BE49-F238E27FC236}">
                <a16:creationId xmlns:a16="http://schemas.microsoft.com/office/drawing/2014/main" id="{89FBC76F-36CF-AE55-8453-B5C3AF130404}"/>
              </a:ext>
            </a:extLst>
          </p:cNvPr>
          <p:cNvSpPr>
            <a:spLocks noGrp="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69" name="Text placeholder 5">
            <a:extLst>
              <a:ext uri="{FF2B5EF4-FFF2-40B4-BE49-F238E27FC236}">
                <a16:creationId xmlns:a16="http://schemas.microsoft.com/office/drawing/2014/main" id="{7EBFF4F6-8FCF-9D24-59BF-878667B36CFF}"/>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70" name="Text placeholder 5">
            <a:extLst>
              <a:ext uri="{FF2B5EF4-FFF2-40B4-BE49-F238E27FC236}">
                <a16:creationId xmlns:a16="http://schemas.microsoft.com/office/drawing/2014/main" id="{A4E86292-6501-F817-DBF5-84F8B3B5996B}"/>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71" name="Picture placeholder 5" descr="Photograph of First and Last name &#10;(person the slide is referencing)">
            <a:extLst>
              <a:ext uri="{FF2B5EF4-FFF2-40B4-BE49-F238E27FC236}">
                <a16:creationId xmlns:a16="http://schemas.microsoft.com/office/drawing/2014/main" id="{0F916C77-5AD4-5C11-410B-ECF235BD2B43}"/>
              </a:ext>
            </a:extLst>
          </p:cNvPr>
          <p:cNvSpPr>
            <a:spLocks noGrp="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72" name="Text placeholder 5">
            <a:extLst>
              <a:ext uri="{FF2B5EF4-FFF2-40B4-BE49-F238E27FC236}">
                <a16:creationId xmlns:a16="http://schemas.microsoft.com/office/drawing/2014/main" id="{980AF009-89AC-49AD-DCDA-46B857076804}"/>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73" name="Text placeholder 5">
            <a:extLst>
              <a:ext uri="{FF2B5EF4-FFF2-40B4-BE49-F238E27FC236}">
                <a16:creationId xmlns:a16="http://schemas.microsoft.com/office/drawing/2014/main" id="{A6DDA18B-1FE0-E0B9-76D4-0CF941CA2EB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74" name="Picture placeholder 5" descr="Photograph of First and Last name &#10;(person the slide is referencing)">
            <a:extLst>
              <a:ext uri="{FF2B5EF4-FFF2-40B4-BE49-F238E27FC236}">
                <a16:creationId xmlns:a16="http://schemas.microsoft.com/office/drawing/2014/main" id="{45A3B18E-47C9-951B-1F34-B129E1383BF2}"/>
              </a:ext>
            </a:extLst>
          </p:cNvPr>
          <p:cNvSpPr>
            <a:spLocks noGrp="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75" name="Text placeholder 5">
            <a:extLst>
              <a:ext uri="{FF2B5EF4-FFF2-40B4-BE49-F238E27FC236}">
                <a16:creationId xmlns:a16="http://schemas.microsoft.com/office/drawing/2014/main" id="{7C7D0432-6649-B033-7F99-5828767B1D19}"/>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76" name="Text placeholder 5">
            <a:extLst>
              <a:ext uri="{FF2B5EF4-FFF2-40B4-BE49-F238E27FC236}">
                <a16:creationId xmlns:a16="http://schemas.microsoft.com/office/drawing/2014/main" id="{09E68937-7497-3B1C-8978-5218C6146F2D}"/>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77" name="Picture placeholder 5" descr="Photograph of First and Last name &#10;(person the slide is referencing)">
            <a:extLst>
              <a:ext uri="{FF2B5EF4-FFF2-40B4-BE49-F238E27FC236}">
                <a16:creationId xmlns:a16="http://schemas.microsoft.com/office/drawing/2014/main" id="{DB398322-BDC5-7AD1-81AF-003F8196DB66}"/>
              </a:ext>
            </a:extLst>
          </p:cNvPr>
          <p:cNvSpPr>
            <a:spLocks noGrp="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78" name="Text placeholder 5">
            <a:extLst>
              <a:ext uri="{FF2B5EF4-FFF2-40B4-BE49-F238E27FC236}">
                <a16:creationId xmlns:a16="http://schemas.microsoft.com/office/drawing/2014/main" id="{BF345552-43FD-CA3B-CBF3-A60FFDFB5EBF}"/>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79" name="Text placeholder 5">
            <a:extLst>
              <a:ext uri="{FF2B5EF4-FFF2-40B4-BE49-F238E27FC236}">
                <a16:creationId xmlns:a16="http://schemas.microsoft.com/office/drawing/2014/main" id="{1C65CFED-6C08-2238-F0A9-1217AA0E4C63}"/>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80" name="Picture placeholder 5" descr="Photograph of First and Last name &#10;(person the slide is referencing)">
            <a:extLst>
              <a:ext uri="{FF2B5EF4-FFF2-40B4-BE49-F238E27FC236}">
                <a16:creationId xmlns:a16="http://schemas.microsoft.com/office/drawing/2014/main" id="{6C7AE4E1-C7D3-A07E-F3B9-F7CFFC65D496}"/>
              </a:ext>
            </a:extLst>
          </p:cNvPr>
          <p:cNvSpPr>
            <a:spLocks noGrp="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81" name="Text placeholder 5">
            <a:extLst>
              <a:ext uri="{FF2B5EF4-FFF2-40B4-BE49-F238E27FC236}">
                <a16:creationId xmlns:a16="http://schemas.microsoft.com/office/drawing/2014/main" id="{D813AAFA-8DF6-DA12-A665-D2D4727E1AA9}"/>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82" name="Text placeholder 5">
            <a:extLst>
              <a:ext uri="{FF2B5EF4-FFF2-40B4-BE49-F238E27FC236}">
                <a16:creationId xmlns:a16="http://schemas.microsoft.com/office/drawing/2014/main" id="{A7DEF59E-319D-9591-63E8-1B800A80D31C}"/>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83" name="Picture placeholder 5" descr="Photograph of First and Last name &#10;(person the slide is referencing)">
            <a:extLst>
              <a:ext uri="{FF2B5EF4-FFF2-40B4-BE49-F238E27FC236}">
                <a16:creationId xmlns:a16="http://schemas.microsoft.com/office/drawing/2014/main" id="{CA89A590-686C-BEB3-E272-C48BF67718E7}"/>
              </a:ext>
            </a:extLst>
          </p:cNvPr>
          <p:cNvSpPr>
            <a:spLocks noGrp="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84" name="Text placeholder 5">
            <a:extLst>
              <a:ext uri="{FF2B5EF4-FFF2-40B4-BE49-F238E27FC236}">
                <a16:creationId xmlns:a16="http://schemas.microsoft.com/office/drawing/2014/main" id="{62E75F92-DCE3-7CAC-54D5-E223958851CE}"/>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85" name="Text placeholder 5">
            <a:extLst>
              <a:ext uri="{FF2B5EF4-FFF2-40B4-BE49-F238E27FC236}">
                <a16:creationId xmlns:a16="http://schemas.microsoft.com/office/drawing/2014/main" id="{80CDE410-C3B4-49CF-020A-7A4BF252ECD7}"/>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86" name="Picture placeholder 5" descr="Photograph of First and Last name &#10;(person the slide is referencing)">
            <a:extLst>
              <a:ext uri="{FF2B5EF4-FFF2-40B4-BE49-F238E27FC236}">
                <a16:creationId xmlns:a16="http://schemas.microsoft.com/office/drawing/2014/main" id="{4D5B701E-CF83-43D3-53AE-489AE08B2FFA}"/>
              </a:ext>
            </a:extLst>
          </p:cNvPr>
          <p:cNvSpPr>
            <a:spLocks noGrp="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87" name="Text placeholder 5">
            <a:extLst>
              <a:ext uri="{FF2B5EF4-FFF2-40B4-BE49-F238E27FC236}">
                <a16:creationId xmlns:a16="http://schemas.microsoft.com/office/drawing/2014/main" id="{0A08428B-F243-D913-409A-B863F30EBD28}"/>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88" name="Text placeholder 5">
            <a:extLst>
              <a:ext uri="{FF2B5EF4-FFF2-40B4-BE49-F238E27FC236}">
                <a16:creationId xmlns:a16="http://schemas.microsoft.com/office/drawing/2014/main" id="{BE699E39-5A18-3E54-C0F2-67BEB0C064EA}"/>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3" name="Footer Placeholder 2">
            <a:extLst>
              <a:ext uri="{FF2B5EF4-FFF2-40B4-BE49-F238E27FC236}">
                <a16:creationId xmlns:a16="http://schemas.microsoft.com/office/drawing/2014/main" id="{DAAF0419-6770-892C-3061-9D79FF673D37}"/>
              </a:ext>
              <a:ext uri="{C183D7F6-B498-43B3-948B-1728B52AA6E4}">
                <adec:decorative xmlns:adec="http://schemas.microsoft.com/office/drawing/2017/decorative" val="1"/>
              </a:ext>
            </a:extLst>
          </p:cNvPr>
          <p:cNvSpPr>
            <a:spLocks noGrp="1"/>
          </p:cNvSpPr>
          <p:nvPr userDrawn="1">
            <p:ph type="ftr" sz="quarter" idx="112"/>
          </p:nvPr>
        </p:nvSpPr>
        <p:spPr>
          <a:xfrm>
            <a:off x="4038600" y="7052789"/>
            <a:ext cx="4114800" cy="137160"/>
          </a:xfrm>
        </p:spPr>
        <p:txBody>
          <a:bodyPr/>
          <a:lstStyle/>
          <a:p>
            <a:endParaRPr lang="en-US" noProof="0" dirty="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531489866"/>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 10B">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dirty="0"/>
              <a:t>Team slide with 10 individuals (layout B) – click to add title</a:t>
            </a:r>
          </a:p>
        </p:txBody>
      </p:sp>
      <p:grpSp>
        <p:nvGrpSpPr>
          <p:cNvPr id="4" name="Group 3">
            <a:extLst>
              <a:ext uri="{FF2B5EF4-FFF2-40B4-BE49-F238E27FC236}">
                <a16:creationId xmlns:a16="http://schemas.microsoft.com/office/drawing/2014/main" id="{34E87E92-08FD-A2A7-FE01-239749BBB24B}"/>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7FF2CC3-FE6C-26AE-3D44-9D64095C588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6" name="TextBox 5">
              <a:extLst>
                <a:ext uri="{FF2B5EF4-FFF2-40B4-BE49-F238E27FC236}">
                  <a16:creationId xmlns:a16="http://schemas.microsoft.com/office/drawing/2014/main" id="{1747A736-F0E2-6BFE-838D-1A61CFF423F1}"/>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56" name="Picture placeholder 5" descr="Photograph of First and Last name &#10;(person the slide is referencing)">
            <a:extLst>
              <a:ext uri="{FF2B5EF4-FFF2-40B4-BE49-F238E27FC236}">
                <a16:creationId xmlns:a16="http://schemas.microsoft.com/office/drawing/2014/main" id="{83BC0750-8119-F69A-32AD-9EE149AA78EE}"/>
              </a:ext>
            </a:extLst>
          </p:cNvPr>
          <p:cNvSpPr>
            <a:spLocks noGrp="1" noChangeAspect="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57" name="Text placeholder 5">
            <a:extLst>
              <a:ext uri="{FF2B5EF4-FFF2-40B4-BE49-F238E27FC236}">
                <a16:creationId xmlns:a16="http://schemas.microsoft.com/office/drawing/2014/main" id="{7D64D81B-2716-CA70-422F-884E93A2D6F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58" name="Text placeholder 5">
            <a:extLst>
              <a:ext uri="{FF2B5EF4-FFF2-40B4-BE49-F238E27FC236}">
                <a16:creationId xmlns:a16="http://schemas.microsoft.com/office/drawing/2014/main" id="{83316E65-6F11-E343-8A89-39DF0398A691}"/>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dirty="0"/>
              <a:t>Job title or role</a:t>
            </a:r>
          </a:p>
        </p:txBody>
      </p:sp>
      <p:sp>
        <p:nvSpPr>
          <p:cNvPr id="59" name="Picture placeholder 5" descr="Photograph of First and Last name &#10;(person the slide is referencing)">
            <a:extLst>
              <a:ext uri="{FF2B5EF4-FFF2-40B4-BE49-F238E27FC236}">
                <a16:creationId xmlns:a16="http://schemas.microsoft.com/office/drawing/2014/main" id="{B6F6A509-787F-2E55-CE10-3244E9BE76B5}"/>
              </a:ext>
            </a:extLst>
          </p:cNvPr>
          <p:cNvSpPr>
            <a:spLocks noGrp="1" noChangeAspect="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62" name="Text placeholder 5">
            <a:extLst>
              <a:ext uri="{FF2B5EF4-FFF2-40B4-BE49-F238E27FC236}">
                <a16:creationId xmlns:a16="http://schemas.microsoft.com/office/drawing/2014/main" id="{CDE753D4-C90A-4ECE-95F2-F8DCF776D741}"/>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63" name="Text placeholder 5">
            <a:extLst>
              <a:ext uri="{FF2B5EF4-FFF2-40B4-BE49-F238E27FC236}">
                <a16:creationId xmlns:a16="http://schemas.microsoft.com/office/drawing/2014/main" id="{309FF256-83EC-EBC2-6D73-9980D8317DBE}"/>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64" name="Picture placeholder 5" descr="Photograph of First and Last name &#10;(person the slide is referencing)">
            <a:extLst>
              <a:ext uri="{FF2B5EF4-FFF2-40B4-BE49-F238E27FC236}">
                <a16:creationId xmlns:a16="http://schemas.microsoft.com/office/drawing/2014/main" id="{E2C825AB-350F-ED85-9D83-FE82A247BDDA}"/>
              </a:ext>
            </a:extLst>
          </p:cNvPr>
          <p:cNvSpPr>
            <a:spLocks noGrp="1" noChangeAspect="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65" name="Text placeholder 5">
            <a:extLst>
              <a:ext uri="{FF2B5EF4-FFF2-40B4-BE49-F238E27FC236}">
                <a16:creationId xmlns:a16="http://schemas.microsoft.com/office/drawing/2014/main" id="{799BDA78-7627-7B47-F094-FFA2AEAC66F9}"/>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66" name="Text placeholder 5">
            <a:extLst>
              <a:ext uri="{FF2B5EF4-FFF2-40B4-BE49-F238E27FC236}">
                <a16:creationId xmlns:a16="http://schemas.microsoft.com/office/drawing/2014/main" id="{3AA175F2-EF5E-657C-3C80-8F9327C8550E}"/>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69" name="Picture placeholder 5" descr="Photograph of First and Last name &#10;(person the slide is referencing)">
            <a:extLst>
              <a:ext uri="{FF2B5EF4-FFF2-40B4-BE49-F238E27FC236}">
                <a16:creationId xmlns:a16="http://schemas.microsoft.com/office/drawing/2014/main" id="{709A6B6C-6509-BBC9-3297-29CACF0BFE14}"/>
              </a:ext>
            </a:extLst>
          </p:cNvPr>
          <p:cNvSpPr>
            <a:spLocks noGrp="1" noChangeAspect="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70" name="Text placeholder 5">
            <a:extLst>
              <a:ext uri="{FF2B5EF4-FFF2-40B4-BE49-F238E27FC236}">
                <a16:creationId xmlns:a16="http://schemas.microsoft.com/office/drawing/2014/main" id="{DDD0A537-BA60-B19E-F15B-90DFA13EC599}"/>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71" name="Text placeholder 5">
            <a:extLst>
              <a:ext uri="{FF2B5EF4-FFF2-40B4-BE49-F238E27FC236}">
                <a16:creationId xmlns:a16="http://schemas.microsoft.com/office/drawing/2014/main" id="{41A4BCD7-DE61-50D8-949D-1BF5C0A8B8B8}"/>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72" name="Picture placeholder 5" descr="Photograph of First and Last name &#10;(person the slide is referencing)">
            <a:extLst>
              <a:ext uri="{FF2B5EF4-FFF2-40B4-BE49-F238E27FC236}">
                <a16:creationId xmlns:a16="http://schemas.microsoft.com/office/drawing/2014/main" id="{C32EF674-C494-0ECD-E34F-5A97CB292BEC}"/>
              </a:ext>
            </a:extLst>
          </p:cNvPr>
          <p:cNvSpPr>
            <a:spLocks noGrp="1" noChangeAspect="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73" name="Text placeholder 5">
            <a:extLst>
              <a:ext uri="{FF2B5EF4-FFF2-40B4-BE49-F238E27FC236}">
                <a16:creationId xmlns:a16="http://schemas.microsoft.com/office/drawing/2014/main" id="{8363BD52-39BE-1B60-541E-B66D7854DB9D}"/>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74" name="Text placeholder 5">
            <a:extLst>
              <a:ext uri="{FF2B5EF4-FFF2-40B4-BE49-F238E27FC236}">
                <a16:creationId xmlns:a16="http://schemas.microsoft.com/office/drawing/2014/main" id="{07F67F54-1EAE-B7BA-D267-361C9DC86D4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75" name="Picture placeholder 5" descr="Photograph of First and Last name &#10;(person the slide is referencing)">
            <a:extLst>
              <a:ext uri="{FF2B5EF4-FFF2-40B4-BE49-F238E27FC236}">
                <a16:creationId xmlns:a16="http://schemas.microsoft.com/office/drawing/2014/main" id="{FACCD386-9189-169C-A09C-D21E0F35E7B0}"/>
              </a:ext>
            </a:extLst>
          </p:cNvPr>
          <p:cNvSpPr>
            <a:spLocks noGrp="1" noChangeAspect="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76" name="Text placeholder 5">
            <a:extLst>
              <a:ext uri="{FF2B5EF4-FFF2-40B4-BE49-F238E27FC236}">
                <a16:creationId xmlns:a16="http://schemas.microsoft.com/office/drawing/2014/main" id="{80BF2158-1BF0-047B-6140-2448785BF857}"/>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77" name="Text placeholder 5">
            <a:extLst>
              <a:ext uri="{FF2B5EF4-FFF2-40B4-BE49-F238E27FC236}">
                <a16:creationId xmlns:a16="http://schemas.microsoft.com/office/drawing/2014/main" id="{CA9F9A32-DB73-DB6F-8E19-99F72FFF08E1}"/>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78" name="Picture placeholder 5" descr="Photograph of First and Last name &#10;(person the slide is referencing)">
            <a:extLst>
              <a:ext uri="{FF2B5EF4-FFF2-40B4-BE49-F238E27FC236}">
                <a16:creationId xmlns:a16="http://schemas.microsoft.com/office/drawing/2014/main" id="{5B216939-AB12-50E2-F455-BA1313824F2D}"/>
              </a:ext>
            </a:extLst>
          </p:cNvPr>
          <p:cNvSpPr>
            <a:spLocks noGrp="1" noChangeAspect="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79" name="Text placeholder 5">
            <a:extLst>
              <a:ext uri="{FF2B5EF4-FFF2-40B4-BE49-F238E27FC236}">
                <a16:creationId xmlns:a16="http://schemas.microsoft.com/office/drawing/2014/main" id="{ECFE43AE-9FE8-8126-BE14-3C4AC556CF64}"/>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80" name="Text placeholder 5">
            <a:extLst>
              <a:ext uri="{FF2B5EF4-FFF2-40B4-BE49-F238E27FC236}">
                <a16:creationId xmlns:a16="http://schemas.microsoft.com/office/drawing/2014/main" id="{6112D329-2A43-86AB-4F77-A7DA1F5DF1DC}"/>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81" name="Picture placeholder 5" descr="Photograph of First and Last name &#10;(person the slide is referencing)">
            <a:extLst>
              <a:ext uri="{FF2B5EF4-FFF2-40B4-BE49-F238E27FC236}">
                <a16:creationId xmlns:a16="http://schemas.microsoft.com/office/drawing/2014/main" id="{629949E7-5C9A-5947-5D49-5A69F29D360B}"/>
              </a:ext>
            </a:extLst>
          </p:cNvPr>
          <p:cNvSpPr>
            <a:spLocks noGrp="1" noChangeAspect="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82" name="Text placeholder 5">
            <a:extLst>
              <a:ext uri="{FF2B5EF4-FFF2-40B4-BE49-F238E27FC236}">
                <a16:creationId xmlns:a16="http://schemas.microsoft.com/office/drawing/2014/main" id="{88B2AB9D-9838-55FF-9BBB-8F354D7E56D6}"/>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83" name="Text placeholder 5">
            <a:extLst>
              <a:ext uri="{FF2B5EF4-FFF2-40B4-BE49-F238E27FC236}">
                <a16:creationId xmlns:a16="http://schemas.microsoft.com/office/drawing/2014/main" id="{CCBFB0CF-5CAA-883C-DEAB-43A58245838A}"/>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84" name="Picture placeholder 5" descr="Photograph of First and Last name &#10;(person the slide is referencing)">
            <a:extLst>
              <a:ext uri="{FF2B5EF4-FFF2-40B4-BE49-F238E27FC236}">
                <a16:creationId xmlns:a16="http://schemas.microsoft.com/office/drawing/2014/main" id="{FEFA65D4-7E4E-7D88-BB93-BDAC6A11EEE6}"/>
              </a:ext>
            </a:extLst>
          </p:cNvPr>
          <p:cNvSpPr>
            <a:spLocks noGrp="1" noChangeAspect="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85" name="Text placeholder 5">
            <a:extLst>
              <a:ext uri="{FF2B5EF4-FFF2-40B4-BE49-F238E27FC236}">
                <a16:creationId xmlns:a16="http://schemas.microsoft.com/office/drawing/2014/main" id="{BC089438-BB2E-8CA6-5F91-044332B0A356}"/>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86" name="Text placeholder 5">
            <a:extLst>
              <a:ext uri="{FF2B5EF4-FFF2-40B4-BE49-F238E27FC236}">
                <a16:creationId xmlns:a16="http://schemas.microsoft.com/office/drawing/2014/main" id="{481736D0-57CE-73C1-380A-473D46F2A639}"/>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87" name="Picture placeholder 5" descr="Photograph of First and Last name &#10;(person the slide is referencing)">
            <a:extLst>
              <a:ext uri="{FF2B5EF4-FFF2-40B4-BE49-F238E27FC236}">
                <a16:creationId xmlns:a16="http://schemas.microsoft.com/office/drawing/2014/main" id="{13775789-7F49-8FA8-F6BA-4831AA428A52}"/>
              </a:ext>
            </a:extLst>
          </p:cNvPr>
          <p:cNvSpPr>
            <a:spLocks noGrp="1" noChangeAspect="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dirty="0">
                <a:cs typeface="Arial" pitchFamily="34" charset="0"/>
              </a:rPr>
              <a:t>Click icon to add photo</a:t>
            </a:r>
          </a:p>
        </p:txBody>
      </p:sp>
      <p:sp>
        <p:nvSpPr>
          <p:cNvPr id="88" name="Text placeholder 5">
            <a:extLst>
              <a:ext uri="{FF2B5EF4-FFF2-40B4-BE49-F238E27FC236}">
                <a16:creationId xmlns:a16="http://schemas.microsoft.com/office/drawing/2014/main" id="{83014732-9266-51C6-552D-A2A47DF3B20E}"/>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First and Last name</a:t>
            </a:r>
          </a:p>
        </p:txBody>
      </p:sp>
      <p:sp>
        <p:nvSpPr>
          <p:cNvPr id="89" name="Text placeholder 5">
            <a:extLst>
              <a:ext uri="{FF2B5EF4-FFF2-40B4-BE49-F238E27FC236}">
                <a16:creationId xmlns:a16="http://schemas.microsoft.com/office/drawing/2014/main" id="{BE4A8D1D-0817-36C0-DAE7-2C3EFC726A0F}"/>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dirty="0"/>
              <a:t>Job title or role</a:t>
            </a:r>
          </a:p>
        </p:txBody>
      </p:sp>
      <p:sp>
        <p:nvSpPr>
          <p:cNvPr id="3" name="Footer Placeholder 2">
            <a:extLst>
              <a:ext uri="{FF2B5EF4-FFF2-40B4-BE49-F238E27FC236}">
                <a16:creationId xmlns:a16="http://schemas.microsoft.com/office/drawing/2014/main" id="{49E803D8-E642-131F-D1F9-D10BBA53C117}"/>
              </a:ext>
              <a:ext uri="{C183D7F6-B498-43B3-948B-1728B52AA6E4}">
                <adec:decorative xmlns:adec="http://schemas.microsoft.com/office/drawing/2017/decorative" val="1"/>
              </a:ext>
            </a:extLst>
          </p:cNvPr>
          <p:cNvSpPr>
            <a:spLocks noGrp="1"/>
          </p:cNvSpPr>
          <p:nvPr userDrawn="1">
            <p:ph type="ftr" sz="quarter" idx="112"/>
          </p:nvPr>
        </p:nvSpPr>
        <p:spPr/>
        <p:txBody>
          <a:bodyPr/>
          <a:lstStyle/>
          <a:p>
            <a:endParaRPr lang="en-US" noProof="0" dirty="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90678102"/>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ad Only 4">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Autofit/>
          </a:bodyPr>
          <a:lstStyle/>
          <a:p>
            <a:pPr algn="ctr">
              <a:lnSpc>
                <a:spcPct val="90000"/>
              </a:lnSpc>
            </a:pPr>
            <a:r>
              <a:rPr lang="en-US" sz="16200" spc="-30" baseline="0" noProof="0" dirty="0">
                <a:solidFill>
                  <a:schemeClr val="bg1"/>
                </a:solidFill>
              </a:rPr>
              <a:t>Highlight or quote layouts</a:t>
            </a:r>
          </a:p>
        </p:txBody>
      </p:sp>
    </p:spTree>
    <p:extLst>
      <p:ext uri="{BB962C8B-B14F-4D97-AF65-F5344CB8AC3E}">
        <p14:creationId xmlns:p14="http://schemas.microsoft.com/office/powerpoint/2010/main" val="1240932293"/>
      </p:ext>
    </p:extLst>
  </p:cSld>
  <p:clrMapOvr>
    <a:masterClrMapping/>
  </p:clrMapOvr>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ertical split left gradient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a:noFill/>
        </p:spPr>
        <p:txBody>
          <a:bodyPr>
            <a:normAutofit/>
          </a:bodyPr>
          <a:lstStyle>
            <a:lvl1pPr>
              <a:defRPr sz="4800">
                <a:solidFill>
                  <a:schemeClr val="bg1"/>
                </a:solidFill>
              </a:defRPr>
            </a:lvl1pPr>
          </a:lstStyle>
          <a:p>
            <a:pPr lvl="0"/>
            <a:r>
              <a:rPr lang="en-US" noProof="0" dirty="0"/>
              <a:t>Click to add slide title</a:t>
            </a:r>
          </a:p>
        </p:txBody>
      </p:sp>
      <p:sp>
        <p:nvSpPr>
          <p:cNvPr id="12" name="Content Placeholder 11">
            <a:extLst>
              <a:ext uri="{FF2B5EF4-FFF2-40B4-BE49-F238E27FC236}">
                <a16:creationId xmlns:a16="http://schemas.microsoft.com/office/drawing/2014/main" id="{4786F2AF-5358-D866-C5C2-387F0EAF5433}"/>
              </a:ext>
            </a:extLst>
          </p:cNvPr>
          <p:cNvSpPr>
            <a:spLocks noGrp="1"/>
          </p:cNvSpPr>
          <p:nvPr>
            <p:ph sz="quarter" idx="22" hasCustomPrompt="1"/>
          </p:nvPr>
        </p:nvSpPr>
        <p:spPr>
          <a:xfrm>
            <a:off x="6096000" y="768096"/>
            <a:ext cx="5324475" cy="5330952"/>
          </a:xfrm>
          <a:prstGeom prst="rect">
            <a:avLst/>
          </a:prstGeom>
        </p:spPr>
        <p:txBody>
          <a:bodyPr>
            <a:normAutofit/>
          </a:bodyPr>
          <a:lstStyle>
            <a:lvl1pPr marL="0" indent="0">
              <a:buNone/>
              <a:defRPr sz="1800"/>
            </a:lvl1pPr>
          </a:lstStyle>
          <a:p>
            <a:pPr lvl="0"/>
            <a:r>
              <a:rPr lang="en-US" noProof="0" dirty="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F9C8AF98-2955-963B-58C0-5FE1B0F82077}"/>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dirty="0"/>
          </a:p>
        </p:txBody>
      </p:sp>
      <p:sp>
        <p:nvSpPr>
          <p:cNvPr id="5" name="Slide Number Placeholder 4">
            <a:extLst>
              <a:ext uri="{FF2B5EF4-FFF2-40B4-BE49-F238E27FC236}">
                <a16:creationId xmlns:a16="http://schemas.microsoft.com/office/drawing/2014/main" id="{4157A084-A0DA-A9C2-4C39-36545455D079}"/>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075439696"/>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ertical split left gradient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p:spPr>
        <p:txBody>
          <a:bodyPr>
            <a:normAutofit/>
          </a:bodyPr>
          <a:lstStyle>
            <a:lvl1pPr>
              <a:defRPr sz="4800">
                <a:solidFill>
                  <a:schemeClr val="bg1"/>
                </a:solidFill>
              </a:defRPr>
            </a:lvl1pPr>
          </a:lstStyle>
          <a:p>
            <a:pPr lvl="0"/>
            <a:r>
              <a:rPr lang="en-US" noProof="0" dirty="0"/>
              <a:t>Click to add slide title</a:t>
            </a:r>
          </a:p>
        </p:txBody>
      </p:sp>
      <p:sp>
        <p:nvSpPr>
          <p:cNvPr id="10" name="Picture Placeholder 7">
            <a:extLst>
              <a:ext uri="{FF2B5EF4-FFF2-40B4-BE49-F238E27FC236}">
                <a16:creationId xmlns:a16="http://schemas.microsoft.com/office/drawing/2014/main" id="{D8902546-0BD5-8512-0E9E-01A120BA7869}"/>
              </a:ext>
            </a:extLst>
          </p:cNvPr>
          <p:cNvSpPr>
            <a:spLocks noGrp="1"/>
          </p:cNvSpPr>
          <p:nvPr>
            <p:ph type="pic" sz="quarter" idx="26" hasCustomPrompt="1"/>
          </p:nvPr>
        </p:nvSpPr>
        <p:spPr>
          <a:xfrm>
            <a:off x="6096000" y="768096"/>
            <a:ext cx="5329238" cy="5321808"/>
          </a:xfrm>
          <a:prstGeom prst="rect">
            <a:avLst/>
          </a:prstGeom>
        </p:spPr>
        <p:txBody>
          <a:bodyPr/>
          <a:lstStyle>
            <a:lvl1pPr marL="0" inden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62CD930D-562F-7158-6266-0C7D09523FAD}"/>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dirty="0"/>
          </a:p>
        </p:txBody>
      </p:sp>
      <p:sp>
        <p:nvSpPr>
          <p:cNvPr id="5" name="Slide Number Placeholder 4">
            <a:extLst>
              <a:ext uri="{FF2B5EF4-FFF2-40B4-BE49-F238E27FC236}">
                <a16:creationId xmlns:a16="http://schemas.microsoft.com/office/drawing/2014/main" id="{A949E9E9-878C-1EFF-CBDC-17959F11C0F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825088710"/>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Vertical split right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2C95-B004-CE97-6850-347B6C83D74E}"/>
              </a:ext>
            </a:extLst>
          </p:cNvPr>
          <p:cNvSpPr>
            <a:spLocks noGrp="1"/>
          </p:cNvSpPr>
          <p:nvPr>
            <p:ph type="title" hasCustomPrompt="1"/>
          </p:nvPr>
        </p:nvSpPr>
        <p:spPr>
          <a:xfrm>
            <a:off x="766763" y="682513"/>
            <a:ext cx="5349134" cy="530352"/>
          </a:xfrm>
        </p:spPr>
        <p:txBody>
          <a:bodyPr/>
          <a:lstStyle>
            <a:lvl1pPr>
              <a:defRPr/>
            </a:lvl1pPr>
          </a:lstStyle>
          <a:p>
            <a:r>
              <a:rPr lang="en-US" noProof="0" dirty="0"/>
              <a:t>Click to add slide title</a:t>
            </a:r>
          </a:p>
        </p:txBody>
      </p:sp>
      <p:sp>
        <p:nvSpPr>
          <p:cNvPr id="8" name="Text Placeholder 2">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527175"/>
            <a:ext cx="5343560" cy="456564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p:txBody>
      </p:sp>
      <p:sp>
        <p:nvSpPr>
          <p:cNvPr id="11" name="Textbox title 3"/>
          <p:cNvSpPr>
            <a:spLocks noGrp="1"/>
          </p:cNvSpPr>
          <p:nvPr>
            <p:ph type="subTitle" idx="1" hasCustomPrompt="1"/>
          </p:nvPr>
        </p:nvSpPr>
        <p:spPr>
          <a:xfrm>
            <a:off x="7620799" y="685800"/>
            <a:ext cx="3809206" cy="530352"/>
          </a:xfrm>
          <a:prstGeom prst="rect">
            <a:avLst/>
          </a:prstGeom>
        </p:spPr>
        <p:txBody>
          <a:bodyPr lIns="0" tIns="0" rIns="0" bIns="0" anchor="t" anchorCtr="0">
            <a:no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add heading</a:t>
            </a:r>
          </a:p>
        </p:txBody>
      </p:sp>
      <p:sp>
        <p:nvSpPr>
          <p:cNvPr id="7" name="Text Placeholder 4">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7620000" y="1527175"/>
            <a:ext cx="3805238" cy="456564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p:txBody>
      </p:sp>
      <p:sp>
        <p:nvSpPr>
          <p:cNvPr id="3" name="Footer Placeholder 2">
            <a:extLst>
              <a:ext uri="{FF2B5EF4-FFF2-40B4-BE49-F238E27FC236}">
                <a16:creationId xmlns:a16="http://schemas.microsoft.com/office/drawing/2014/main" id="{30639340-9B1C-0A20-7215-29AD885ACC1C}"/>
              </a:ext>
              <a:ext uri="{C183D7F6-B498-43B3-948B-1728B52AA6E4}">
                <adec:decorative xmlns:adec="http://schemas.microsoft.com/office/drawing/2017/decorative" val="1"/>
              </a:ext>
            </a:extLst>
          </p:cNvPr>
          <p:cNvSpPr>
            <a:spLocks noGrp="1"/>
          </p:cNvSpPr>
          <p:nvPr userDrawn="1">
            <p:ph type="ftr" sz="quarter" idx="24"/>
          </p:nvPr>
        </p:nvSpPr>
        <p:spPr/>
        <p:txBody>
          <a:bodyPr/>
          <a:lstStyle/>
          <a:p>
            <a:endParaRPr lang="en-US" noProof="0" dirty="0"/>
          </a:p>
        </p:txBody>
      </p:sp>
      <p:sp>
        <p:nvSpPr>
          <p:cNvPr id="9" name="Slide Number Placeholder 7">
            <a:extLst>
              <a:ext uri="{FF2B5EF4-FFF2-40B4-BE49-F238E27FC236}">
                <a16:creationId xmlns:a16="http://schemas.microsoft.com/office/drawing/2014/main" id="{D6B8EBC4-0CDD-D5F8-B384-BBC3DE200CB1}"/>
              </a:ext>
              <a:ext uri="{C183D7F6-B498-43B3-948B-1728B52AA6E4}">
                <adec:decorative xmlns:adec="http://schemas.microsoft.com/office/drawing/2017/decorative" val="1"/>
              </a:ext>
            </a:extLst>
          </p:cNvPr>
          <p:cNvSpPr>
            <a:spLocks noGrp="1"/>
          </p:cNvSpPr>
          <p:nvPr userDrawn="1">
            <p:ph type="sldNum" sz="quarter" idx="23"/>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666488075"/>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Horizontal split top gradient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54EDF-CC0A-47BA-810E-F78AECA13876}"/>
              </a:ext>
            </a:extLst>
          </p:cNvPr>
          <p:cNvSpPr>
            <a:spLocks noGrp="1"/>
          </p:cNvSpPr>
          <p:nvPr>
            <p:ph type="title" hasCustomPrompt="1"/>
          </p:nvPr>
        </p:nvSpPr>
        <p:spPr>
          <a:xfrm>
            <a:off x="766763" y="682513"/>
            <a:ext cx="10658475" cy="1904770"/>
          </a:xfrm>
        </p:spPr>
        <p:txBody>
          <a:bodyPr>
            <a:noAutofit/>
          </a:bodyPr>
          <a:lstStyle>
            <a:lvl1pPr>
              <a:defRPr sz="2800">
                <a:solidFill>
                  <a:schemeClr val="bg1"/>
                </a:solidFill>
              </a:defRPr>
            </a:lvl1pPr>
          </a:lstStyle>
          <a:p>
            <a:r>
              <a:rPr lang="en-US" noProof="0" dirty="0"/>
              <a:t>Click to add slide title or text. Adjust font size as needed.</a:t>
            </a:r>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43237"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Insert text here</a:t>
            </a:r>
          </a:p>
        </p:txBody>
      </p:sp>
      <p:sp>
        <p:nvSpPr>
          <p:cNvPr id="8" name="Text Placeholder 8">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73588"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Insert text here</a:t>
            </a:r>
          </a:p>
        </p:txBody>
      </p:sp>
      <p:sp>
        <p:nvSpPr>
          <p:cNvPr id="7" name="Text Placeholder 9">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382000"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Insert text here</a:t>
            </a:r>
          </a:p>
        </p:txBody>
      </p:sp>
      <p:sp>
        <p:nvSpPr>
          <p:cNvPr id="3" name="Footer Placeholder 2">
            <a:extLst>
              <a:ext uri="{FF2B5EF4-FFF2-40B4-BE49-F238E27FC236}">
                <a16:creationId xmlns:a16="http://schemas.microsoft.com/office/drawing/2014/main" id="{57F53EBC-FEBD-E00D-C4D7-27BB9D4120F1}"/>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dirty="0"/>
          </a:p>
        </p:txBody>
      </p:sp>
      <p:sp>
        <p:nvSpPr>
          <p:cNvPr id="11" name="Slide Number Placeholder 10">
            <a:extLst>
              <a:ext uri="{FF2B5EF4-FFF2-40B4-BE49-F238E27FC236}">
                <a16:creationId xmlns:a16="http://schemas.microsoft.com/office/drawing/2014/main" id="{EBAAF71B-23CB-7380-DA03-07C63C5EA22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243605371"/>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quote highlight x1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lvl1pPr>
              <a:defRPr/>
            </a:lvl1pPr>
          </a:lstStyle>
          <a:p>
            <a:r>
              <a:rPr lang="en-US" noProof="0" dirty="0"/>
              <a:t>Content highlight or quote slide (gradient B)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sp>
        <p:nvSpPr>
          <p:cNvPr id="3" name="Text Placeholder 16">
            <a:extLst>
              <a:ext uri="{FF2B5EF4-FFF2-40B4-BE49-F238E27FC236}">
                <a16:creationId xmlns:a16="http://schemas.microsoft.com/office/drawing/2014/main" id="{0DB1B5D3-6859-6C6B-E3DF-5DC622276F4C}"/>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dirty="0"/>
              <a:t>Insert the content or quote you are highlighting. Adjust font size as needed.</a:t>
            </a:r>
          </a:p>
        </p:txBody>
      </p:sp>
      <p:sp>
        <p:nvSpPr>
          <p:cNvPr id="4" name="Text Placeholder 14">
            <a:extLst>
              <a:ext uri="{FF2B5EF4-FFF2-40B4-BE49-F238E27FC236}">
                <a16:creationId xmlns:a16="http://schemas.microsoft.com/office/drawing/2014/main" id="{BB791BC8-F0FE-2616-919B-98764F09F15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dirty="0"/>
              <a:t>Name</a:t>
            </a:r>
          </a:p>
          <a:p>
            <a:pPr lvl="1"/>
            <a:r>
              <a:rPr lang="en-US" noProof="0" dirty="0"/>
              <a:t>Role, Organization</a:t>
            </a:r>
          </a:p>
        </p:txBody>
      </p:sp>
      <p:sp>
        <p:nvSpPr>
          <p:cNvPr id="2" name="Footer Placeholder 1">
            <a:extLst>
              <a:ext uri="{FF2B5EF4-FFF2-40B4-BE49-F238E27FC236}">
                <a16:creationId xmlns:a16="http://schemas.microsoft.com/office/drawing/2014/main" id="{2A99AD4F-D74A-4820-4319-6DB76168A418}"/>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dirty="0"/>
          </a:p>
        </p:txBody>
      </p:sp>
      <p:sp>
        <p:nvSpPr>
          <p:cNvPr id="7" name="Slide Number Placeholder 6">
            <a:extLst>
              <a:ext uri="{FF2B5EF4-FFF2-40B4-BE49-F238E27FC236}">
                <a16:creationId xmlns:a16="http://schemas.microsoft.com/office/drawing/2014/main" id="{CD42F6D3-4133-F9EA-4552-E6BFB5CB247C}"/>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774744162"/>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quote highlight x2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dirty="0"/>
              <a:t>Content highlight or quote x2 slide (gradient A)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100000">
                  <a:srgbClr val="5236AB"/>
                </a:gs>
                <a:gs pos="0">
                  <a:srgbClr val="E31937"/>
                </a:gs>
                <a:gs pos="60000">
                  <a:srgbClr val="A82465"/>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dirty="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dirty="0"/>
              <a:t>Name</a:t>
            </a:r>
          </a:p>
          <a:p>
            <a:pPr lvl="1"/>
            <a:r>
              <a:rPr lang="en-US" noProof="0" dirty="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dirty="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dirty="0"/>
              <a:t>Name</a:t>
            </a:r>
          </a:p>
          <a:p>
            <a:pPr lvl="1"/>
            <a:r>
              <a:rPr lang="en-US" noProof="0" dirty="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dirty="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148225666"/>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quote highlight x2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dirty="0"/>
              <a:t>Content highlight or quote x2 slide (gradient B)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dirty="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dirty="0"/>
              <a:t>Name</a:t>
            </a:r>
          </a:p>
          <a:p>
            <a:pPr lvl="1"/>
            <a:r>
              <a:rPr lang="en-US" noProof="0" dirty="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dirty="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dirty="0"/>
              <a:t>Name</a:t>
            </a:r>
          </a:p>
          <a:p>
            <a:pPr lvl="1"/>
            <a:r>
              <a:rPr lang="en-US" noProof="0" dirty="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dirty="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251173522"/>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quote highlight x3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dirty="0"/>
              <a:t>Content highlight or quote x3 slide (gradient A)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dirty="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dirty="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dirty="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dirty="0"/>
              <a:t>Name</a:t>
            </a:r>
          </a:p>
          <a:p>
            <a:pPr lvl="1"/>
            <a:r>
              <a:rPr lang="en-US" noProof="0" dirty="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dirty="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dirty="0"/>
              <a:t>Name</a:t>
            </a:r>
          </a:p>
          <a:p>
            <a:pPr lvl="1"/>
            <a:r>
              <a:rPr lang="en-US" noProof="0" dirty="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dirty="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dirty="0"/>
              <a:t>Name</a:t>
            </a:r>
          </a:p>
          <a:p>
            <a:pPr lvl="1"/>
            <a:r>
              <a:rPr lang="en-US" noProof="0" dirty="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dirty="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208640807"/>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quote highlight x3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dirty="0"/>
              <a:t>Content highlight or quote x3 slide (gradient B)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dirty="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dirty="0"/>
              <a:t>Name</a:t>
            </a:r>
          </a:p>
          <a:p>
            <a:pPr lvl="1"/>
            <a:r>
              <a:rPr lang="en-US" noProof="0" dirty="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dirty="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dirty="0"/>
              <a:t>Name</a:t>
            </a:r>
          </a:p>
          <a:p>
            <a:pPr lvl="1"/>
            <a:r>
              <a:rPr lang="en-US" noProof="0" dirty="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dirty="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dirty="0"/>
              <a:t>Name</a:t>
            </a:r>
          </a:p>
          <a:p>
            <a:pPr lvl="1"/>
            <a:r>
              <a:rPr lang="en-US" noProof="0" dirty="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dirty="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043597519"/>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Read Only 5">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dirty="0">
                <a:solidFill>
                  <a:schemeClr val="bg1"/>
                </a:solidFill>
              </a:rPr>
              <a:t>Divider layouts</a:t>
            </a:r>
          </a:p>
        </p:txBody>
      </p:sp>
    </p:spTree>
    <p:extLst>
      <p:ext uri="{BB962C8B-B14F-4D97-AF65-F5344CB8AC3E}">
        <p14:creationId xmlns:p14="http://schemas.microsoft.com/office/powerpoint/2010/main" val="3363925689"/>
      </p:ext>
    </p:extLst>
  </p:cSld>
  <p:clrMapOvr>
    <a:masterClrMapping/>
  </p:clrMapOvr>
  <p:transition/>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ection header A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6477000" y="2088000"/>
            <a:ext cx="3810000" cy="1551311"/>
          </a:xfrm>
        </p:spPr>
        <p:txBody>
          <a:bodyPr>
            <a:noAutofit/>
          </a:bodyPr>
          <a:lstStyle>
            <a:lvl1pPr>
              <a:lnSpc>
                <a:spcPct val="80000"/>
              </a:lnSpc>
              <a:defRPr sz="50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6477000" y="4059936"/>
            <a:ext cx="3810000" cy="905256"/>
          </a:xfrm>
          <a:prstGeom prst="rect">
            <a:avLst/>
          </a:prstGeom>
        </p:spPr>
        <p:txBody>
          <a:bodyPr lIns="0" tIns="0" rIns="0" bIns="0">
            <a:noAutofit/>
          </a:bodyPr>
          <a:lstStyle>
            <a:lvl1pPr marL="0" indent="0">
              <a:spcBef>
                <a:spcPts val="0"/>
              </a:spcBef>
              <a:buNone/>
              <a:defRPr sz="24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dirty="0"/>
              <a:t>Click to add subtitle, if required</a:t>
            </a:r>
          </a:p>
        </p:txBody>
      </p:sp>
      <p:sp>
        <p:nvSpPr>
          <p:cNvPr id="11" name="Picture Placeholder 10">
            <a:extLst>
              <a:ext uri="{FF2B5EF4-FFF2-40B4-BE49-F238E27FC236}">
                <a16:creationId xmlns:a16="http://schemas.microsoft.com/office/drawing/2014/main" id="{F1AE6815-8A45-F99C-1904-333632F4440E}"/>
              </a:ext>
              <a:ext uri="{C183D7F6-B498-43B3-948B-1728B52AA6E4}">
                <adec:decorative xmlns:adec="http://schemas.microsoft.com/office/drawing/2017/decorative" val="1"/>
              </a:ext>
            </a:extLst>
          </p:cNvPr>
          <p:cNvSpPr>
            <a:spLocks noGrp="1"/>
          </p:cNvSpPr>
          <p:nvPr>
            <p:ph type="pic" sz="quarter" idx="14" hasCustomPrompt="1"/>
          </p:nvPr>
        </p:nvSpPr>
        <p:spPr>
          <a:xfrm>
            <a:off x="766762" y="765175"/>
            <a:ext cx="10671048" cy="5327650"/>
          </a:xfrm>
          <a:custGeom>
            <a:avLst/>
            <a:gdLst>
              <a:gd name="connsiteX0" fmla="*/ 5329238 w 10671048"/>
              <a:gd name="connsiteY0" fmla="*/ 763587 h 5327650"/>
              <a:gd name="connsiteX1" fmla="*/ 5329238 w 10671048"/>
              <a:gd name="connsiteY1" fmla="*/ 4569222 h 5327650"/>
              <a:gd name="connsiteX2" fmla="*/ 9893133 w 10671048"/>
              <a:gd name="connsiteY2" fmla="*/ 4569222 h 5327650"/>
              <a:gd name="connsiteX3" fmla="*/ 9893133 w 10671048"/>
              <a:gd name="connsiteY3" fmla="*/ 763587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5329238" y="763587"/>
                </a:moveTo>
                <a:lnTo>
                  <a:pt x="5329238" y="4569222"/>
                </a:lnTo>
                <a:lnTo>
                  <a:pt x="9893133" y="4569222"/>
                </a:lnTo>
                <a:lnTo>
                  <a:pt x="9893133" y="763587"/>
                </a:lnTo>
                <a:close/>
                <a:moveTo>
                  <a:pt x="0" y="0"/>
                </a:moveTo>
                <a:lnTo>
                  <a:pt x="10671048" y="0"/>
                </a:lnTo>
                <a:lnTo>
                  <a:pt x="10671048" y="5327650"/>
                </a:lnTo>
                <a:lnTo>
                  <a:pt x="0" y="5327650"/>
                </a:lnTo>
                <a:close/>
              </a:path>
            </a:pathLst>
          </a:custGeom>
        </p:spPr>
        <p:txBody>
          <a:bodyPr wrap="square">
            <a:noAutofit/>
          </a:bodyPr>
          <a:lstStyle>
            <a:lvl1pPr marL="0" inden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6096000" y="1528762"/>
            <a:ext cx="4572000" cy="117087"/>
          </a:xfrm>
          <a:prstGeom prst="rect">
            <a:avLst/>
          </a:prstGeom>
          <a:gradFill>
            <a:gsLst>
              <a:gs pos="60000">
                <a:srgbClr val="A82465"/>
              </a:gs>
              <a:gs pos="0">
                <a:srgbClr val="E31937"/>
              </a:gs>
              <a:gs pos="100000">
                <a:srgbClr val="5236AB"/>
              </a:gs>
            </a:gsLst>
            <a:lin ang="10800000" scaled="0"/>
          </a:gradFill>
        </p:spPr>
        <p:txBody>
          <a:bodyPr vert="horz" wrap="square" lIns="0" tIns="0" rIns="0" bIns="0" rtlCol="0" anchor="t" anchorCtr="0">
            <a:normAutofit fontScale="47500" lnSpcReduction="20000"/>
          </a:bodyPr>
          <a:lstStyle/>
          <a:p>
            <a:pPr algn="l"/>
            <a:endParaRPr lang="en-US" noProof="0" dirty="0"/>
          </a:p>
        </p:txBody>
      </p:sp>
      <p:sp>
        <p:nvSpPr>
          <p:cNvPr id="2" name="Footer Placeholder 1">
            <a:extLst>
              <a:ext uri="{FF2B5EF4-FFF2-40B4-BE49-F238E27FC236}">
                <a16:creationId xmlns:a16="http://schemas.microsoft.com/office/drawing/2014/main" id="{ED650254-1B0A-F928-CE1E-0FC2FC32A2F3}"/>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dirty="0"/>
          </a:p>
        </p:txBody>
      </p:sp>
      <p:sp>
        <p:nvSpPr>
          <p:cNvPr id="17" name="Slide Number Placeholder 16">
            <a:extLst>
              <a:ext uri="{FF2B5EF4-FFF2-40B4-BE49-F238E27FC236}">
                <a16:creationId xmlns:a16="http://schemas.microsoft.com/office/drawing/2014/main" id="{0A5518B4-A5E0-02ED-0A2C-41BAAE12CE5D}"/>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731680709"/>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header B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1912142" y="2088000"/>
            <a:ext cx="3802858" cy="1551311"/>
          </a:xfrm>
        </p:spPr>
        <p:txBody>
          <a:bodyPr>
            <a:noAutofit/>
          </a:bodyPr>
          <a:lstStyle>
            <a:lvl1pPr>
              <a:lnSpc>
                <a:spcPct val="80000"/>
              </a:lnSpc>
              <a:defRPr sz="50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1912142" y="4063851"/>
            <a:ext cx="3802857" cy="905257"/>
          </a:xfrm>
          <a:prstGeom prst="rect">
            <a:avLst/>
          </a:prstGeom>
        </p:spPr>
        <p:txBody>
          <a:bodyPr lIns="0" tIns="0" rIns="0" bIns="0">
            <a:noAutofit/>
          </a:bodyPr>
          <a:lstStyle>
            <a:lvl1pPr marL="0" indent="0">
              <a:spcBef>
                <a:spcPts val="0"/>
              </a:spcBef>
              <a:buNone/>
              <a:defRPr sz="24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dirty="0"/>
              <a:t>Click to add subtitle, if required</a:t>
            </a:r>
          </a:p>
        </p:txBody>
      </p:sp>
      <p:sp>
        <p:nvSpPr>
          <p:cNvPr id="11" name="Picture Placeholder 10">
            <a:extLst>
              <a:ext uri="{FF2B5EF4-FFF2-40B4-BE49-F238E27FC236}">
                <a16:creationId xmlns:a16="http://schemas.microsoft.com/office/drawing/2014/main" id="{11EC659F-4DD1-D9DE-261B-10246EEE847C}"/>
              </a:ext>
              <a:ext uri="{C183D7F6-B498-43B3-948B-1728B52AA6E4}">
                <adec:decorative xmlns:adec="http://schemas.microsoft.com/office/drawing/2017/decorative" val="1"/>
              </a:ext>
            </a:extLst>
          </p:cNvPr>
          <p:cNvSpPr>
            <a:spLocks noGrp="1"/>
          </p:cNvSpPr>
          <p:nvPr>
            <p:ph type="pic" sz="quarter" idx="14" hasCustomPrompt="1"/>
          </p:nvPr>
        </p:nvSpPr>
        <p:spPr>
          <a:xfrm>
            <a:off x="762027" y="765175"/>
            <a:ext cx="10671048" cy="5327650"/>
          </a:xfrm>
          <a:custGeom>
            <a:avLst/>
            <a:gdLst>
              <a:gd name="connsiteX0" fmla="*/ 769115 w 10671048"/>
              <a:gd name="connsiteY0" fmla="*/ 761419 h 5327650"/>
              <a:gd name="connsiteX1" fmla="*/ 769115 w 10671048"/>
              <a:gd name="connsiteY1" fmla="*/ 4562873 h 5327650"/>
              <a:gd name="connsiteX2" fmla="*/ 5333972 w 10671048"/>
              <a:gd name="connsiteY2" fmla="*/ 4562873 h 5327650"/>
              <a:gd name="connsiteX3" fmla="*/ 5333972 w 10671048"/>
              <a:gd name="connsiteY3" fmla="*/ 761419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769115" y="761419"/>
                </a:moveTo>
                <a:lnTo>
                  <a:pt x="769115" y="4562873"/>
                </a:lnTo>
                <a:lnTo>
                  <a:pt x="5333972" y="4562873"/>
                </a:lnTo>
                <a:lnTo>
                  <a:pt x="5333972" y="761419"/>
                </a:lnTo>
                <a:close/>
                <a:moveTo>
                  <a:pt x="0" y="0"/>
                </a:moveTo>
                <a:lnTo>
                  <a:pt x="10671048" y="0"/>
                </a:lnTo>
                <a:lnTo>
                  <a:pt x="10671048" y="5327650"/>
                </a:lnTo>
                <a:lnTo>
                  <a:pt x="0" y="5327650"/>
                </a:lnTo>
                <a:close/>
              </a:path>
            </a:pathLst>
          </a:custGeom>
        </p:spPr>
        <p:txBody>
          <a:bodyPr wrap="square">
            <a:noAutofit/>
          </a:bodyPr>
          <a:lstStyle>
            <a:lvl1pPr marL="0" indent="0">
              <a:buFont typeface="Arial" panose="020B0604020202020204" pitchFamily="34" charse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1531143" y="1526593"/>
            <a:ext cx="4564857" cy="117087"/>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7500" lnSpcReduction="20000"/>
          </a:bodyPr>
          <a:lstStyle/>
          <a:p>
            <a:pPr algn="l"/>
            <a:endParaRPr lang="en-US" noProof="0" dirty="0"/>
          </a:p>
        </p:txBody>
      </p:sp>
      <p:sp>
        <p:nvSpPr>
          <p:cNvPr id="2" name="Footer Placeholder 1">
            <a:extLst>
              <a:ext uri="{FF2B5EF4-FFF2-40B4-BE49-F238E27FC236}">
                <a16:creationId xmlns:a16="http://schemas.microsoft.com/office/drawing/2014/main" id="{0C83EDC1-A4B2-4587-8881-13D92EBF26F1}"/>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dirty="0"/>
          </a:p>
        </p:txBody>
      </p:sp>
      <p:sp>
        <p:nvSpPr>
          <p:cNvPr id="8" name="Slide Number Placeholder 7">
            <a:extLst>
              <a:ext uri="{FF2B5EF4-FFF2-40B4-BE49-F238E27FC236}">
                <a16:creationId xmlns:a16="http://schemas.microsoft.com/office/drawing/2014/main" id="{3BA559EC-71D7-D38C-E651-02ABB03A47D6}"/>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68938101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Section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dirty="0"/>
              <a:t>Section divider slide – click to add title </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add subtitle, if required</a:t>
            </a:r>
          </a:p>
        </p:txBody>
      </p:sp>
      <p:sp>
        <p:nvSpPr>
          <p:cNvPr id="2" name="Footer Placeholder 1">
            <a:extLst>
              <a:ext uri="{FF2B5EF4-FFF2-40B4-BE49-F238E27FC236}">
                <a16:creationId xmlns:a16="http://schemas.microsoft.com/office/drawing/2014/main" id="{D2588DA8-BB1F-017C-4B48-DD35E9D7204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6" name="Slide Number Placeholder 5">
            <a:extLst>
              <a:ext uri="{FF2B5EF4-FFF2-40B4-BE49-F238E27FC236}">
                <a16:creationId xmlns:a16="http://schemas.microsoft.com/office/drawing/2014/main" id="{059168B5-3C81-D649-A62C-3E51DDE9147E}"/>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426164710"/>
      </p:ext>
    </p:extLst>
  </p:cSld>
  <p:clrMapOvr>
    <a:masterClrMapping/>
  </p:clrMapOvr>
  <p:transition/>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header B">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dirty="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add subtitle, if required</a:t>
            </a:r>
          </a:p>
        </p:txBody>
      </p:sp>
      <p:sp>
        <p:nvSpPr>
          <p:cNvPr id="2" name="Footer Placeholder 1">
            <a:extLst>
              <a:ext uri="{FF2B5EF4-FFF2-40B4-BE49-F238E27FC236}">
                <a16:creationId xmlns:a16="http://schemas.microsoft.com/office/drawing/2014/main" id="{75106692-C87C-3807-E526-517D6A1F536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6" name="Slide Number Placeholder 5">
            <a:extLst>
              <a:ext uri="{FF2B5EF4-FFF2-40B4-BE49-F238E27FC236}">
                <a16:creationId xmlns:a16="http://schemas.microsoft.com/office/drawing/2014/main" id="{6D464952-1AE7-42B0-8B85-9881A9CDCA45}"/>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300525240"/>
      </p:ext>
    </p:extLst>
  </p:cSld>
  <p:clrMapOvr>
    <a:masterClrMapping/>
  </p:clrMapOvr>
  <p:transition/>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Section header A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dirty="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add subtitle, if required</a:t>
            </a:r>
          </a:p>
        </p:txBody>
      </p:sp>
      <p:pic>
        <p:nvPicPr>
          <p:cNvPr id="25" name="Picture 24">
            <a:extLst>
              <a:ext uri="{FF2B5EF4-FFF2-40B4-BE49-F238E27FC236}">
                <a16:creationId xmlns:a16="http://schemas.microsoft.com/office/drawing/2014/main" id="{85DC4374-E81E-9AC6-B5B6-928E2E87F2F2}"/>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AC493637-F6CE-4459-CCA3-59DD38DA66EE}"/>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7" name="Slide Number Placeholder 6">
            <a:extLst>
              <a:ext uri="{FF2B5EF4-FFF2-40B4-BE49-F238E27FC236}">
                <a16:creationId xmlns:a16="http://schemas.microsoft.com/office/drawing/2014/main" id="{DD5E60A9-0732-5033-81CC-B1E4E20B600A}"/>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99807827"/>
      </p:ext>
    </p:extLst>
  </p:cSld>
  <p:clrMapOvr>
    <a:masterClrMapping/>
  </p:clrMapOvr>
  <p:transition/>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ection header B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dirty="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add subtitle, if required</a:t>
            </a:r>
          </a:p>
        </p:txBody>
      </p:sp>
      <p:pic>
        <p:nvPicPr>
          <p:cNvPr id="3" name="Picture 2">
            <a:extLs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268960216"/>
      </p:ext>
    </p:extLst>
  </p:cSld>
  <p:clrMapOvr>
    <a:masterClrMapping/>
  </p:clrMapOvr>
  <p:transition/>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header gray - Cornerston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2DDCE2-9F0E-46D3-455B-D0CFFE77DED9}"/>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286"/>
          <a:stretch/>
        </p:blipFill>
        <p:spPr>
          <a:xfrm>
            <a:off x="5943600" y="1"/>
            <a:ext cx="6248400" cy="6017241"/>
          </a:xfrm>
          <a:prstGeom prst="rect">
            <a:avLst/>
          </a:prstGeom>
        </p:spPr>
      </p:pic>
      <p:sp>
        <p:nvSpPr>
          <p:cNvPr id="2" name="Footer Placeholder 1">
            <a:extLst>
              <a:ext uri="{FF2B5EF4-FFF2-40B4-BE49-F238E27FC236}">
                <a16:creationId xmlns:a16="http://schemas.microsoft.com/office/drawing/2014/main" id="{055C288E-42E3-955B-BE6D-43C5EAF9E39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7" name="Slide Number Placeholder 6">
            <a:extLst>
              <a:ext uri="{FF2B5EF4-FFF2-40B4-BE49-F238E27FC236}">
                <a16:creationId xmlns:a16="http://schemas.microsoft.com/office/drawing/2014/main" id="{10B65D35-FD44-3A23-5085-583B5C51FD60}"/>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dirty="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add subtitle, if required</a:t>
            </a:r>
          </a:p>
        </p:txBody>
      </p:sp>
    </p:spTree>
    <p:extLst>
      <p:ext uri="{BB962C8B-B14F-4D97-AF65-F5344CB8AC3E}">
        <p14:creationId xmlns:p14="http://schemas.microsoft.com/office/powerpoint/2010/main" val="3691103152"/>
      </p:ext>
    </p:extLst>
  </p:cSld>
  <p:clrMapOvr>
    <a:masterClrMapping/>
  </p:clrMapOvr>
  <p:transition/>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header white - Cornerston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dirty="0"/>
              <a:t>Section divider slide – click to add title</a:t>
            </a:r>
          </a:p>
        </p:txBody>
      </p:sp>
      <p:sp>
        <p:nvSpPr>
          <p:cNvPr id="13" name="Subtitle 2"/>
          <p:cNvSpPr>
            <a:spLocks noGrp="1"/>
          </p:cNvSpPr>
          <p:nvPr userDrawn="1">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add subtitle, if required</a:t>
            </a:r>
          </a:p>
        </p:txBody>
      </p:sp>
    </p:spTree>
    <p:extLst>
      <p:ext uri="{BB962C8B-B14F-4D97-AF65-F5344CB8AC3E}">
        <p14:creationId xmlns:p14="http://schemas.microsoft.com/office/powerpoint/2010/main" val="428093006"/>
      </p:ext>
    </p:extLst>
  </p:cSld>
  <p:clrMapOvr>
    <a:masterClrMapping/>
  </p:clrMapOvr>
  <p:transition/>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Read Only 6">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dirty="0">
                <a:solidFill>
                  <a:schemeClr val="bg1"/>
                </a:solidFill>
              </a:rPr>
              <a:t>Closing layouts</a:t>
            </a:r>
            <a:endParaRPr lang="en-US" sz="16600" dirty="0">
              <a:solidFill>
                <a:schemeClr val="bg1"/>
              </a:solidFill>
            </a:endParaRPr>
          </a:p>
        </p:txBody>
      </p:sp>
    </p:spTree>
    <p:extLst>
      <p:ext uri="{BB962C8B-B14F-4D97-AF65-F5344CB8AC3E}">
        <p14:creationId xmlns:p14="http://schemas.microsoft.com/office/powerpoint/2010/main" val="678054219"/>
      </p:ext>
    </p:extLst>
  </p:cSld>
  <p:clrMapOvr>
    <a:masterClrMapping/>
  </p:clrMapOvr>
  <p:transition/>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losing slide A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dirty="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dirty="0"/>
              <a:t>Insert content or thank you message. Resize text as needed.</a:t>
            </a:r>
          </a:p>
        </p:txBody>
      </p:sp>
      <p:sp>
        <p:nvSpPr>
          <p:cNvPr id="2" name="Footer Placeholder 1">
            <a:extLst>
              <a:ext uri="{FF2B5EF4-FFF2-40B4-BE49-F238E27FC236}">
                <a16:creationId xmlns:a16="http://schemas.microsoft.com/office/drawing/2014/main" id="{7FD0C541-2265-F894-DDB6-03F495E227E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dirty="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931484636"/>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losing slide B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dirty="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FFCDD2"/>
              </a:gs>
              <a:gs pos="33000">
                <a:srgbClr val="FF6A00"/>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dirty="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dirty="0"/>
              <a:t>Insert content or thank you message. Resize text as needed.</a:t>
            </a:r>
          </a:p>
        </p:txBody>
      </p:sp>
      <p:sp>
        <p:nvSpPr>
          <p:cNvPr id="2" name="Footer Placeholder 1">
            <a:extLst>
              <a:ext uri="{FF2B5EF4-FFF2-40B4-BE49-F238E27FC236}">
                <a16:creationId xmlns:a16="http://schemas.microsoft.com/office/drawing/2014/main" id="{0757972F-F2B7-2039-F70F-0D0BC2FC3E6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dirty="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413942756"/>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losing slide A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dirty="0"/>
              <a:t>Closing contact us slide (gradient A) – click to add title</a:t>
            </a:r>
          </a:p>
        </p:txBody>
      </p:sp>
      <p:grpSp>
        <p:nvGrpSpPr>
          <p:cNvPr id="3" name="Group 2">
            <a:extLst>
              <a:ext uri="{FF2B5EF4-FFF2-40B4-BE49-F238E27FC236}">
                <a16:creationId xmlns:a16="http://schemas.microsoft.com/office/drawing/2014/main" id="{3F95883B-41B1-4F38-1D0A-9E5ECCDB003A}"/>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E31937"/>
                </a:gs>
                <a:gs pos="60000">
                  <a:srgbClr val="A82465"/>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766762"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picture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en-US" noProof="0"/>
              <a:t>Click to edit Master text styles</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0722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picture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en-US" noProof="0"/>
              <a:t>Click to edit Master text styles</a:t>
            </a:r>
          </a:p>
        </p:txBody>
      </p:sp>
      <p:sp>
        <p:nvSpPr>
          <p:cNvPr id="2" name="Footer Placeholder 1">
            <a:extLst>
              <a:ext uri="{FF2B5EF4-FFF2-40B4-BE49-F238E27FC236}">
                <a16:creationId xmlns:a16="http://schemas.microsoft.com/office/drawing/2014/main" id="{9D21F2AF-DC20-C31D-0076-307B3CAB238D}"/>
              </a:ext>
            </a:extLst>
          </p:cNvPr>
          <p:cNvSpPr>
            <a:spLocks noGrp="1"/>
          </p:cNvSpPr>
          <p:nvPr>
            <p:ph type="ftr" sz="quarter" idx="67"/>
          </p:nvPr>
        </p:nvSpPr>
        <p:spPr/>
        <p:txBody>
          <a:bodyPr/>
          <a:lstStyle/>
          <a:p>
            <a:endParaRPr lang="en-US" noProof="0" dirty="0"/>
          </a:p>
        </p:txBody>
      </p:sp>
      <p:sp>
        <p:nvSpPr>
          <p:cNvPr id="10" name="Slide Number Placeholder 9">
            <a:extLst>
              <a:ext uri="{FF2B5EF4-FFF2-40B4-BE49-F238E27FC236}">
                <a16:creationId xmlns:a16="http://schemas.microsoft.com/office/drawing/2014/main" id="{553AAAF4-091F-0FC5-BBD9-9037C660D57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937494046"/>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losing slide B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dirty="0"/>
              <a:t>Closing contact us slide (gradient B) – click to add title</a:t>
            </a:r>
          </a:p>
        </p:txBody>
      </p:sp>
      <p:grpSp>
        <p:nvGrpSpPr>
          <p:cNvPr id="3" name="Group 2">
            <a:extLst>
              <a:ext uri="{FF2B5EF4-FFF2-40B4-BE49-F238E27FC236}">
                <a16:creationId xmlns:a16="http://schemas.microsoft.com/office/drawing/2014/main" id="{4F8F9319-F47E-5209-D96C-8C63C97A1C5E}"/>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dirty="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dirty="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766762"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picture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en-US" noProof="0"/>
              <a:t>Click to edit Master text styles</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0722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picture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en-US" noProof="0"/>
              <a:t>Click to edit Master text styles</a:t>
            </a:r>
          </a:p>
        </p:txBody>
      </p:sp>
      <p:sp>
        <p:nvSpPr>
          <p:cNvPr id="2" name="Footer Placeholder 1">
            <a:extLst>
              <a:ext uri="{FF2B5EF4-FFF2-40B4-BE49-F238E27FC236}">
                <a16:creationId xmlns:a16="http://schemas.microsoft.com/office/drawing/2014/main" id="{EB7ECD07-7F27-577F-6C51-E0DCA72AAC3A}"/>
              </a:ext>
            </a:extLst>
          </p:cNvPr>
          <p:cNvSpPr>
            <a:spLocks noGrp="1"/>
          </p:cNvSpPr>
          <p:nvPr>
            <p:ph type="ftr" sz="quarter" idx="67"/>
          </p:nvPr>
        </p:nvSpPr>
        <p:spPr/>
        <p:txBody>
          <a:bodyPr/>
          <a:lstStyle/>
          <a:p>
            <a:endParaRPr lang="en-US" noProof="0" dirty="0"/>
          </a:p>
        </p:txBody>
      </p:sp>
      <p:sp>
        <p:nvSpPr>
          <p:cNvPr id="10" name="Slide Number Placeholder 9">
            <a:extLst>
              <a:ext uri="{FF2B5EF4-FFF2-40B4-BE49-F238E27FC236}">
                <a16:creationId xmlns:a16="http://schemas.microsoft.com/office/drawing/2014/main" id="{6A348394-CEAC-2608-D2C7-1C6D9E8624A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013202458"/>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losing slide A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77223" y="770482"/>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dirty="0"/>
              <a:t>Closing slide (gradient A)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dirty="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5236AB"/>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dirty="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dirty="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7D65D96C-0287-1622-2E72-64E2F7F4656C}"/>
              </a:ext>
            </a:extLst>
          </p:cNvPr>
          <p:cNvSpPr>
            <a:spLocks noGrp="1"/>
          </p:cNvSpPr>
          <p:nvPr>
            <p:ph type="ftr" sz="quarter" idx="16"/>
          </p:nvPr>
        </p:nvSpPr>
        <p:spPr/>
        <p:txBody>
          <a:bodyPr/>
          <a:lstStyle/>
          <a:p>
            <a:endParaRPr lang="en-US" noProof="0" dirty="0"/>
          </a:p>
        </p:txBody>
      </p:sp>
      <p:sp>
        <p:nvSpPr>
          <p:cNvPr id="12" name="Slide Number Placeholder 11">
            <a:extLst>
              <a:ext uri="{FF2B5EF4-FFF2-40B4-BE49-F238E27FC236}">
                <a16:creationId xmlns:a16="http://schemas.microsoft.com/office/drawing/2014/main" id="{534E1B12-770D-3077-3F0A-B9B746C3A430}"/>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558491376"/>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losing slide B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68096" y="768096"/>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dirty="0"/>
              <a:t>Closing slide (gradient B)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dirty="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dirty="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dirty="0">
                <a:cs typeface="Arial" pitchFamily="34" charset="0"/>
              </a:rPr>
              <a:t>cgi.com</a:t>
            </a:r>
          </a:p>
        </p:txBody>
      </p:sp>
      <p:sp>
        <p:nvSpPr>
          <p:cNvPr id="3" name="Footer Placeholder 2">
            <a:extLst>
              <a:ext uri="{FF2B5EF4-FFF2-40B4-BE49-F238E27FC236}">
                <a16:creationId xmlns:a16="http://schemas.microsoft.com/office/drawing/2014/main" id="{B3DAC949-1442-A46E-72FA-37EF84DEBA82}"/>
              </a:ext>
            </a:extLst>
          </p:cNvPr>
          <p:cNvSpPr>
            <a:spLocks noGrp="1"/>
          </p:cNvSpPr>
          <p:nvPr>
            <p:ph type="ftr" sz="quarter" idx="16"/>
          </p:nvPr>
        </p:nvSpPr>
        <p:spPr/>
        <p:txBody>
          <a:bodyPr/>
          <a:lstStyle/>
          <a:p>
            <a:endParaRPr lang="en-US" noProof="0" dirty="0"/>
          </a:p>
        </p:txBody>
      </p:sp>
      <p:sp>
        <p:nvSpPr>
          <p:cNvPr id="12" name="Slide Number Placeholder 11">
            <a:extLst>
              <a:ext uri="{FF2B5EF4-FFF2-40B4-BE49-F238E27FC236}">
                <a16:creationId xmlns:a16="http://schemas.microsoft.com/office/drawing/2014/main" id="{CF61C4D7-E521-3636-FC43-E3A3C928D333}"/>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a:t>
            </a:fld>
            <a:endParaRPr lang="en-US" noProof="0" dirty="0"/>
          </a:p>
        </p:txBody>
      </p:sp>
      <p:pic>
        <p:nvPicPr>
          <p:cNvPr id="5" name="CGI logo" descr="CGI Inc. logo">
            <a:extLst>
              <a:ext uri="{FF2B5EF4-FFF2-40B4-BE49-F238E27FC236}">
                <a16:creationId xmlns:a16="http://schemas.microsoft.com/office/drawing/2014/main" id="{32F9250F-B7F7-361D-E4F4-354AD6787E7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893670" y="5372174"/>
            <a:ext cx="1548659" cy="720650"/>
          </a:xfrm>
          <a:prstGeom prst="rect">
            <a:avLst/>
          </a:prstGeom>
        </p:spPr>
      </p:pic>
    </p:spTree>
    <p:extLst>
      <p:ext uri="{BB962C8B-B14F-4D97-AF65-F5344CB8AC3E}">
        <p14:creationId xmlns:p14="http://schemas.microsoft.com/office/powerpoint/2010/main" val="74997735"/>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Read Only 7">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dirty="0">
                <a:solidFill>
                  <a:schemeClr val="bg1"/>
                </a:solidFill>
              </a:rPr>
              <a:t>Ready-to-use slides</a:t>
            </a:r>
            <a:endParaRPr lang="en-US" sz="16600" dirty="0">
              <a:solidFill>
                <a:schemeClr val="bg1"/>
              </a:solidFill>
            </a:endParaRPr>
          </a:p>
        </p:txBody>
      </p:sp>
    </p:spTree>
    <p:extLst>
      <p:ext uri="{BB962C8B-B14F-4D97-AF65-F5344CB8AC3E}">
        <p14:creationId xmlns:p14="http://schemas.microsoft.com/office/powerpoint/2010/main" val="1906927898"/>
      </p:ext>
    </p:extLst>
  </p:cSld>
  <p:clrMapOvr>
    <a:masterClrMapping/>
  </p:clrMapOvr>
  <p:transition/>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amp;A - Cornerston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12111"/>
            <a:ext cx="6090151" cy="2226506"/>
          </a:xfrm>
        </p:spPr>
        <p:txBody>
          <a:bodyPr>
            <a:noAutofit/>
          </a:bodyPr>
          <a:lstStyle>
            <a:lvl1pPr>
              <a:defRPr sz="4800">
                <a:solidFill>
                  <a:schemeClr val="tx1"/>
                </a:solidFill>
              </a:defRPr>
            </a:lvl1pPr>
          </a:lstStyle>
          <a:p>
            <a:r>
              <a:rPr lang="en-US" noProof="0" dirty="0"/>
              <a:t>Q&amp;A</a:t>
            </a:r>
          </a:p>
        </p:txBody>
      </p:sp>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3393280198"/>
      </p:ext>
    </p:extLst>
  </p:cSld>
  <p:clrMapOvr>
    <a:masterClrMapping/>
  </p:clrMapOvr>
  <p:transition/>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losing slide A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sz="1500">
                <a:solidFill>
                  <a:srgbClr val="E6E6E6"/>
                </a:solidFill>
              </a:defRPr>
            </a:lvl1pPr>
          </a:lstStyle>
          <a:p>
            <a:r>
              <a:rPr lang="en-US" sz="2800" noProof="0" dirty="0"/>
              <a:t>Insights you can act on. Founded in 1976, CGI is among the largest IT and business consulting services firms in the world.</a:t>
            </a:r>
            <a:br>
              <a:rPr lang="en-US" sz="2800" noProof="0" dirty="0"/>
            </a:br>
            <a:br>
              <a:rPr lang="en-US" sz="2800" noProof="0" dirty="0"/>
            </a:br>
            <a:r>
              <a:rPr lang="en-US" sz="2800" noProof="0" dirty="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36292"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dirty="0"/>
              <a:t>Insights you </a:t>
            </a:r>
            <a:br>
              <a:rPr lang="en-US" sz="6000" noProof="0" dirty="0"/>
            </a:br>
            <a:r>
              <a:rPr lang="en-US" sz="6000" noProof="0" dirty="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r>
              <a:rPr lang="en-US" sz="1600" noProof="0" dirty="0"/>
              <a:t>We are insights-driven and outcomes-based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chemeClr val="accent1"/>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dirty="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dirty="0">
                <a:cs typeface="Arial" pitchFamily="34" charset="0"/>
              </a:rPr>
              <a:t>cgi.com</a:t>
            </a:r>
          </a:p>
        </p:txBody>
      </p:sp>
      <p:sp>
        <p:nvSpPr>
          <p:cNvPr id="3" name="Footer Placeholder 2">
            <a:extLst>
              <a:ext uri="{FF2B5EF4-FFF2-40B4-BE49-F238E27FC236}">
                <a16:creationId xmlns:a16="http://schemas.microsoft.com/office/drawing/2014/main" id="{0A416AD6-6C56-B972-2AB5-EF9AC998FC78}"/>
              </a:ext>
            </a:extLst>
          </p:cNvPr>
          <p:cNvSpPr>
            <a:spLocks noGrp="1"/>
          </p:cNvSpPr>
          <p:nvPr>
            <p:ph type="ftr" sz="quarter" idx="13"/>
          </p:nvPr>
        </p:nvSpPr>
        <p:spPr/>
        <p:txBody>
          <a:bodyPr/>
          <a:lstStyle/>
          <a:p>
            <a:endParaRPr lang="en-US" noProof="0" dirty="0"/>
          </a:p>
        </p:txBody>
      </p:sp>
      <p:sp>
        <p:nvSpPr>
          <p:cNvPr id="4" name="TextBox 3">
            <a:extLst>
              <a:ext uri="{FF2B5EF4-FFF2-40B4-BE49-F238E27FC236}">
                <a16:creationId xmlns:a16="http://schemas.microsoft.com/office/drawing/2014/main" id="{3A520050-78C8-D59C-A36C-DCAFD6D16DDF}"/>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dirty="0"/>
          </a:p>
        </p:txBody>
      </p:sp>
      <p:pic>
        <p:nvPicPr>
          <p:cNvPr id="11" name="Image 6" descr="CGI Inc. logo">
            <a:extLst>
              <a:ext uri="{FF2B5EF4-FFF2-40B4-BE49-F238E27FC236}">
                <a16:creationId xmlns:a16="http://schemas.microsoft.com/office/drawing/2014/main" id="{0312023B-31F2-2B54-90F2-90E74DD511B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893670" y="5372174"/>
            <a:ext cx="1548659" cy="720650"/>
          </a:xfrm>
          <a:prstGeom prst="rect">
            <a:avLst/>
          </a:prstGeom>
        </p:spPr>
      </p:pic>
      <p:sp>
        <p:nvSpPr>
          <p:cNvPr id="6" name="Slide Number Placeholder 7">
            <a:extLst>
              <a:ext uri="{FF2B5EF4-FFF2-40B4-BE49-F238E27FC236}">
                <a16:creationId xmlns:a16="http://schemas.microsoft.com/office/drawing/2014/main" id="{C1D36EEA-528E-E267-D6EC-07BC9DCF7DC0}"/>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36114906"/>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losing slide B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wrap="square"/>
          <a:lstStyle>
            <a:lvl1pPr>
              <a:defRPr>
                <a:solidFill>
                  <a:srgbClr val="E6E6E6"/>
                </a:solidFill>
              </a:defRPr>
            </a:lvl1pPr>
          </a:lstStyle>
          <a:p>
            <a:r>
              <a:rPr lang="en-US" sz="2800" noProof="0" dirty="0"/>
              <a:t>Insights you can act on. Founded in 1976, CGI is among the largest IT and business consulting services firms in the world.</a:t>
            </a:r>
            <a:br>
              <a:rPr lang="en-US" sz="2800" noProof="0" dirty="0"/>
            </a:br>
            <a:br>
              <a:rPr lang="en-US" sz="2800" noProof="0" dirty="0"/>
            </a:br>
            <a:r>
              <a:rPr lang="en-US" sz="2800" noProof="0" dirty="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40664"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dirty="0"/>
              <a:t>Insights you </a:t>
            </a:r>
            <a:br>
              <a:rPr lang="en-US" sz="6000" noProof="0" dirty="0"/>
            </a:br>
            <a:r>
              <a:rPr lang="en-US" sz="6000" noProof="0" dirty="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r>
              <a:rPr lang="en-US" sz="1600" noProof="0" dirty="0"/>
              <a:t>We are insights-driven and outcomes-based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dirty="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dirty="0">
                <a:cs typeface="Arial" pitchFamily="34" charset="0"/>
              </a:rPr>
              <a:t>cgi.com</a:t>
            </a:r>
          </a:p>
        </p:txBody>
      </p:sp>
      <p:sp>
        <p:nvSpPr>
          <p:cNvPr id="3" name="Footer Placeholder 2">
            <a:extLst>
              <a:ext uri="{FF2B5EF4-FFF2-40B4-BE49-F238E27FC236}">
                <a16:creationId xmlns:a16="http://schemas.microsoft.com/office/drawing/2014/main" id="{8310FF9F-E094-3A43-0544-57A6C89432AA}"/>
              </a:ext>
            </a:extLst>
          </p:cNvPr>
          <p:cNvSpPr>
            <a:spLocks noGrp="1"/>
          </p:cNvSpPr>
          <p:nvPr>
            <p:ph type="ftr" sz="quarter" idx="13"/>
          </p:nvPr>
        </p:nvSpPr>
        <p:spPr/>
        <p:txBody>
          <a:bodyPr/>
          <a:lstStyle/>
          <a:p>
            <a:endParaRPr lang="en-US" noProof="0" dirty="0"/>
          </a:p>
        </p:txBody>
      </p:sp>
      <p:sp>
        <p:nvSpPr>
          <p:cNvPr id="4" name="TextBox 3">
            <a:extLst>
              <a:ext uri="{FF2B5EF4-FFF2-40B4-BE49-F238E27FC236}">
                <a16:creationId xmlns:a16="http://schemas.microsoft.com/office/drawing/2014/main" id="{0C57FE94-C0F6-6B34-3783-4C7D2A79BC72}"/>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dirty="0"/>
          </a:p>
        </p:txBody>
      </p:sp>
      <p:pic>
        <p:nvPicPr>
          <p:cNvPr id="11" name="Image 6" descr="CGI Inc. logo">
            <a:extLst>
              <a:ext uri="{FF2B5EF4-FFF2-40B4-BE49-F238E27FC236}">
                <a16:creationId xmlns:a16="http://schemas.microsoft.com/office/drawing/2014/main" id="{C4FCE6C4-EA7F-DC0C-0C5D-657ADFD4B6E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893670" y="5372174"/>
            <a:ext cx="1548659" cy="720650"/>
          </a:xfrm>
          <a:prstGeom prst="rect">
            <a:avLst/>
          </a:prstGeom>
        </p:spPr>
      </p:pic>
      <p:sp>
        <p:nvSpPr>
          <p:cNvPr id="6" name="Slide Number Placeholder 7">
            <a:extLst>
              <a:ext uri="{FF2B5EF4-FFF2-40B4-BE49-F238E27FC236}">
                <a16:creationId xmlns:a16="http://schemas.microsoft.com/office/drawing/2014/main" id="{34BF6578-924E-900F-FBB2-D851251DEFBD}"/>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2884460317"/>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losing slide – Preset About CGI">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60A1F69-B5CC-5702-52E4-2ADAE4CEA12F}"/>
              </a:ext>
            </a:extLst>
          </p:cNvPr>
          <p:cNvSpPr>
            <a:spLocks noGrp="1"/>
          </p:cNvSpPr>
          <p:nvPr>
            <p:ph type="title" hasCustomPrompt="1"/>
          </p:nvPr>
        </p:nvSpPr>
        <p:spPr>
          <a:xfrm>
            <a:off x="821072" y="-1203159"/>
            <a:ext cx="10658475" cy="1148295"/>
          </a:xfrm>
        </p:spPr>
        <p:txBody>
          <a:bodyPr>
            <a:noAutofit/>
          </a:bodyPr>
          <a:lstStyle>
            <a:lvl1pPr>
              <a:defRPr sz="1200" b="0">
                <a:solidFill>
                  <a:srgbClr val="E6E6E6"/>
                </a:solidFill>
              </a:defRPr>
            </a:lvl1pPr>
          </a:lstStyle>
          <a:p>
            <a:pPr algn="l"/>
            <a:r>
              <a:rPr lang="en-US" b="0" noProof="0" dirty="0">
                <a:solidFill>
                  <a:srgbClr val="E6E6E6"/>
                </a:solidFill>
              </a:rPr>
              <a:t>About CGI </a:t>
            </a:r>
            <a:br>
              <a:rPr lang="en-US" b="0" noProof="0" dirty="0">
                <a:solidFill>
                  <a:srgbClr val="E6E6E6"/>
                </a:solidFill>
              </a:rPr>
            </a:br>
            <a:r>
              <a:rPr lang="en-US" b="0" noProof="0" dirty="0">
                <a:solidFill>
                  <a:srgbClr val="E6E6E6"/>
                </a:solidFill>
              </a:rPr>
              <a:t>Insights you can act on</a:t>
            </a:r>
            <a:br>
              <a:rPr lang="en-US" b="0" noProof="0" dirty="0">
                <a:solidFill>
                  <a:srgbClr val="E6E6E6"/>
                </a:solidFill>
              </a:rPr>
            </a:br>
            <a:r>
              <a:rPr lang="en-US" b="0" noProof="0" dirty="0">
                <a:solidFill>
                  <a:srgbClr val="E6E6E6"/>
                </a:solidFill>
              </a:rPr>
              <a:t>Founded in 1976, CGI is among the largest IT and business consulting services firms in the world.</a:t>
            </a:r>
            <a:br>
              <a:rPr lang="en-US" b="0" noProof="0" dirty="0">
                <a:solidFill>
                  <a:srgbClr val="E6E6E6"/>
                </a:solidFill>
              </a:rPr>
            </a:br>
            <a:r>
              <a:rPr lang="en-US" b="0" noProof="0" dirty="0">
                <a:solidFill>
                  <a:srgbClr val="E6E6E6"/>
                </a:solidFill>
              </a:rPr>
              <a:t>We are insights-driven and outcomes-based to help accelerate returns on your investments. Across hundreds of locations worldwide, we provide comprehensive, scalable and sustainable IT and business consulting services that are informed globally and delivered locally.</a:t>
            </a:r>
            <a:br>
              <a:rPr lang="en-US" b="0" noProof="0" dirty="0">
                <a:solidFill>
                  <a:srgbClr val="E6E6E6"/>
                </a:solidFill>
              </a:rPr>
            </a:br>
            <a:r>
              <a:rPr lang="en-US" b="0" noProof="0" dirty="0">
                <a:solidFill>
                  <a:srgbClr val="E6E6E6"/>
                </a:solidFill>
              </a:rPr>
              <a:t>cgi.com</a:t>
            </a:r>
            <a:br>
              <a:rPr lang="en-US" b="0" noProof="0" dirty="0">
                <a:solidFill>
                  <a:srgbClr val="E6E6E6"/>
                </a:solidFill>
              </a:rPr>
            </a:br>
            <a:endParaRPr lang="en-US" b="0" noProof="0" dirty="0">
              <a:solidFill>
                <a:srgbClr val="E6E6E6"/>
              </a:solidFill>
            </a:endParaRPr>
          </a:p>
        </p:txBody>
      </p:sp>
      <p:sp>
        <p:nvSpPr>
          <p:cNvPr id="2" name="TextBox 1">
            <a:extLst>
              <a:ext uri="{FF2B5EF4-FFF2-40B4-BE49-F238E27FC236}">
                <a16:creationId xmlns:a16="http://schemas.microsoft.com/office/drawing/2014/main" id="{4B3C3E2A-4A56-B0A7-0B73-15E80F6D3BDB}"/>
              </a:ext>
            </a:extLst>
          </p:cNvPr>
          <p:cNvSpPr txBox="1"/>
          <p:nvPr userDrawn="1"/>
        </p:nvSpPr>
        <p:spPr>
          <a:xfrm>
            <a:off x="766763" y="3282696"/>
            <a:ext cx="4608576" cy="320040"/>
          </a:xfrm>
          <a:prstGeom prst="rect">
            <a:avLst/>
          </a:prstGeom>
        </p:spPr>
        <p:txBody>
          <a:bodyPr vert="horz" wrap="square" lIns="0" tIns="0" rIns="0" bIns="0" rtlCol="0" anchor="t" anchorCtr="0">
            <a:normAutofit/>
          </a:bodyPr>
          <a:lstStyle/>
          <a:p>
            <a:pPr algn="l"/>
            <a:r>
              <a:rPr lang="en-US" b="1" noProof="0" dirty="0">
                <a:solidFill>
                  <a:srgbClr val="E31937"/>
                </a:solidFill>
              </a:rPr>
              <a:t>About CGI</a:t>
            </a:r>
          </a:p>
        </p:txBody>
      </p:sp>
      <p:sp>
        <p:nvSpPr>
          <p:cNvPr id="8" name="TextBox 7">
            <a:extLst>
              <a:ext uri="{FF2B5EF4-FFF2-40B4-BE49-F238E27FC236}">
                <a16:creationId xmlns:a16="http://schemas.microsoft.com/office/drawing/2014/main" id="{7B2627C1-E12E-A20D-EBCC-1D0135C82DE2}"/>
              </a:ext>
            </a:extLst>
          </p:cNvPr>
          <p:cNvSpPr txBox="1"/>
          <p:nvPr userDrawn="1"/>
        </p:nvSpPr>
        <p:spPr>
          <a:xfrm>
            <a:off x="766762" y="3858768"/>
            <a:ext cx="4608513" cy="2231136"/>
          </a:xfrm>
          <a:prstGeom prst="rect">
            <a:avLst/>
          </a:prstGeom>
        </p:spPr>
        <p:txBody>
          <a:bodyPr vert="horz" wrap="square" lIns="0" tIns="0" rIns="0" bIns="0" rtlCol="0" anchor="t" anchorCtr="0">
            <a:normAutofit/>
          </a:bodyPr>
          <a:lstStyle/>
          <a:p>
            <a:pPr>
              <a:lnSpc>
                <a:spcPct val="110000"/>
              </a:lnSpc>
              <a:spcBef>
                <a:spcPts val="500"/>
              </a:spcBef>
            </a:pPr>
            <a:r>
              <a:rPr lang="en-US" sz="1200" b="1" noProof="0" dirty="0"/>
              <a:t>Insights you can act on</a:t>
            </a:r>
          </a:p>
          <a:p>
            <a:pPr>
              <a:lnSpc>
                <a:spcPct val="110000"/>
              </a:lnSpc>
              <a:spcBef>
                <a:spcPts val="500"/>
              </a:spcBef>
              <a:spcAft>
                <a:spcPts val="600"/>
              </a:spcAft>
            </a:pPr>
            <a:r>
              <a:rPr lang="en-US" sz="1200" noProof="0" dirty="0"/>
              <a:t>Founded in 1976, CGI is among the largest IT and business consulting services firms in the world.</a:t>
            </a:r>
          </a:p>
          <a:p>
            <a:pPr marL="0" indent="0">
              <a:lnSpc>
                <a:spcPct val="110000"/>
              </a:lnSpc>
              <a:spcBef>
                <a:spcPts val="500"/>
              </a:spcBef>
              <a:spcAft>
                <a:spcPts val="600"/>
              </a:spcAft>
            </a:pPr>
            <a:r>
              <a:rPr lang="en-US" sz="1200" noProof="0" dirty="0"/>
              <a:t>We are insights-driven and outcomes-based to help accelerate returns on your investments. Across hundreds of locations worldwide, we provide comprehensive, scalable and sustainable </a:t>
            </a:r>
            <a:br>
              <a:rPr lang="en-US" sz="1200" noProof="0" dirty="0"/>
            </a:br>
            <a:r>
              <a:rPr lang="en-US" sz="1200" noProof="0" dirty="0"/>
              <a:t>IT and business consulting services that are informed globally and delivered locally.</a:t>
            </a:r>
          </a:p>
          <a:p>
            <a:pPr>
              <a:lnSpc>
                <a:spcPct val="110000"/>
              </a:lnSpc>
              <a:spcBef>
                <a:spcPts val="500"/>
              </a:spcBef>
              <a:spcAft>
                <a:spcPts val="600"/>
              </a:spcAft>
            </a:pPr>
            <a:r>
              <a:rPr lang="en-US" sz="1200" b="1" noProof="0" dirty="0"/>
              <a:t>cgi.com</a:t>
            </a:r>
          </a:p>
        </p:txBody>
      </p:sp>
      <p:sp>
        <p:nvSpPr>
          <p:cNvPr id="3" name="Footer Placeholder 2">
            <a:extLst>
              <a:ext uri="{FF2B5EF4-FFF2-40B4-BE49-F238E27FC236}">
                <a16:creationId xmlns:a16="http://schemas.microsoft.com/office/drawing/2014/main" id="{95BF8B7B-FCFC-45CF-773C-C0190909605C}"/>
              </a:ext>
            </a:extLst>
          </p:cNvPr>
          <p:cNvSpPr>
            <a:spLocks noGrp="1"/>
          </p:cNvSpPr>
          <p:nvPr>
            <p:ph type="ftr" sz="quarter" idx="13"/>
          </p:nvPr>
        </p:nvSpPr>
        <p:spPr/>
        <p:txBody>
          <a:bodyPr/>
          <a:lstStyle/>
          <a:p>
            <a:endParaRPr lang="en-US" noProof="0" dirty="0"/>
          </a:p>
        </p:txBody>
      </p:sp>
      <p:sp>
        <p:nvSpPr>
          <p:cNvPr id="4" name="TextBox 3">
            <a:extLst>
              <a:ext uri="{FF2B5EF4-FFF2-40B4-BE49-F238E27FC236}">
                <a16:creationId xmlns:a16="http://schemas.microsoft.com/office/drawing/2014/main" id="{34BB9D9E-BEEE-51E3-062F-07D099B91776}"/>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dirty="0"/>
          </a:p>
        </p:txBody>
      </p:sp>
      <p:pic>
        <p:nvPicPr>
          <p:cNvPr id="7" name="Image 6" descr="CGI Inc. logo">
            <a:extLst>
              <a:ext uri="{FF2B5EF4-FFF2-40B4-BE49-F238E27FC236}">
                <a16:creationId xmlns:a16="http://schemas.microsoft.com/office/drawing/2014/main" id="{626F09B8-6289-D048-8199-4C52FCE2640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893670" y="5372174"/>
            <a:ext cx="1548659" cy="720650"/>
          </a:xfrm>
          <a:prstGeom prst="rect">
            <a:avLst/>
          </a:prstGeom>
        </p:spPr>
      </p:pic>
      <p:sp>
        <p:nvSpPr>
          <p:cNvPr id="5" name="Slide Number Placeholder 7">
            <a:extLst>
              <a:ext uri="{FF2B5EF4-FFF2-40B4-BE49-F238E27FC236}">
                <a16:creationId xmlns:a16="http://schemas.microsoft.com/office/drawing/2014/main" id="{B5806568-20EF-02F7-9776-193BEBDD3B43}"/>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1183648596"/>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Read Only - End of slide layouts">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dirty="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dirty="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t" anchorCtr="0">
            <a:normAutofit/>
          </a:bodyPr>
          <a:lstStyle/>
          <a:p>
            <a:pPr algn="ctr"/>
            <a:endParaRPr lang="en-US" sz="34400" dirty="0">
              <a:solidFill>
                <a:schemeClr val="bg1"/>
              </a:solidFill>
            </a:endParaRPr>
          </a:p>
        </p:txBody>
      </p:sp>
    </p:spTree>
    <p:extLst>
      <p:ext uri="{BB962C8B-B14F-4D97-AF65-F5344CB8AC3E}">
        <p14:creationId xmlns:p14="http://schemas.microsoft.com/office/powerpoint/2010/main" val="3094766710"/>
      </p:ext>
    </p:extLst>
  </p:cSld>
  <p:clrMapOvr>
    <a:masterClrMapping/>
  </p:clrMapOvr>
  <p:transition/>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itle and Content - High Content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D2EE9D2-4EE1-E84A-8F59-9549A5FAD563}"/>
              </a:ext>
            </a:extLst>
          </p:cNvPr>
          <p:cNvSpPr>
            <a:spLocks noGrp="1"/>
          </p:cNvSpPr>
          <p:nvPr>
            <p:ph type="title" hasCustomPrompt="1"/>
          </p:nvPr>
        </p:nvSpPr>
        <p:spPr>
          <a:xfrm>
            <a:off x="766800" y="684000"/>
            <a:ext cx="10647638" cy="560042"/>
          </a:xfrm>
          <a:prstGeom prst="rect">
            <a:avLst/>
          </a:prstGeom>
        </p:spPr>
        <p:txBody>
          <a:bodyPr vert="horz" lIns="0" tIns="0" rIns="0" bIns="0" rtlCol="0" anchor="t" anchorCtr="0">
            <a:noAutofit/>
          </a:bodyPr>
          <a:lstStyle/>
          <a:p>
            <a:r>
              <a:rPr lang="en-US" noProof="0" dirty="0"/>
              <a:t>Title and Content - High Content slide</a:t>
            </a:r>
          </a:p>
        </p:txBody>
      </p:sp>
      <p:sp>
        <p:nvSpPr>
          <p:cNvPr id="5" name="Content Placeholder 20">
            <a:extLst>
              <a:ext uri="{FF2B5EF4-FFF2-40B4-BE49-F238E27FC236}">
                <a16:creationId xmlns:a16="http://schemas.microsoft.com/office/drawing/2014/main" id="{5F3BF5DA-644D-6C41-A47D-B83355A9712E}"/>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179388" indent="-1793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chemeClr val="tx1"/>
              </a:buClr>
              <a:buSzPct val="100000"/>
              <a:buFont typeface="Calibri" panose="020F0502020204030204" pitchFamily="34" charset="0"/>
              <a:buChar char="–"/>
              <a:defRPr sz="1800">
                <a:solidFill>
                  <a:schemeClr val="tx1"/>
                </a:solidFill>
                <a:latin typeface="Arial" pitchFamily="34" charset="0"/>
              </a:defRPr>
            </a:lvl3pPr>
            <a:lvl4pPr marL="539750" indent="-179388">
              <a:spcBef>
                <a:spcPts val="600"/>
              </a:spcBef>
              <a:buClr>
                <a:schemeClr val="tx1"/>
              </a:buClr>
              <a:buSzPct val="110000"/>
              <a:buFont typeface="Wingdings" pitchFamily="2" charset="2"/>
              <a:buChar char="§"/>
              <a:defRPr sz="1600">
                <a:solidFill>
                  <a:schemeClr val="tx1"/>
                </a:solidFill>
                <a:latin typeface="Arial" pitchFamily="34" charset="0"/>
              </a:defRPr>
            </a:lvl4pPr>
            <a:lvl5pPr marL="719138" indent="-1793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Pct val="100000"/>
              <a:buFont typeface="Verdana" pitchFamily="34" charset="0"/>
              <a:buChar char="•"/>
              <a:defRPr sz="105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ECAC11E-D167-EE4C-BF01-0C0C599D9F1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Tree>
    <p:extLst>
      <p:ext uri="{BB962C8B-B14F-4D97-AF65-F5344CB8AC3E}">
        <p14:creationId xmlns:p14="http://schemas.microsoft.com/office/powerpoint/2010/main" val="386619480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Graphic device and big title">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F7349B97-C28F-3B44-B284-12F2C2ABD73C}"/>
              </a:ext>
            </a:extLst>
          </p:cNvPr>
          <p:cNvSpPr>
            <a:spLocks noGrp="1"/>
          </p:cNvSpPr>
          <p:nvPr>
            <p:ph type="title" hasCustomPrompt="1"/>
          </p:nvPr>
        </p:nvSpPr>
        <p:spPr>
          <a:xfrm>
            <a:off x="760278" y="615621"/>
            <a:ext cx="4573587" cy="2494717"/>
          </a:xfrm>
          <a:prstGeom prst="rect">
            <a:avLst/>
          </a:prstGeom>
        </p:spPr>
        <p:txBody>
          <a:bodyPr vert="horz" lIns="0" tIns="0" rIns="0" bIns="0" rtlCol="0" anchor="t" anchorCtr="0">
            <a:noAutofit/>
          </a:bodyPr>
          <a:lstStyle>
            <a:lvl1pPr>
              <a:defRPr sz="4800"/>
            </a:lvl1pPr>
          </a:lstStyle>
          <a:p>
            <a:r>
              <a:rPr lang="en-CA" noProof="0" dirty="0"/>
              <a:t>Title</a:t>
            </a:r>
          </a:p>
        </p:txBody>
      </p:sp>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
        <p:nvSpPr>
          <p:cNvPr id="6" name="Espace réservé pour une image  8">
            <a:extLst>
              <a:ext uri="{FF2B5EF4-FFF2-40B4-BE49-F238E27FC236}">
                <a16:creationId xmlns:a16="http://schemas.microsoft.com/office/drawing/2014/main" id="{C4B7093F-77F3-3449-9E60-BC70230FC0A3}"/>
              </a:ext>
            </a:extLst>
          </p:cNvPr>
          <p:cNvSpPr>
            <a:spLocks noGrp="1" noChangeAspect="1"/>
          </p:cNvSpPr>
          <p:nvPr>
            <p:ph type="pic" sz="quarter" idx="15" hasCustomPrompt="1"/>
          </p:nvPr>
        </p:nvSpPr>
        <p:spPr>
          <a:xfrm>
            <a:off x="6111917" y="770881"/>
            <a:ext cx="5321943" cy="5321944"/>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sz="1800"/>
            </a:lvl1pPr>
          </a:lstStyle>
          <a:p>
            <a:r>
              <a:rPr lang="en-CA" sz="1800" dirty="0">
                <a:cs typeface="Arial" pitchFamily="34" charset="0"/>
              </a:rPr>
              <a:t>Click on the Image icon to change with a new picture located on your computer</a:t>
            </a:r>
            <a:endParaRPr lang="fr-FR" dirty="0"/>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3429000"/>
            <a:ext cx="4573587" cy="2663825"/>
          </a:xfrm>
          <a:prstGeom prst="rect">
            <a:avLst/>
          </a:prstGeom>
        </p:spPr>
        <p:txBody>
          <a:bodyPr lIns="0" tIns="0" rIns="0" bIns="0">
            <a:noAutofit/>
          </a:bodyPr>
          <a:lstStyle>
            <a:lvl1pPr marL="0" indent="0">
              <a:spcBef>
                <a:spcPts val="0"/>
              </a:spcBef>
              <a:buClrTx/>
              <a:buSzPct val="100000"/>
              <a:buFont typeface="Arial" panose="020B0604020202020204" pitchFamily="34" charset="0"/>
              <a:buNone/>
              <a:defRPr sz="2000">
                <a:solidFill>
                  <a:schemeClr val="tx1"/>
                </a:solidFill>
                <a:latin typeface="Arial" pitchFamily="34" charset="0"/>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70554740"/>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D2D8AF-452C-D94D-A560-DAD6A962E17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dirty="0"/>
          </a:p>
        </p:txBody>
      </p:sp>
      <p:sp>
        <p:nvSpPr>
          <p:cNvPr id="8" name="Titre 1">
            <a:extLst>
              <a:ext uri="{FF2B5EF4-FFF2-40B4-BE49-F238E27FC236}">
                <a16:creationId xmlns:a16="http://schemas.microsoft.com/office/drawing/2014/main" id="{561C906F-FE73-EC4B-9D46-7CD1B4F04428}"/>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dirty="0"/>
              <a:t>Title only slide</a:t>
            </a:r>
          </a:p>
        </p:txBody>
      </p:sp>
    </p:spTree>
    <p:extLst>
      <p:ext uri="{BB962C8B-B14F-4D97-AF65-F5344CB8AC3E}">
        <p14:creationId xmlns:p14="http://schemas.microsoft.com/office/powerpoint/2010/main" val="2512928275"/>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theme" Target="../theme/theme1.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4"/>
            <a:ext cx="10658475" cy="532765"/>
          </a:xfrm>
          <a:prstGeom prst="rect">
            <a:avLst/>
          </a:prstGeom>
        </p:spPr>
        <p:txBody>
          <a:bodyPr vert="horz" lIns="0" tIns="0" rIns="0" bIns="0" rtlCol="0" anchor="t" anchorCtr="0">
            <a:noAutofit/>
          </a:bodyPr>
          <a:lstStyle/>
          <a:p>
            <a:endParaRPr lang="en-US" noProof="0" dirty="0"/>
          </a:p>
        </p:txBody>
      </p:sp>
      <p:sp>
        <p:nvSpPr>
          <p:cNvPr id="7" name="Text Placeholder 6">
            <a:extLst>
              <a:ext uri="{FF2B5EF4-FFF2-40B4-BE49-F238E27FC236}">
                <a16:creationId xmlns:a16="http://schemas.microsoft.com/office/drawing/2014/main" id="{EAA6994A-D67A-D275-E6E1-A9066A768579}"/>
              </a:ext>
            </a:extLst>
          </p:cNvPr>
          <p:cNvSpPr>
            <a:spLocks noGrp="1"/>
          </p:cNvSpPr>
          <p:nvPr>
            <p:ph type="body" idx="1"/>
          </p:nvPr>
        </p:nvSpPr>
        <p:spPr>
          <a:xfrm>
            <a:off x="768096" y="1527048"/>
            <a:ext cx="10661904" cy="456285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Box 4">
            <a:extLst>
              <a:ext uri="{FF2B5EF4-FFF2-40B4-BE49-F238E27FC236}">
                <a16:creationId xmlns:a16="http://schemas.microsoft.com/office/drawing/2014/main" id="{2028125A-CE44-EA24-6422-3D620A31D93E}"/>
              </a:ext>
            </a:extLst>
          </p:cNvPr>
          <p:cNvSpPr txBox="1"/>
          <p:nvPr userDrawn="1"/>
        </p:nvSpPr>
        <p:spPr>
          <a:xfrm>
            <a:off x="768096" y="6364224"/>
            <a:ext cx="2743200" cy="137160"/>
          </a:xfrm>
          <a:prstGeom prst="rect">
            <a:avLst/>
          </a:prstGeom>
        </p:spPr>
        <p:txBody>
          <a:bodyPr vert="horz" wrap="square" lIns="0" tIns="0" rIns="0" bIns="0" rtlCol="0" anchor="t" anchorCtr="0">
            <a:noAutofit/>
          </a:bodyPr>
          <a:lstStyle/>
          <a:p>
            <a:r>
              <a:rPr lang="en-US" sz="900" dirty="0"/>
              <a:t>© 2025 CGI Inc.</a:t>
            </a:r>
            <a:endParaRPr lang="en-CA" sz="900" dirty="0"/>
          </a:p>
        </p:txBody>
      </p:sp>
      <p:sp>
        <p:nvSpPr>
          <p:cNvPr id="8" name="TextBox 7">
            <a:extLst>
              <a:ext uri="{FF2B5EF4-FFF2-40B4-BE49-F238E27FC236}">
                <a16:creationId xmlns:a16="http://schemas.microsoft.com/office/drawing/2014/main" id="{BB57DA4E-FDAF-661C-4EF2-19948FE7A37A}"/>
              </a:ext>
            </a:extLst>
          </p:cNvPr>
          <p:cNvSpPr txBox="1"/>
          <p:nvPr>
            <p:extLst>
              <p:ext uri="{1162E1C5-73C7-4A58-AE30-91384D911F3F}">
                <p184:classification xmlns:p184="http://schemas.microsoft.com/office/powerpoint/2018/4/main" val="ftr"/>
              </p:ext>
            </p:extLst>
          </p:nvPr>
        </p:nvSpPr>
        <p:spPr>
          <a:xfrm>
            <a:off x="5905500" y="6365240"/>
            <a:ext cx="412750" cy="137160"/>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Internal</a:t>
            </a:r>
          </a:p>
        </p:txBody>
      </p:sp>
      <p:sp>
        <p:nvSpPr>
          <p:cNvPr id="4" name="TextBox 3">
            <a:extLst>
              <a:ext uri="{FF2B5EF4-FFF2-40B4-BE49-F238E27FC236}">
                <a16:creationId xmlns:a16="http://schemas.microsoft.com/office/drawing/2014/main" id="{46CD75ED-04E3-1615-7A72-5844C3E4AD65}"/>
              </a:ext>
              <a:ext uri="{C183D7F6-B498-43B3-948B-1728B52AA6E4}">
                <adec:decorative xmlns:adec="http://schemas.microsoft.com/office/drawing/2017/decorative" val="1"/>
              </a:ext>
            </a:extLst>
          </p:cNvPr>
          <p:cNvSpPr txBox="1"/>
          <p:nvPr userDrawn="1"/>
        </p:nvSpPr>
        <p:spPr>
          <a:xfrm>
            <a:off x="11164824" y="6364224"/>
            <a:ext cx="265176" cy="137160"/>
          </a:xfrm>
          <a:prstGeom prst="rect">
            <a:avLst/>
          </a:prstGeom>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lang="en-US" sz="900" noProof="0" smtClean="0"/>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900" noProof="0" dirty="0"/>
          </a:p>
          <a:p>
            <a:pPr algn="l"/>
            <a:endParaRPr lang="en-US" sz="900" noProof="0" dirty="0"/>
          </a:p>
        </p:txBody>
      </p:sp>
      <p:sp>
        <p:nvSpPr>
          <p:cNvPr id="6" name="Footer Placeholder 5">
            <a:extLst>
              <a:ext uri="{FF2B5EF4-FFF2-40B4-BE49-F238E27FC236}">
                <a16:creationId xmlns:a16="http://schemas.microsoft.com/office/drawing/2014/main" id="{F909B625-DA2A-6A9C-1194-02961B28B8CC}"/>
              </a:ext>
              <a:ext uri="{C183D7F6-B498-43B3-948B-1728B52AA6E4}">
                <adec:decorative xmlns:adec="http://schemas.microsoft.com/office/drawing/2017/decorative" val="1"/>
              </a:ext>
            </a:extLst>
          </p:cNvPr>
          <p:cNvSpPr>
            <a:spLocks noGrp="1"/>
          </p:cNvSpPr>
          <p:nvPr>
            <p:ph type="ftr" sz="quarter" idx="3"/>
          </p:nvPr>
        </p:nvSpPr>
        <p:spPr>
          <a:xfrm>
            <a:off x="4038600" y="6967728"/>
            <a:ext cx="4114800" cy="137160"/>
          </a:xfrm>
          <a:prstGeom prst="rect">
            <a:avLst/>
          </a:prstGeom>
        </p:spPr>
        <p:txBody>
          <a:bodyPr vert="horz" lIns="0" tIns="0" rIns="0" bIns="0" rtlCol="0" anchor="t" anchorCtr="0"/>
          <a:lstStyle>
            <a:lvl1pPr algn="ctr">
              <a:defRPr sz="900">
                <a:solidFill>
                  <a:srgbClr val="E6E6E6"/>
                </a:solidFill>
              </a:defRPr>
            </a:lvl1pPr>
          </a:lstStyle>
          <a:p>
            <a:endParaRPr lang="en-US" noProof="0" dirty="0"/>
          </a:p>
        </p:txBody>
      </p:sp>
      <p:sp>
        <p:nvSpPr>
          <p:cNvPr id="90" name="Slide Number Placeholder">
            <a:extLst>
              <a:ext uri="{C183D7F6-B498-43B3-948B-1728B52AA6E4}">
                <adec:decorative xmlns:adec="http://schemas.microsoft.com/office/drawing/2017/decorative" val="1"/>
              </a:ext>
            </a:extLst>
          </p:cNvPr>
          <p:cNvSpPr>
            <a:spLocks noGrp="1"/>
          </p:cNvSpPr>
          <p:nvPr>
            <p:ph type="sldNum" sz="quarter" idx="4"/>
          </p:nvPr>
        </p:nvSpPr>
        <p:spPr>
          <a:xfrm>
            <a:off x="11162244" y="6967728"/>
            <a:ext cx="261660" cy="137160"/>
          </a:xfrm>
          <a:prstGeom prst="rect">
            <a:avLst/>
          </a:prstGeom>
        </p:spPr>
        <p:txBody>
          <a:bodyPr wrap="square" lIns="0" tIns="0" rIns="0" bIns="0" anchor="t"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dirty="0"/>
          </a:p>
        </p:txBody>
      </p:sp>
    </p:spTree>
    <p:extLst>
      <p:ext uri="{BB962C8B-B14F-4D97-AF65-F5344CB8AC3E}">
        <p14:creationId xmlns:p14="http://schemas.microsoft.com/office/powerpoint/2010/main" val="675926287"/>
      </p:ext>
    </p:extLst>
  </p:cSld>
  <p:clrMap bg1="lt1" tx1="dk1" bg2="lt2" tx2="dk2" accent1="accent1" accent2="accent2" accent3="accent3" accent4="accent4" accent5="accent5" accent6="accent6" hlink="hlink" folHlink="folHlink"/>
  <p:sldLayoutIdLst>
    <p:sldLayoutId id="2147484318" r:id="rId1"/>
    <p:sldLayoutId id="2147484272" r:id="rId2"/>
    <p:sldLayoutId id="2147484273" r:id="rId3"/>
    <p:sldLayoutId id="2147484274" r:id="rId4"/>
    <p:sldLayoutId id="2147484086" r:id="rId5"/>
    <p:sldLayoutId id="2147484275" r:id="rId6"/>
    <p:sldLayoutId id="2147484229" r:id="rId7"/>
    <p:sldLayoutId id="2147484243" r:id="rId8"/>
    <p:sldLayoutId id="2147484234" r:id="rId9"/>
    <p:sldLayoutId id="2147484319" r:id="rId10"/>
    <p:sldLayoutId id="2147484148" r:id="rId11"/>
    <p:sldLayoutId id="2147484157" r:id="rId12"/>
    <p:sldLayoutId id="2147484158" r:id="rId13"/>
    <p:sldLayoutId id="2147484183" r:id="rId14"/>
    <p:sldLayoutId id="2147484160" r:id="rId15"/>
    <p:sldLayoutId id="2147484161" r:id="rId16"/>
    <p:sldLayoutId id="2147484244" r:id="rId17"/>
    <p:sldLayoutId id="2147484164" r:id="rId18"/>
    <p:sldLayoutId id="2147484156" r:id="rId19"/>
    <p:sldLayoutId id="2147484168" r:id="rId20"/>
    <p:sldLayoutId id="2147484163" r:id="rId21"/>
    <p:sldLayoutId id="2147484170" r:id="rId22"/>
    <p:sldLayoutId id="2147484172" r:id="rId23"/>
    <p:sldLayoutId id="2147484184" r:id="rId24"/>
    <p:sldLayoutId id="2147484151" r:id="rId25"/>
    <p:sldLayoutId id="2147484152" r:id="rId26"/>
    <p:sldLayoutId id="2147484155" r:id="rId27"/>
    <p:sldLayoutId id="2147484150" r:id="rId28"/>
    <p:sldLayoutId id="2147484153" r:id="rId29"/>
    <p:sldLayoutId id="2147484154" r:id="rId30"/>
    <p:sldLayoutId id="2147484179" r:id="rId31"/>
    <p:sldLayoutId id="2147484180" r:id="rId32"/>
    <p:sldLayoutId id="2147484181" r:id="rId33"/>
    <p:sldLayoutId id="2147484182" r:id="rId34"/>
    <p:sldLayoutId id="2147484162" r:id="rId35"/>
    <p:sldLayoutId id="2147484320" r:id="rId36"/>
    <p:sldLayoutId id="2147484271" r:id="rId37"/>
    <p:sldLayoutId id="2147484073" r:id="rId38"/>
    <p:sldLayoutId id="2147484246" r:id="rId39"/>
    <p:sldLayoutId id="2147484316" r:id="rId40"/>
    <p:sldLayoutId id="2147484079" r:id="rId41"/>
    <p:sldLayoutId id="2147484247" r:id="rId42"/>
    <p:sldLayoutId id="2147484080" r:id="rId43"/>
    <p:sldLayoutId id="2147484248" r:id="rId44"/>
    <p:sldLayoutId id="2147484081" r:id="rId45"/>
    <p:sldLayoutId id="2147484249" r:id="rId46"/>
    <p:sldLayoutId id="2147484082" r:id="rId47"/>
    <p:sldLayoutId id="2147484267" r:id="rId48"/>
    <p:sldLayoutId id="2147484321" r:id="rId49"/>
    <p:sldLayoutId id="2147484260" r:id="rId50"/>
    <p:sldLayoutId id="2147484265" r:id="rId51"/>
    <p:sldLayoutId id="2147484261" r:id="rId52"/>
    <p:sldLayoutId id="2147484044" r:id="rId53"/>
    <p:sldLayoutId id="2147484262" r:id="rId54"/>
    <p:sldLayoutId id="2147484324" r:id="rId55"/>
    <p:sldLayoutId id="2147484263" r:id="rId56"/>
    <p:sldLayoutId id="2147484325" r:id="rId57"/>
    <p:sldLayoutId id="2147484264" r:id="rId58"/>
    <p:sldLayoutId id="2147484317" r:id="rId59"/>
    <p:sldLayoutId id="2147484146" r:id="rId60"/>
    <p:sldLayoutId id="2147484145" r:id="rId61"/>
    <p:sldLayoutId id="2147484219" r:id="rId62"/>
    <p:sldLayoutId id="2147484255" r:id="rId63"/>
    <p:sldLayoutId id="2147484256" r:id="rId64"/>
    <p:sldLayoutId id="2147484257" r:id="rId65"/>
    <p:sldLayoutId id="2147484266" r:id="rId66"/>
    <p:sldLayoutId id="2147484259" r:id="rId67"/>
    <p:sldLayoutId id="2147484322" r:id="rId68"/>
    <p:sldLayoutId id="2147484268" r:id="rId69"/>
    <p:sldLayoutId id="2147484270" r:id="rId70"/>
    <p:sldLayoutId id="2147484239" r:id="rId71"/>
    <p:sldLayoutId id="2147484251" r:id="rId72"/>
    <p:sldLayoutId id="2147484240" r:id="rId73"/>
    <p:sldLayoutId id="2147484253" r:id="rId74"/>
    <p:sldLayoutId id="2147484323" r:id="rId75"/>
    <p:sldLayoutId id="2147484326" r:id="rId76"/>
    <p:sldLayoutId id="2147484241" r:id="rId77"/>
    <p:sldLayoutId id="2147484252" r:id="rId78"/>
    <p:sldLayoutId id="2147484242" r:id="rId79"/>
    <p:sldLayoutId id="2147484327" r:id="rId80"/>
    <p:sldLayoutId id="2147484328" r:id="rId81"/>
    <p:sldLayoutId id="2147484330" r:id="rId82"/>
    <p:sldLayoutId id="2147484331" r:id="rId83"/>
  </p:sldLayoutIdLst>
  <p:transition/>
  <p:hf hdr="0" ftr="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spcBef>
          <a:spcPts val="500"/>
        </a:spcBef>
        <a:buFont typeface="Arial" pitchFamily="34" charset="0"/>
        <a:buNone/>
        <a:defRPr sz="2000" kern="1200">
          <a:solidFill>
            <a:schemeClr val="tx1"/>
          </a:solidFill>
          <a:latin typeface="+mn-lt"/>
          <a:ea typeface="+mn-ea"/>
          <a:cs typeface="+mn-cs"/>
        </a:defRPr>
      </a:lvl1pPr>
      <a:lvl2pPr marL="230188" indent="-230188" algn="l" defTabSz="914400" rtl="0" eaLnBrk="1" latinLnBrk="0" hangingPunct="1">
        <a:spcBef>
          <a:spcPts val="500"/>
        </a:spcBef>
        <a:buFont typeface="Arial" panose="020B0604020202020204" pitchFamily="34" charset="0"/>
        <a:buChar char="•"/>
        <a:defRPr sz="2000" kern="1200">
          <a:solidFill>
            <a:schemeClr val="tx1"/>
          </a:solidFill>
          <a:latin typeface="+mn-lt"/>
          <a:ea typeface="+mn-ea"/>
          <a:cs typeface="+mn-cs"/>
        </a:defRPr>
      </a:lvl2pPr>
      <a:lvl3pPr marL="574675" indent="-234950" algn="l" defTabSz="914400" rtl="0" eaLnBrk="1" latinLnBrk="0" hangingPunct="1">
        <a:spcBef>
          <a:spcPts val="500"/>
        </a:spcBef>
        <a:buFont typeface="Arial" panose="020B0604020202020204" pitchFamily="34" charset="0"/>
        <a:buChar char="–"/>
        <a:defRPr sz="1800" kern="1200">
          <a:solidFill>
            <a:schemeClr val="tx1"/>
          </a:solidFill>
          <a:latin typeface="+mn-lt"/>
          <a:ea typeface="+mn-ea"/>
          <a:cs typeface="+mn-cs"/>
        </a:defRPr>
      </a:lvl3pPr>
      <a:lvl4pPr marL="803275" indent="-230188" algn="l" defTabSz="914400" rtl="0" eaLnBrk="1" latinLnBrk="0" hangingPunct="1">
        <a:spcBef>
          <a:spcPts val="500"/>
        </a:spcBef>
        <a:buFont typeface="Wingdings" panose="05000000000000000000" pitchFamily="2" charset="2"/>
        <a:buChar char="§"/>
        <a:defRPr sz="1600" kern="1200">
          <a:solidFill>
            <a:schemeClr val="tx1"/>
          </a:solidFill>
          <a:latin typeface="+mn-lt"/>
          <a:ea typeface="+mn-ea"/>
          <a:cs typeface="+mn-cs"/>
        </a:defRPr>
      </a:lvl4pPr>
      <a:lvl5pPr marL="1025525" indent="-222250" algn="l" defTabSz="914400" rtl="0" eaLnBrk="1" latinLnBrk="0" hangingPunct="1">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0" userDrawn="1">
          <p15:clr>
            <a:srgbClr val="F26B43"/>
          </p15:clr>
        </p15:guide>
        <p15:guide id="19">
          <p15:clr>
            <a:srgbClr val="F26B43"/>
          </p15:clr>
        </p15:guide>
        <p15:guide id="20" pos="480" userDrawn="1">
          <p15:clr>
            <a:srgbClr val="F26B43"/>
          </p15:clr>
        </p15:guide>
        <p15:guide id="22" orient="horz" pos="482">
          <p15:clr>
            <a:srgbClr val="F26B43"/>
          </p15:clr>
        </p15:guide>
        <p15:guide id="23" pos="5760" userDrawn="1">
          <p15:clr>
            <a:srgbClr val="F26B43"/>
          </p15:clr>
        </p15:guide>
        <p15:guide id="24" pos="5280" userDrawn="1">
          <p15:clr>
            <a:srgbClr val="F26B43"/>
          </p15:clr>
        </p15:guide>
        <p15:guide id="25" pos="4800" userDrawn="1">
          <p15:clr>
            <a:srgbClr val="F26B43"/>
          </p15:clr>
        </p15:guide>
        <p15:guide id="26" pos="4320" userDrawn="1">
          <p15:clr>
            <a:srgbClr val="F26B43"/>
          </p15:clr>
        </p15:guide>
        <p15:guide id="27" pos="3360" userDrawn="1">
          <p15:clr>
            <a:srgbClr val="F26B43"/>
          </p15:clr>
        </p15:guide>
        <p15:guide id="28" pos="2880" userDrawn="1">
          <p15:clr>
            <a:srgbClr val="F26B43"/>
          </p15:clr>
        </p15:guide>
        <p15:guide id="29" pos="2400" userDrawn="1">
          <p15:clr>
            <a:srgbClr val="F26B43"/>
          </p15:clr>
        </p15:guide>
        <p15:guide id="30" pos="1920" userDrawn="1">
          <p15:clr>
            <a:srgbClr val="F26B43"/>
          </p15:clr>
        </p15:guide>
        <p15:guide id="31" pos="1440" userDrawn="1">
          <p15:clr>
            <a:srgbClr val="F26B43"/>
          </p15:clr>
        </p15:guide>
        <p15:guide id="32" pos="960" userDrawn="1">
          <p15:clr>
            <a:srgbClr val="F26B43"/>
          </p15:clr>
        </p15:guide>
        <p15:guide id="33" orient="horz" pos="95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xml.rels><?xml version="1.0" encoding="UTF-8" standalone="yes"?>
<Relationships xmlns="http://schemas.openxmlformats.org/package/2006/relationships"><Relationship Id="rId2" Type="http://schemas.openxmlformats.org/officeDocument/2006/relationships/hyperlink" Target="https://mf.ent.cgi.com/en?check_logged_in=1" TargetMode="Externa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eu.sharepoint.ent.cgi.com/sites/84825/Personal%20Development%20Planning/Personal%20Development%20Planning.aspx" TargetMode="Externa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title"/>
          </p:nvPr>
        </p:nvSpPr>
        <p:spPr>
          <a:xfrm>
            <a:off x="760278" y="615621"/>
            <a:ext cx="4573587" cy="2494717"/>
          </a:xfrm>
        </p:spPr>
        <p:txBody>
          <a:bodyPr anchor="t">
            <a:normAutofit/>
          </a:bodyPr>
          <a:lstStyle/>
          <a:p>
            <a:pPr>
              <a:lnSpc>
                <a:spcPct val="90000"/>
              </a:lnSpc>
            </a:pPr>
            <a:r>
              <a:rPr lang="en-GB" sz="4100" dirty="0"/>
              <a:t>Career Framework Promotion </a:t>
            </a:r>
          </a:p>
          <a:p>
            <a:pPr>
              <a:lnSpc>
                <a:spcPct val="90000"/>
              </a:lnSpc>
            </a:pPr>
            <a:r>
              <a:rPr lang="en-GB" sz="4100" dirty="0"/>
              <a:t>Panel Presentation Template</a:t>
            </a:r>
          </a:p>
        </p:txBody>
      </p:sp>
      <p:pic>
        <p:nvPicPr>
          <p:cNvPr id="7" name="Picture Placeholder 6"/>
          <p:cNvPicPr>
            <a:picLocks noGrp="1" noChangeAspect="1"/>
          </p:cNvPicPr>
          <p:nvPr>
            <p:ph type="pic" sz="quarter" idx="15"/>
          </p:nvPr>
        </p:nvPicPr>
        <p:blipFill>
          <a:blip r:embed="rId2" cstate="print">
            <a:extLst>
              <a:ext uri="{28A0092B-C50C-407E-A947-70E740481C1C}">
                <a14:useLocalDpi xmlns:a14="http://schemas.microsoft.com/office/drawing/2010/main" val="0"/>
              </a:ext>
            </a:extLst>
          </a:blip>
          <a:srcRect/>
          <a:stretch/>
        </p:blipFill>
        <p:spPr>
          <a:xfrm>
            <a:off x="6111917" y="770881"/>
            <a:ext cx="5321943" cy="5321943"/>
          </a:xfrm>
          <a:prstGeom prst="rect">
            <a:avLst/>
          </a:prstGeom>
          <a:noFill/>
        </p:spPr>
      </p:pic>
      <p:sp>
        <p:nvSpPr>
          <p:cNvPr id="3" name="Text Placeholder 2"/>
          <p:cNvSpPr>
            <a:spLocks noGrp="1"/>
          </p:cNvSpPr>
          <p:nvPr>
            <p:ph sz="quarter" idx="18"/>
          </p:nvPr>
        </p:nvSpPr>
        <p:spPr>
          <a:xfrm>
            <a:off x="766763" y="3429000"/>
            <a:ext cx="4573587" cy="2663825"/>
          </a:xfrm>
        </p:spPr>
        <p:txBody>
          <a:bodyPr>
            <a:normAutofit/>
          </a:bodyPr>
          <a:lstStyle/>
          <a:p>
            <a:pPr>
              <a:spcAft>
                <a:spcPts val="600"/>
              </a:spcAft>
            </a:pPr>
            <a:r>
              <a:rPr lang="en-CA" dirty="0"/>
              <a:t>Name : </a:t>
            </a:r>
          </a:p>
          <a:p>
            <a:pPr>
              <a:spcAft>
                <a:spcPts val="600"/>
              </a:spcAft>
            </a:pPr>
            <a:r>
              <a:rPr lang="en-CA" dirty="0"/>
              <a:t>Current Family/Stream and Level : </a:t>
            </a:r>
          </a:p>
          <a:p>
            <a:pPr>
              <a:spcAft>
                <a:spcPts val="600"/>
              </a:spcAft>
            </a:pPr>
            <a:r>
              <a:rPr lang="en-CA" dirty="0"/>
              <a:t>New Career Family/Stream (if appropriate): </a:t>
            </a:r>
          </a:p>
          <a:p>
            <a:pPr>
              <a:spcAft>
                <a:spcPts val="600"/>
              </a:spcAft>
            </a:pPr>
            <a:r>
              <a:rPr lang="en-CA" dirty="0"/>
              <a:t>Next Career Level : </a:t>
            </a:r>
          </a:p>
          <a:p>
            <a:pPr>
              <a:spcAft>
                <a:spcPts val="600"/>
              </a:spcAft>
            </a:pPr>
            <a:r>
              <a:rPr lang="en-CA" dirty="0"/>
              <a:t>Date : </a:t>
            </a:r>
            <a:endParaRPr lang="en-GB" dirty="0"/>
          </a:p>
        </p:txBody>
      </p:sp>
    </p:spTree>
    <p:extLst>
      <p:ext uri="{BB962C8B-B14F-4D97-AF65-F5344CB8AC3E}">
        <p14:creationId xmlns:p14="http://schemas.microsoft.com/office/powerpoint/2010/main" val="2348384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CA4B1EE-98DC-D245-AB0B-494E92F99B58}"/>
              </a:ext>
            </a:extLst>
          </p:cNvPr>
          <p:cNvSpPr>
            <a:spLocks noGrp="1"/>
          </p:cNvSpPr>
          <p:nvPr>
            <p:ph type="title"/>
          </p:nvPr>
        </p:nvSpPr>
        <p:spPr>
          <a:xfrm>
            <a:off x="693283" y="253093"/>
            <a:ext cx="10658475" cy="532765"/>
          </a:xfrm>
        </p:spPr>
        <p:txBody>
          <a:bodyPr/>
          <a:lstStyle/>
          <a:p>
            <a:r>
              <a:rPr lang="en-CA" dirty="0"/>
              <a:t>How to prepare for your Promotion Presentation (1)</a:t>
            </a:r>
          </a:p>
        </p:txBody>
      </p:sp>
      <p:sp>
        <p:nvSpPr>
          <p:cNvPr id="7" name="Content Placeholder 6">
            <a:extLst>
              <a:ext uri="{FF2B5EF4-FFF2-40B4-BE49-F238E27FC236}">
                <a16:creationId xmlns:a16="http://schemas.microsoft.com/office/drawing/2014/main" id="{B1A25859-3718-DF4C-8397-EA61EAE53CC8}"/>
              </a:ext>
            </a:extLst>
          </p:cNvPr>
          <p:cNvSpPr>
            <a:spLocks noGrp="1"/>
          </p:cNvSpPr>
          <p:nvPr>
            <p:ph sz="quarter" idx="17"/>
          </p:nvPr>
        </p:nvSpPr>
        <p:spPr>
          <a:xfrm>
            <a:off x="504559" y="895426"/>
            <a:ext cx="10658475" cy="5368882"/>
          </a:xfrm>
        </p:spPr>
        <p:txBody>
          <a:bodyPr/>
          <a:lstStyle/>
          <a:p>
            <a:pPr lvl="1">
              <a:buNone/>
            </a:pPr>
            <a:r>
              <a:rPr lang="en-GB" sz="1400" dirty="0"/>
              <a:t>Using this slide template starting from slide 4 “About Me”, please complete each section as described below.</a:t>
            </a:r>
          </a:p>
          <a:p>
            <a:pPr lvl="1">
              <a:buNone/>
            </a:pPr>
            <a:r>
              <a:rPr lang="en-GB" sz="1400" dirty="0"/>
              <a:t>The promotion panel will be keen to hear about the following:</a:t>
            </a:r>
          </a:p>
          <a:p>
            <a:pPr lvl="2"/>
            <a:r>
              <a:rPr lang="en-GB" sz="1400" dirty="0"/>
              <a:t>Your experience and achievements against the ‘next’ level in your Career Family/Stream</a:t>
            </a:r>
          </a:p>
          <a:p>
            <a:pPr lvl="2"/>
            <a:r>
              <a:rPr lang="en-GB" sz="1400" dirty="0"/>
              <a:t>Your progress to-date against your FY2026 objectives </a:t>
            </a:r>
          </a:p>
          <a:p>
            <a:pPr lvl="2"/>
            <a:r>
              <a:rPr lang="en-GB" sz="1400" dirty="0"/>
              <a:t>Evidence of how you live the CGI values – see next slide</a:t>
            </a:r>
          </a:p>
          <a:p>
            <a:pPr lvl="2"/>
            <a:r>
              <a:rPr lang="en-GB" sz="1400" b="1" dirty="0"/>
              <a:t>Your career goals and ambitions including your leadership potential </a:t>
            </a:r>
          </a:p>
          <a:p>
            <a:pPr marL="263525" lvl="2" indent="0">
              <a:buNone/>
            </a:pPr>
            <a:r>
              <a:rPr lang="en-GB" sz="1400" b="1" dirty="0"/>
              <a:t>Candidates going to Career Level 2 and 3 don’t need to do the Best Practice or Business Idea slide.</a:t>
            </a:r>
          </a:p>
          <a:p>
            <a:pPr marL="263525" lvl="2" indent="0">
              <a:buNone/>
            </a:pPr>
            <a:r>
              <a:rPr lang="en-GB" sz="1400" b="1" dirty="0"/>
              <a:t>For candidates going to Career Level 4 and upwards ONLY:</a:t>
            </a:r>
          </a:p>
          <a:p>
            <a:pPr marL="263525" lvl="2" indent="0">
              <a:buNone/>
            </a:pPr>
            <a:r>
              <a:rPr lang="en-GB" sz="1400" dirty="0"/>
              <a:t>Either:</a:t>
            </a:r>
          </a:p>
          <a:p>
            <a:pPr lvl="2"/>
            <a:r>
              <a:rPr lang="en-GB" sz="1400" dirty="0"/>
              <a:t>examples of best practice you have used or implemented which could be shared in other areas of the organisation</a:t>
            </a:r>
          </a:p>
          <a:p>
            <a:pPr marL="263525" lvl="2" indent="0">
              <a:buNone/>
            </a:pPr>
            <a:r>
              <a:rPr lang="en-GB" sz="1400" dirty="0"/>
              <a:t>Or</a:t>
            </a:r>
          </a:p>
          <a:p>
            <a:pPr lvl="2"/>
            <a:r>
              <a:rPr lang="en-GB" sz="1400" dirty="0"/>
              <a:t>a business idea – which could include innovation/IP, sharing best practice or process improvement</a:t>
            </a:r>
            <a:endParaRPr lang="en-GB" sz="1200" dirty="0"/>
          </a:p>
          <a:p>
            <a:pPr marL="0" lvl="1" indent="0">
              <a:spcBef>
                <a:spcPts val="600"/>
              </a:spcBef>
              <a:spcAft>
                <a:spcPts val="600"/>
              </a:spcAft>
              <a:buNone/>
            </a:pPr>
            <a:r>
              <a:rPr lang="en-GB" sz="1400" b="1" dirty="0">
                <a:solidFill>
                  <a:srgbClr val="FF0000"/>
                </a:solidFill>
              </a:rPr>
              <a:t>This is an opportunity to practise and demonstrate your presentation skills and your ability to create impact and build rapport. </a:t>
            </a:r>
            <a:r>
              <a:rPr lang="en-GB" sz="1400" b="1" dirty="0"/>
              <a:t> </a:t>
            </a:r>
            <a:r>
              <a:rPr lang="en-GB" sz="1400" dirty="0"/>
              <a:t>See below the time guidelines for your presentation. </a:t>
            </a:r>
          </a:p>
          <a:p>
            <a:pPr marL="0" lvl="1" indent="0">
              <a:spcBef>
                <a:spcPts val="600"/>
              </a:spcBef>
              <a:spcAft>
                <a:spcPts val="600"/>
              </a:spcAft>
              <a:buNone/>
            </a:pPr>
            <a:r>
              <a:rPr lang="en-GB" sz="1400" dirty="0"/>
              <a:t>Refer to the promotion readiness recording for more guidance.</a:t>
            </a:r>
          </a:p>
          <a:p>
            <a:pPr marL="0" lvl="1" indent="-9525">
              <a:buNone/>
            </a:pPr>
            <a:r>
              <a:rPr lang="en-GB" sz="1200" dirty="0"/>
              <a:t>.</a:t>
            </a:r>
          </a:p>
          <a:p>
            <a:pPr marL="0" lvl="1" indent="-9525">
              <a:buNone/>
            </a:pPr>
            <a:endParaRPr lang="en-GB" sz="1400" dirty="0">
              <a:solidFill>
                <a:srgbClr val="FF0000"/>
              </a:solidFill>
            </a:endParaRPr>
          </a:p>
          <a:p>
            <a:pPr marL="0" lvl="1" indent="-9525">
              <a:buNone/>
            </a:pPr>
            <a:endParaRPr lang="en-GB" sz="1400" dirty="0">
              <a:solidFill>
                <a:srgbClr val="FF0000"/>
              </a:solidFill>
            </a:endParaRPr>
          </a:p>
        </p:txBody>
      </p:sp>
      <p:graphicFrame>
        <p:nvGraphicFramePr>
          <p:cNvPr id="2" name="Table 1">
            <a:extLst>
              <a:ext uri="{FF2B5EF4-FFF2-40B4-BE49-F238E27FC236}">
                <a16:creationId xmlns:a16="http://schemas.microsoft.com/office/drawing/2014/main" id="{DAA45B68-49D6-F104-33EE-DAD9114E56D4}"/>
              </a:ext>
            </a:extLst>
          </p:cNvPr>
          <p:cNvGraphicFramePr>
            <a:graphicFrameLocks noGrp="1"/>
          </p:cNvGraphicFramePr>
          <p:nvPr>
            <p:extLst>
              <p:ext uri="{D42A27DB-BD31-4B8C-83A1-F6EECF244321}">
                <p14:modId xmlns:p14="http://schemas.microsoft.com/office/powerpoint/2010/main" val="4118608721"/>
              </p:ext>
            </p:extLst>
          </p:nvPr>
        </p:nvGraphicFramePr>
        <p:xfrm>
          <a:off x="1354048" y="5385055"/>
          <a:ext cx="7630180" cy="777240"/>
        </p:xfrm>
        <a:graphic>
          <a:graphicData uri="http://schemas.openxmlformats.org/drawingml/2006/table">
            <a:tbl>
              <a:tblPr bandRow="1">
                <a:tableStyleId>{8799B23B-EC83-4686-B30A-512413B5E67A}</a:tableStyleId>
              </a:tblPr>
              <a:tblGrid>
                <a:gridCol w="3772060">
                  <a:extLst>
                    <a:ext uri="{9D8B030D-6E8A-4147-A177-3AD203B41FA5}">
                      <a16:colId xmlns:a16="http://schemas.microsoft.com/office/drawing/2014/main" val="3818198664"/>
                    </a:ext>
                  </a:extLst>
                </a:gridCol>
                <a:gridCol w="3858120">
                  <a:extLst>
                    <a:ext uri="{9D8B030D-6E8A-4147-A177-3AD203B41FA5}">
                      <a16:colId xmlns:a16="http://schemas.microsoft.com/office/drawing/2014/main" val="2411759469"/>
                    </a:ext>
                  </a:extLst>
                </a:gridCol>
              </a:tblGrid>
              <a:tr h="153300">
                <a:tc>
                  <a:txBody>
                    <a:bodyPr/>
                    <a:lstStyle/>
                    <a:p>
                      <a:pPr marL="0" indent="0" algn="l" defTabSz="914400" rtl="0" eaLnBrk="1" latinLnBrk="0" hangingPunct="1">
                        <a:buClr>
                          <a:schemeClr val="bg1"/>
                        </a:buClr>
                        <a:buFont typeface="Arial" panose="020B0604020202020204" pitchFamily="34" charset="0"/>
                        <a:buNone/>
                      </a:pPr>
                      <a:r>
                        <a:rPr lang="en-GB" sz="1100" kern="1200" dirty="0">
                          <a:solidFill>
                            <a:schemeClr val="tx1"/>
                          </a:solidFill>
                        </a:rPr>
                        <a:t>Slide presentation (Career Levels 2 and 3)</a:t>
                      </a:r>
                      <a:endParaRPr lang="en-GB" sz="1100" kern="1200" dirty="0">
                        <a:solidFill>
                          <a:schemeClr val="tx1"/>
                        </a:solidFill>
                        <a:latin typeface="+mn-lt"/>
                        <a:ea typeface="+mn-ea"/>
                        <a:cs typeface="+mn-cs"/>
                      </a:endParaRPr>
                    </a:p>
                  </a:txBody>
                  <a:tcPr/>
                </a:tc>
                <a:tc>
                  <a:txBody>
                    <a:bodyPr/>
                    <a:lstStyle/>
                    <a:p>
                      <a:pPr marL="0" indent="0">
                        <a:buClr>
                          <a:schemeClr val="bg1"/>
                        </a:buClr>
                        <a:buFont typeface="Arial" panose="020B0604020202020204" pitchFamily="34" charset="0"/>
                        <a:buNone/>
                      </a:pPr>
                      <a:r>
                        <a:rPr lang="en-GB" sz="1100" dirty="0">
                          <a:solidFill>
                            <a:schemeClr val="tx1"/>
                          </a:solidFill>
                        </a:rPr>
                        <a:t>10 minutes (+5 mins “grace” period)</a:t>
                      </a:r>
                    </a:p>
                  </a:txBody>
                  <a:tcPr/>
                </a:tc>
                <a:extLst>
                  <a:ext uri="{0D108BD9-81ED-4DB2-BD59-A6C34878D82A}">
                    <a16:rowId xmlns:a16="http://schemas.microsoft.com/office/drawing/2014/main" val="4133651452"/>
                  </a:ext>
                </a:extLst>
              </a:tr>
              <a:tr h="139886">
                <a:tc>
                  <a:txBody>
                    <a:bodyPr/>
                    <a:lstStyle/>
                    <a:p>
                      <a:pPr marL="0" indent="0" algn="l" defTabSz="914400" rtl="0" eaLnBrk="1" latinLnBrk="0" hangingPunct="1">
                        <a:buClr>
                          <a:schemeClr val="bg1"/>
                        </a:buClr>
                        <a:buFont typeface="Arial" panose="020B0604020202020204" pitchFamily="34" charset="0"/>
                        <a:buNone/>
                      </a:pPr>
                      <a:r>
                        <a:rPr lang="en-GB" sz="1100" kern="1200" dirty="0">
                          <a:solidFill>
                            <a:schemeClr val="tx1"/>
                          </a:solidFill>
                        </a:rPr>
                        <a:t>Slide presentation (Career Levels 4+)</a:t>
                      </a:r>
                      <a:endParaRPr lang="en-GB" sz="1100" kern="1200" dirty="0">
                        <a:solidFill>
                          <a:schemeClr val="tx1"/>
                        </a:solidFill>
                        <a:latin typeface="+mn-lt"/>
                        <a:ea typeface="+mn-ea"/>
                        <a:cs typeface="+mn-cs"/>
                      </a:endParaRPr>
                    </a:p>
                  </a:txBody>
                  <a:tcPr/>
                </a:tc>
                <a:tc>
                  <a:txBody>
                    <a:bodyPr/>
                    <a:lstStyle/>
                    <a:p>
                      <a:pPr marL="0" indent="0">
                        <a:buClr>
                          <a:schemeClr val="bg1"/>
                        </a:buClr>
                        <a:buFont typeface="Arial" panose="020B0604020202020204" pitchFamily="34" charset="0"/>
                        <a:buNone/>
                      </a:pPr>
                      <a:r>
                        <a:rPr lang="en-GB" sz="1100" dirty="0">
                          <a:solidFill>
                            <a:schemeClr val="tx1"/>
                          </a:solidFill>
                        </a:rPr>
                        <a:t>15 minutes</a:t>
                      </a:r>
                    </a:p>
                  </a:txBody>
                  <a:tcPr/>
                </a:tc>
                <a:extLst>
                  <a:ext uri="{0D108BD9-81ED-4DB2-BD59-A6C34878D82A}">
                    <a16:rowId xmlns:a16="http://schemas.microsoft.com/office/drawing/2014/main" val="187718705"/>
                  </a:ext>
                </a:extLst>
              </a:tr>
              <a:tr h="139886">
                <a:tc>
                  <a:txBody>
                    <a:bodyPr/>
                    <a:lstStyle/>
                    <a:p>
                      <a:pPr marL="0" indent="0" algn="l" defTabSz="914400" rtl="0" eaLnBrk="1" latinLnBrk="0" hangingPunct="1">
                        <a:buClr>
                          <a:schemeClr val="bg1"/>
                        </a:buClr>
                        <a:buFont typeface="Arial" panose="020B0604020202020204" pitchFamily="34" charset="0"/>
                        <a:buNone/>
                      </a:pPr>
                      <a:r>
                        <a:rPr lang="en-GB" sz="1100" kern="1200" dirty="0">
                          <a:solidFill>
                            <a:schemeClr val="tx1"/>
                          </a:solidFill>
                        </a:rPr>
                        <a:t>Questions and answer</a:t>
                      </a:r>
                      <a:endParaRPr lang="en-GB" sz="1100" kern="1200" dirty="0">
                        <a:solidFill>
                          <a:schemeClr val="tx1"/>
                        </a:solidFill>
                        <a:latin typeface="+mn-lt"/>
                        <a:ea typeface="+mn-ea"/>
                        <a:cs typeface="+mn-cs"/>
                      </a:endParaRPr>
                    </a:p>
                  </a:txBody>
                  <a:tcPr/>
                </a:tc>
                <a:tc>
                  <a:txBody>
                    <a:bodyPr/>
                    <a:lstStyle/>
                    <a:p>
                      <a:pPr marL="0" indent="0">
                        <a:buClr>
                          <a:schemeClr val="bg1"/>
                        </a:buClr>
                        <a:buFont typeface="Arial" panose="020B0604020202020204" pitchFamily="34" charset="0"/>
                        <a:buNone/>
                      </a:pPr>
                      <a:r>
                        <a:rPr lang="en-GB" sz="1100" dirty="0">
                          <a:solidFill>
                            <a:schemeClr val="tx1"/>
                          </a:solidFill>
                        </a:rPr>
                        <a:t>15-25 minutes (may vary)</a:t>
                      </a:r>
                    </a:p>
                  </a:txBody>
                  <a:tcPr/>
                </a:tc>
                <a:extLst>
                  <a:ext uri="{0D108BD9-81ED-4DB2-BD59-A6C34878D82A}">
                    <a16:rowId xmlns:a16="http://schemas.microsoft.com/office/drawing/2014/main" val="749336090"/>
                  </a:ext>
                </a:extLst>
              </a:tr>
            </a:tbl>
          </a:graphicData>
        </a:graphic>
      </p:graphicFrame>
    </p:spTree>
    <p:extLst>
      <p:ext uri="{BB962C8B-B14F-4D97-AF65-F5344CB8AC3E}">
        <p14:creationId xmlns:p14="http://schemas.microsoft.com/office/powerpoint/2010/main" val="194559437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B49B0-FDA5-A3FA-F546-6462CCCED8D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2F80B5C-2732-24CE-9C2E-DC0514EA2908}"/>
              </a:ext>
            </a:extLst>
          </p:cNvPr>
          <p:cNvSpPr>
            <a:spLocks noGrp="1"/>
          </p:cNvSpPr>
          <p:nvPr>
            <p:ph type="title"/>
          </p:nvPr>
        </p:nvSpPr>
        <p:spPr>
          <a:xfrm>
            <a:off x="693283" y="253093"/>
            <a:ext cx="10658475" cy="532765"/>
          </a:xfrm>
        </p:spPr>
        <p:txBody>
          <a:bodyPr/>
          <a:lstStyle/>
          <a:p>
            <a:r>
              <a:rPr lang="en-CA" dirty="0"/>
              <a:t>How to prepare for your Promotion Presentation (2)</a:t>
            </a:r>
          </a:p>
        </p:txBody>
      </p:sp>
      <p:graphicFrame>
        <p:nvGraphicFramePr>
          <p:cNvPr id="3" name="Table 2">
            <a:extLst>
              <a:ext uri="{FF2B5EF4-FFF2-40B4-BE49-F238E27FC236}">
                <a16:creationId xmlns:a16="http://schemas.microsoft.com/office/drawing/2014/main" id="{85382E51-5E6A-70C6-3684-7A895D0A40D1}"/>
              </a:ext>
            </a:extLst>
          </p:cNvPr>
          <p:cNvGraphicFramePr>
            <a:graphicFrameLocks noGrp="1"/>
          </p:cNvGraphicFramePr>
          <p:nvPr>
            <p:extLst>
              <p:ext uri="{D42A27DB-BD31-4B8C-83A1-F6EECF244321}">
                <p14:modId xmlns:p14="http://schemas.microsoft.com/office/powerpoint/2010/main" val="422201063"/>
              </p:ext>
            </p:extLst>
          </p:nvPr>
        </p:nvGraphicFramePr>
        <p:xfrm>
          <a:off x="693282" y="1318623"/>
          <a:ext cx="10327278" cy="3916915"/>
        </p:xfrm>
        <a:graphic>
          <a:graphicData uri="http://schemas.openxmlformats.org/drawingml/2006/table">
            <a:tbl>
              <a:tblPr firstRow="1" bandRow="1">
                <a:tableStyleId>{5C22544A-7EE6-4342-B048-85BDC9FD1C3A}</a:tableStyleId>
              </a:tblPr>
              <a:tblGrid>
                <a:gridCol w="1956612">
                  <a:extLst>
                    <a:ext uri="{9D8B030D-6E8A-4147-A177-3AD203B41FA5}">
                      <a16:colId xmlns:a16="http://schemas.microsoft.com/office/drawing/2014/main" val="1042712576"/>
                    </a:ext>
                  </a:extLst>
                </a:gridCol>
                <a:gridCol w="2453951">
                  <a:extLst>
                    <a:ext uri="{9D8B030D-6E8A-4147-A177-3AD203B41FA5}">
                      <a16:colId xmlns:a16="http://schemas.microsoft.com/office/drawing/2014/main" val="1739049132"/>
                    </a:ext>
                  </a:extLst>
                </a:gridCol>
                <a:gridCol w="5916715">
                  <a:extLst>
                    <a:ext uri="{9D8B030D-6E8A-4147-A177-3AD203B41FA5}">
                      <a16:colId xmlns:a16="http://schemas.microsoft.com/office/drawing/2014/main" val="2175057895"/>
                    </a:ext>
                  </a:extLst>
                </a:gridCol>
              </a:tblGrid>
              <a:tr h="331057">
                <a:tc>
                  <a:txBody>
                    <a:bodyPr/>
                    <a:lstStyle/>
                    <a:p>
                      <a:r>
                        <a:rPr lang="en-GB" dirty="0"/>
                        <a:t>Slide</a:t>
                      </a:r>
                    </a:p>
                  </a:txBody>
                  <a:tcPr/>
                </a:tc>
                <a:tc>
                  <a:txBody>
                    <a:bodyPr/>
                    <a:lstStyle/>
                    <a:p>
                      <a:r>
                        <a:rPr lang="en-GB" dirty="0"/>
                        <a:t>Value</a:t>
                      </a:r>
                    </a:p>
                  </a:txBody>
                  <a:tcPr/>
                </a:tc>
                <a:tc>
                  <a:txBody>
                    <a:bodyPr/>
                    <a:lstStyle/>
                    <a:p>
                      <a:r>
                        <a:rPr lang="en-GB" dirty="0"/>
                        <a:t>Examples</a:t>
                      </a:r>
                    </a:p>
                  </a:txBody>
                  <a:tcPr/>
                </a:tc>
                <a:extLst>
                  <a:ext uri="{0D108BD9-81ED-4DB2-BD59-A6C34878D82A}">
                    <a16:rowId xmlns:a16="http://schemas.microsoft.com/office/drawing/2014/main" val="3444903098"/>
                  </a:ext>
                </a:extLst>
              </a:tr>
              <a:tr h="311365">
                <a:tc>
                  <a:txBody>
                    <a:bodyPr/>
                    <a:lstStyle/>
                    <a:p>
                      <a:r>
                        <a:rPr lang="en-GB" sz="1200" dirty="0"/>
                        <a:t>About me</a:t>
                      </a:r>
                    </a:p>
                  </a:txBody>
                  <a:tcPr/>
                </a:tc>
                <a:tc>
                  <a:txBody>
                    <a:bodyPr/>
                    <a:lstStyle/>
                    <a:p>
                      <a:r>
                        <a:rPr lang="en-GB" sz="1200" dirty="0"/>
                        <a:t>Corporate Social Responsibility</a:t>
                      </a:r>
                    </a:p>
                  </a:txBody>
                  <a:tcPr/>
                </a:tc>
                <a:tc>
                  <a:txBody>
                    <a:bodyPr/>
                    <a:lstStyle/>
                    <a:p>
                      <a:r>
                        <a:rPr lang="en-GB" sz="1200" dirty="0"/>
                        <a:t>Supporting youth group or charities</a:t>
                      </a:r>
                    </a:p>
                  </a:txBody>
                  <a:tcPr/>
                </a:tc>
                <a:extLst>
                  <a:ext uri="{0D108BD9-81ED-4DB2-BD59-A6C34878D82A}">
                    <a16:rowId xmlns:a16="http://schemas.microsoft.com/office/drawing/2014/main" val="3783009730"/>
                  </a:ext>
                </a:extLst>
              </a:tr>
              <a:tr h="311365">
                <a:tc>
                  <a:txBody>
                    <a:bodyPr/>
                    <a:lstStyle/>
                    <a:p>
                      <a:endParaRPr lang="en-GB" sz="1200" dirty="0"/>
                    </a:p>
                  </a:txBody>
                  <a:tcPr/>
                </a:tc>
                <a:tc>
                  <a:txBody>
                    <a:bodyPr/>
                    <a:lstStyle/>
                    <a:p>
                      <a:r>
                        <a:rPr lang="en-GB" sz="1200" dirty="0"/>
                        <a:t>Respect</a:t>
                      </a:r>
                    </a:p>
                  </a:txBody>
                  <a:tcPr/>
                </a:tc>
                <a:tc>
                  <a:txBody>
                    <a:bodyPr/>
                    <a:lstStyle/>
                    <a:p>
                      <a:r>
                        <a:rPr lang="en-GB" sz="1200" dirty="0"/>
                        <a:t>Working with disadvantaged neighbours in your community.</a:t>
                      </a:r>
                    </a:p>
                  </a:txBody>
                  <a:tcPr/>
                </a:tc>
                <a:extLst>
                  <a:ext uri="{0D108BD9-81ED-4DB2-BD59-A6C34878D82A}">
                    <a16:rowId xmlns:a16="http://schemas.microsoft.com/office/drawing/2014/main" val="553114174"/>
                  </a:ext>
                </a:extLst>
              </a:tr>
              <a:tr h="311365">
                <a:tc>
                  <a:txBody>
                    <a:bodyPr/>
                    <a:lstStyle/>
                    <a:p>
                      <a:r>
                        <a:rPr lang="en-GB" sz="1200" dirty="0"/>
                        <a:t>My network</a:t>
                      </a:r>
                    </a:p>
                  </a:txBody>
                  <a:tcPr/>
                </a:tc>
                <a:tc>
                  <a:txBody>
                    <a:bodyPr/>
                    <a:lstStyle/>
                    <a:p>
                      <a:r>
                        <a:rPr lang="en-GB" sz="1200" dirty="0"/>
                        <a:t>Partnership and Quality</a:t>
                      </a:r>
                    </a:p>
                  </a:txBody>
                  <a:tcPr/>
                </a:tc>
                <a:tc>
                  <a:txBody>
                    <a:bodyPr/>
                    <a:lstStyle/>
                    <a:p>
                      <a:r>
                        <a:rPr lang="en-GB" sz="1200" dirty="0"/>
                        <a:t>Working with suppliers, partners and clients</a:t>
                      </a:r>
                    </a:p>
                  </a:txBody>
                  <a:tcPr/>
                </a:tc>
                <a:extLst>
                  <a:ext uri="{0D108BD9-81ED-4DB2-BD59-A6C34878D82A}">
                    <a16:rowId xmlns:a16="http://schemas.microsoft.com/office/drawing/2014/main" val="3372833796"/>
                  </a:ext>
                </a:extLst>
              </a:tr>
              <a:tr h="413822">
                <a:tc>
                  <a:txBody>
                    <a:bodyPr/>
                    <a:lstStyle/>
                    <a:p>
                      <a:endParaRPr lang="en-GB" sz="1200"/>
                    </a:p>
                  </a:txBody>
                  <a:tcPr/>
                </a:tc>
                <a:tc>
                  <a:txBody>
                    <a:bodyPr/>
                    <a:lstStyle/>
                    <a:p>
                      <a:r>
                        <a:rPr lang="en-GB" sz="1200" dirty="0"/>
                        <a:t>Financial Strength</a:t>
                      </a:r>
                    </a:p>
                  </a:txBody>
                  <a:tcPr/>
                </a:tc>
                <a:tc>
                  <a:txBody>
                    <a:bodyPr/>
                    <a:lstStyle/>
                    <a:p>
                      <a:r>
                        <a:rPr lang="en-GB" sz="1200" dirty="0"/>
                        <a:t>Understanding the financial constraints and impacts on suppliers, partners and clients</a:t>
                      </a:r>
                    </a:p>
                  </a:txBody>
                  <a:tcPr/>
                </a:tc>
                <a:extLst>
                  <a:ext uri="{0D108BD9-81ED-4DB2-BD59-A6C34878D82A}">
                    <a16:rowId xmlns:a16="http://schemas.microsoft.com/office/drawing/2014/main" val="1458916485"/>
                  </a:ext>
                </a:extLst>
              </a:tr>
              <a:tr h="311365">
                <a:tc>
                  <a:txBody>
                    <a:bodyPr/>
                    <a:lstStyle/>
                    <a:p>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Corporate Social Responsibility</a:t>
                      </a:r>
                    </a:p>
                  </a:txBody>
                  <a:tcPr/>
                </a:tc>
                <a:tc>
                  <a:txBody>
                    <a:bodyPr/>
                    <a:lstStyle/>
                    <a:p>
                      <a:r>
                        <a:rPr lang="en-GB" sz="1200" dirty="0"/>
                        <a:t>Working with client teams on Corporate Social Responsibility projects</a:t>
                      </a:r>
                    </a:p>
                  </a:txBody>
                  <a:tcPr/>
                </a:tc>
                <a:extLst>
                  <a:ext uri="{0D108BD9-81ED-4DB2-BD59-A6C34878D82A}">
                    <a16:rowId xmlns:a16="http://schemas.microsoft.com/office/drawing/2014/main" val="1996859333"/>
                  </a:ext>
                </a:extLst>
              </a:tr>
              <a:tr h="413822">
                <a:tc>
                  <a:txBody>
                    <a:bodyPr/>
                    <a:lstStyle/>
                    <a:p>
                      <a:r>
                        <a:rPr lang="en-GB" sz="1200" dirty="0"/>
                        <a:t>My key achievements  / </a:t>
                      </a:r>
                      <a:br>
                        <a:rPr lang="en-GB" sz="1200" dirty="0"/>
                      </a:br>
                      <a:r>
                        <a:rPr lang="en-GB" sz="1200" dirty="0"/>
                        <a:t>My objectives</a:t>
                      </a:r>
                    </a:p>
                  </a:txBody>
                  <a:tcPr/>
                </a:tc>
                <a:tc>
                  <a:txBody>
                    <a:bodyPr/>
                    <a:lstStyle/>
                    <a:p>
                      <a:r>
                        <a:rPr lang="en-GB" sz="1200" dirty="0"/>
                        <a:t>Corporate Social Responsibility</a:t>
                      </a:r>
                    </a:p>
                  </a:txBody>
                  <a:tcPr/>
                </a:tc>
                <a:tc>
                  <a:txBody>
                    <a:bodyPr/>
                    <a:lstStyle/>
                    <a:p>
                      <a:r>
                        <a:rPr lang="en-GB" sz="1200" dirty="0"/>
                        <a:t>How your engagement contributes to our society (public safety, water, defence etc etc)</a:t>
                      </a:r>
                    </a:p>
                  </a:txBody>
                  <a:tcPr/>
                </a:tc>
                <a:extLst>
                  <a:ext uri="{0D108BD9-81ED-4DB2-BD59-A6C34878D82A}">
                    <a16:rowId xmlns:a16="http://schemas.microsoft.com/office/drawing/2014/main" val="2711674802"/>
                  </a:ext>
                </a:extLst>
              </a:tr>
              <a:tr h="311365">
                <a:tc>
                  <a:txBody>
                    <a:bodyPr/>
                    <a:lstStyle/>
                    <a:p>
                      <a:endParaRPr lang="en-GB" sz="1200" dirty="0"/>
                    </a:p>
                  </a:txBody>
                  <a:tcPr/>
                </a:tc>
                <a:tc>
                  <a:txBody>
                    <a:bodyPr/>
                    <a:lstStyle/>
                    <a:p>
                      <a:r>
                        <a:rPr lang="en-GB" sz="1200" dirty="0"/>
                        <a:t>Financial Strength</a:t>
                      </a:r>
                    </a:p>
                  </a:txBody>
                  <a:tcPr/>
                </a:tc>
                <a:tc>
                  <a:txBody>
                    <a:bodyPr/>
                    <a:lstStyle/>
                    <a:p>
                      <a:r>
                        <a:rPr lang="en-GB" sz="1200" dirty="0"/>
                        <a:t>On time, quality and budget delivery</a:t>
                      </a:r>
                    </a:p>
                  </a:txBody>
                  <a:tcPr/>
                </a:tc>
                <a:extLst>
                  <a:ext uri="{0D108BD9-81ED-4DB2-BD59-A6C34878D82A}">
                    <a16:rowId xmlns:a16="http://schemas.microsoft.com/office/drawing/2014/main" val="3896834564"/>
                  </a:ext>
                </a:extLst>
              </a:tr>
              <a:tr h="311365">
                <a:tc>
                  <a:txBody>
                    <a:bodyPr/>
                    <a:lstStyle/>
                    <a:p>
                      <a:endParaRPr lang="en-GB" sz="1200" dirty="0"/>
                    </a:p>
                  </a:txBody>
                  <a:tcPr/>
                </a:tc>
                <a:tc>
                  <a:txBody>
                    <a:bodyPr/>
                    <a:lstStyle/>
                    <a:p>
                      <a:r>
                        <a:rPr lang="en-GB" sz="1200" dirty="0"/>
                        <a:t>Objectivity and Integrity</a:t>
                      </a:r>
                    </a:p>
                  </a:txBody>
                  <a:tcPr/>
                </a:tc>
                <a:tc>
                  <a:txBody>
                    <a:bodyPr/>
                    <a:lstStyle/>
                    <a:p>
                      <a:r>
                        <a:rPr lang="en-GB" sz="1200" dirty="0"/>
                        <a:t>Working together in challenging times</a:t>
                      </a:r>
                    </a:p>
                  </a:txBody>
                  <a:tcPr/>
                </a:tc>
                <a:extLst>
                  <a:ext uri="{0D108BD9-81ED-4DB2-BD59-A6C34878D82A}">
                    <a16:rowId xmlns:a16="http://schemas.microsoft.com/office/drawing/2014/main" val="2999672705"/>
                  </a:ext>
                </a:extLst>
              </a:tr>
              <a:tr h="311365">
                <a:tc>
                  <a:txBody>
                    <a:bodyPr/>
                    <a:lstStyle/>
                    <a:p>
                      <a:endParaRPr lang="en-GB" sz="1200" dirty="0"/>
                    </a:p>
                  </a:txBody>
                  <a:tcPr/>
                </a:tc>
                <a:tc>
                  <a:txBody>
                    <a:bodyPr/>
                    <a:lstStyle/>
                    <a:p>
                      <a:r>
                        <a:rPr lang="en-GB" sz="1200" dirty="0"/>
                        <a:t>Respect </a:t>
                      </a:r>
                    </a:p>
                  </a:txBody>
                  <a:tcPr/>
                </a:tc>
                <a:tc>
                  <a:txBody>
                    <a:bodyPr/>
                    <a:lstStyle/>
                    <a:p>
                      <a:r>
                        <a:rPr lang="en-GB" sz="1200" dirty="0"/>
                        <a:t>When dealing with performance issues</a:t>
                      </a:r>
                    </a:p>
                  </a:txBody>
                  <a:tcPr/>
                </a:tc>
                <a:extLst>
                  <a:ext uri="{0D108BD9-81ED-4DB2-BD59-A6C34878D82A}">
                    <a16:rowId xmlns:a16="http://schemas.microsoft.com/office/drawing/2014/main" val="956678634"/>
                  </a:ext>
                </a:extLst>
              </a:tr>
              <a:tr h="311365">
                <a:tc>
                  <a:txBody>
                    <a:bodyPr/>
                    <a:lstStyle/>
                    <a:p>
                      <a:endParaRPr lang="en-GB" sz="1200" dirty="0"/>
                    </a:p>
                  </a:txBody>
                  <a:tcPr/>
                </a:tc>
                <a:tc>
                  <a:txBody>
                    <a:bodyPr/>
                    <a:lstStyle/>
                    <a:p>
                      <a:r>
                        <a:rPr lang="en-GB" sz="1200" dirty="0"/>
                        <a:t>Intrapreneurship and Sharing</a:t>
                      </a:r>
                    </a:p>
                  </a:txBody>
                  <a:tcPr/>
                </a:tc>
                <a:tc>
                  <a:txBody>
                    <a:bodyPr/>
                    <a:lstStyle/>
                    <a:p>
                      <a:r>
                        <a:rPr lang="en-GB" sz="1200" dirty="0"/>
                        <a:t>Improvement ideas you have implemented, examples of sharing your knowledge with others</a:t>
                      </a:r>
                    </a:p>
                  </a:txBody>
                  <a:tcPr/>
                </a:tc>
                <a:extLst>
                  <a:ext uri="{0D108BD9-81ED-4DB2-BD59-A6C34878D82A}">
                    <a16:rowId xmlns:a16="http://schemas.microsoft.com/office/drawing/2014/main" val="1828300018"/>
                  </a:ext>
                </a:extLst>
              </a:tr>
            </a:tbl>
          </a:graphicData>
        </a:graphic>
      </p:graphicFrame>
      <p:sp>
        <p:nvSpPr>
          <p:cNvPr id="8" name="TextBox 7">
            <a:extLst>
              <a:ext uri="{FF2B5EF4-FFF2-40B4-BE49-F238E27FC236}">
                <a16:creationId xmlns:a16="http://schemas.microsoft.com/office/drawing/2014/main" id="{222F6771-E923-AB37-9968-761CE54AB5DF}"/>
              </a:ext>
            </a:extLst>
          </p:cNvPr>
          <p:cNvSpPr txBox="1"/>
          <p:nvPr/>
        </p:nvSpPr>
        <p:spPr>
          <a:xfrm>
            <a:off x="693283" y="785858"/>
            <a:ext cx="10492876" cy="819422"/>
          </a:xfrm>
          <a:prstGeom prst="rect">
            <a:avLst/>
          </a:prstGeom>
        </p:spPr>
        <p:txBody>
          <a:bodyPr vert="horz" wrap="square" lIns="0" tIns="0" rIns="0" bIns="0" rtlCol="0" anchor="t" anchorCtr="0">
            <a:normAutofit/>
          </a:bodyPr>
          <a:lstStyle/>
          <a:p>
            <a:pPr algn="l"/>
            <a:r>
              <a:rPr lang="en-GB" sz="1400" dirty="0"/>
              <a:t>Our CGI Values are fundamental to the way we work, so you are encouraged to reference these throughout your presentation, as appropriate.  Below are some examples where you might show you’ve demonstrated the Values.</a:t>
            </a:r>
          </a:p>
        </p:txBody>
      </p:sp>
      <p:sp>
        <p:nvSpPr>
          <p:cNvPr id="9" name="TextBox 8">
            <a:extLst>
              <a:ext uri="{FF2B5EF4-FFF2-40B4-BE49-F238E27FC236}">
                <a16:creationId xmlns:a16="http://schemas.microsoft.com/office/drawing/2014/main" id="{BD46ADB6-67D5-D528-1E16-D867762BCB22}"/>
              </a:ext>
            </a:extLst>
          </p:cNvPr>
          <p:cNvSpPr txBox="1"/>
          <p:nvPr/>
        </p:nvSpPr>
        <p:spPr>
          <a:xfrm>
            <a:off x="693283" y="5405120"/>
            <a:ext cx="10411597" cy="753084"/>
          </a:xfrm>
          <a:prstGeom prst="rect">
            <a:avLst/>
          </a:prstGeom>
        </p:spPr>
        <p:txBody>
          <a:bodyPr vert="horz" wrap="square" lIns="0" tIns="0" rIns="0" bIns="0" rtlCol="0" anchor="t" anchorCtr="0">
            <a:normAutofit/>
          </a:bodyPr>
          <a:lstStyle/>
          <a:p>
            <a:pPr algn="l"/>
            <a:endParaRPr lang="en-GB" dirty="0"/>
          </a:p>
        </p:txBody>
      </p:sp>
    </p:spTree>
    <p:extLst>
      <p:ext uri="{BB962C8B-B14F-4D97-AF65-F5344CB8AC3E}">
        <p14:creationId xmlns:p14="http://schemas.microsoft.com/office/powerpoint/2010/main" val="421139242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prstGeom prst="rect">
            <a:avLst/>
          </a:prstGeom>
        </p:spPr>
        <p:txBody>
          <a:bodyPr/>
          <a:lstStyle/>
          <a:p>
            <a:r>
              <a:rPr lang="en-GB" dirty="0"/>
              <a:t>About </a:t>
            </a:r>
            <a:r>
              <a:rPr lang="en-GB" b="1" dirty="0"/>
              <a:t>me</a:t>
            </a:r>
            <a:r>
              <a:rPr lang="en-GB" dirty="0"/>
              <a:t>...</a:t>
            </a:r>
          </a:p>
        </p:txBody>
      </p:sp>
      <p:sp>
        <p:nvSpPr>
          <p:cNvPr id="4" name="Content Placeholder 3"/>
          <p:cNvSpPr>
            <a:spLocks noGrp="1"/>
          </p:cNvSpPr>
          <p:nvPr>
            <p:ph sz="quarter" idx="17"/>
          </p:nvPr>
        </p:nvSpPr>
        <p:spPr>
          <a:xfrm>
            <a:off x="755963" y="833737"/>
            <a:ext cx="10658475" cy="5599771"/>
          </a:xfrm>
          <a:prstGeom prst="rect">
            <a:avLst/>
          </a:prstGeom>
        </p:spPr>
        <p:txBody>
          <a:bodyPr>
            <a:noAutofit/>
          </a:bodyPr>
          <a:lstStyle/>
          <a:p>
            <a:endParaRPr lang="en-GB" sz="1600" dirty="0"/>
          </a:p>
          <a:p>
            <a:r>
              <a:rPr lang="en-GB" sz="1600" dirty="0"/>
              <a:t>Use this slide to help the promotion panel know more about you – you can be creative and use graphics and photos to explain your narrative.</a:t>
            </a:r>
          </a:p>
          <a:p>
            <a:endParaRPr lang="en-GB" sz="1600" dirty="0"/>
          </a:p>
          <a:p>
            <a:r>
              <a:rPr lang="en-GB" sz="1600" dirty="0"/>
              <a:t>The panel will </a:t>
            </a:r>
            <a:r>
              <a:rPr lang="en-GB" sz="1600" b="1" dirty="0"/>
              <a:t>want to know a little bit more about you </a:t>
            </a:r>
            <a:r>
              <a:rPr lang="en-GB" sz="1600" dirty="0"/>
              <a:t>so that they can see what transferable skills you may have that you could incorporate into your role. </a:t>
            </a:r>
          </a:p>
          <a:p>
            <a:r>
              <a:rPr lang="en-GB" sz="1600" dirty="0"/>
              <a:t>For example:</a:t>
            </a:r>
          </a:p>
          <a:p>
            <a:pPr marL="285750" indent="-285750">
              <a:buFont typeface="Arial" panose="020B0604020202020204" pitchFamily="34" charset="0"/>
              <a:buChar char="•"/>
            </a:pPr>
            <a:r>
              <a:rPr lang="en-GB" sz="1600" dirty="0"/>
              <a:t>You may lead/coach a group outside of work that provide you with the skills to further leadership in the workplace, perhaps include a photo.</a:t>
            </a:r>
          </a:p>
          <a:p>
            <a:pPr marL="285750" indent="-285750">
              <a:buFont typeface="Arial" panose="020B0604020202020204" pitchFamily="34" charset="0"/>
              <a:buChar char="•"/>
            </a:pPr>
            <a:r>
              <a:rPr lang="en-GB" sz="1600" dirty="0"/>
              <a:t>You might do something outside of work that would fulfil your Corporate Social Responsibility (CSR) objective.</a:t>
            </a:r>
          </a:p>
          <a:p>
            <a:endParaRPr lang="en-GB" sz="1600" dirty="0"/>
          </a:p>
          <a:p>
            <a:r>
              <a:rPr lang="en-GB" sz="1600" b="1" dirty="0"/>
              <a:t>What else are we looking for?</a:t>
            </a:r>
          </a:p>
          <a:p>
            <a:pPr marL="285750" indent="-285750">
              <a:buFontTx/>
              <a:buChar char="•"/>
            </a:pPr>
            <a:r>
              <a:rPr lang="en-GB" sz="1600" dirty="0"/>
              <a:t>What projects have you worked on over the last year or two, providing a high-level overview, which will give the promotion panel an insight into your career journey to date. </a:t>
            </a:r>
          </a:p>
          <a:p>
            <a:pPr marL="285750" indent="-285750">
              <a:buFontTx/>
              <a:buChar char="•"/>
            </a:pPr>
            <a:r>
              <a:rPr lang="en-GB" sz="1600" b="1" dirty="0"/>
              <a:t>What motivates you? </a:t>
            </a:r>
            <a:r>
              <a:rPr lang="en-GB" sz="1600" dirty="0"/>
              <a:t>This will help the promotion panel understand what you enjoy about your job, and when you get to the section about future ambitions, they will have an understanding of what motivates you so they can suggest relevant support. This is a short answer about motivation.</a:t>
            </a:r>
          </a:p>
          <a:p>
            <a:pPr marL="285750" indent="-285750">
              <a:buFontTx/>
              <a:buChar char="•"/>
            </a:pPr>
            <a:r>
              <a:rPr lang="en-GB" sz="1600" b="1" dirty="0"/>
              <a:t>What expertise do you have that you feel sets you apart from others </a:t>
            </a:r>
            <a:r>
              <a:rPr lang="en-GB" sz="1600" dirty="0"/>
              <a:t>(Technical or soft skills are relevant). Again, a short answer please – more detail can be provided under achievements later on</a:t>
            </a:r>
            <a:r>
              <a:rPr lang="en-GB" sz="1600" i="1" dirty="0"/>
              <a:t>.</a:t>
            </a:r>
          </a:p>
          <a:p>
            <a:pPr marL="285750" indent="-285750">
              <a:buFontTx/>
              <a:buChar char="•"/>
            </a:pPr>
            <a:endParaRPr lang="en-GB" sz="1600" i="1" dirty="0"/>
          </a:p>
          <a:p>
            <a:pPr marL="285750" indent="-285750">
              <a:buFontTx/>
              <a:buChar char="•"/>
            </a:pPr>
            <a:endParaRPr lang="en-GB" sz="1600" i="1" dirty="0"/>
          </a:p>
        </p:txBody>
      </p:sp>
    </p:spTree>
    <p:extLst>
      <p:ext uri="{BB962C8B-B14F-4D97-AF65-F5344CB8AC3E}">
        <p14:creationId xmlns:p14="http://schemas.microsoft.com/office/powerpoint/2010/main" val="1562614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5737" y="273034"/>
            <a:ext cx="10676438" cy="531097"/>
          </a:xfrm>
        </p:spPr>
        <p:txBody>
          <a:bodyPr/>
          <a:lstStyle/>
          <a:p>
            <a:r>
              <a:rPr lang="en-GB" dirty="0"/>
              <a:t>My network</a:t>
            </a:r>
          </a:p>
        </p:txBody>
      </p:sp>
      <p:sp>
        <p:nvSpPr>
          <p:cNvPr id="4" name="Rectangle 3"/>
          <p:cNvSpPr/>
          <p:nvPr/>
        </p:nvSpPr>
        <p:spPr>
          <a:xfrm>
            <a:off x="765736" y="840968"/>
            <a:ext cx="10566659" cy="5524589"/>
          </a:xfrm>
          <a:prstGeom prst="rect">
            <a:avLst/>
          </a:prstGeom>
        </p:spPr>
        <p:txBody>
          <a:bodyPr wrap="square">
            <a:spAutoFit/>
          </a:bodyPr>
          <a:lstStyle/>
          <a:p>
            <a:pPr>
              <a:spcBef>
                <a:spcPts val="600"/>
              </a:spcBef>
              <a:buClr>
                <a:schemeClr val="tx1"/>
              </a:buClr>
              <a:buSzPct val="110000"/>
            </a:pPr>
            <a:r>
              <a:rPr lang="en-GB" sz="1600" dirty="0">
                <a:latin typeface="Arial" pitchFamily="34" charset="0"/>
              </a:rPr>
              <a:t>The promotion panel want to be able to understand your role in your current assignment, to </a:t>
            </a:r>
            <a:r>
              <a:rPr lang="en-GB" sz="1600" b="1" dirty="0">
                <a:latin typeface="Arial" pitchFamily="34" charset="0"/>
              </a:rPr>
              <a:t>establish your level of responsibility, leadership and accountability.</a:t>
            </a:r>
          </a:p>
          <a:p>
            <a:pPr marL="285750" indent="-285750">
              <a:spcBef>
                <a:spcPts val="600"/>
              </a:spcBef>
              <a:buClr>
                <a:schemeClr val="tx1"/>
              </a:buClr>
              <a:buSzPct val="110000"/>
              <a:buFont typeface="Arial" panose="020B0604020202020204" pitchFamily="34" charset="0"/>
              <a:buChar char="•"/>
            </a:pPr>
            <a:r>
              <a:rPr lang="en-GB" sz="1600" dirty="0">
                <a:latin typeface="Arial" pitchFamily="34" charset="0"/>
              </a:rPr>
              <a:t>To whom do you report/who reports to you?</a:t>
            </a:r>
          </a:p>
          <a:p>
            <a:pPr marL="285750" indent="-285750">
              <a:spcBef>
                <a:spcPts val="600"/>
              </a:spcBef>
              <a:buClr>
                <a:schemeClr val="tx1"/>
              </a:buClr>
              <a:buSzPct val="110000"/>
              <a:buFont typeface="Arial" panose="020B0604020202020204" pitchFamily="34" charset="0"/>
              <a:buChar char="•"/>
            </a:pPr>
            <a:r>
              <a:rPr lang="en-GB" sz="1600" dirty="0">
                <a:latin typeface="Arial" pitchFamily="34" charset="0"/>
              </a:rPr>
              <a:t>Your key responsibilities and deliverables</a:t>
            </a:r>
          </a:p>
          <a:p>
            <a:pPr marL="285750" indent="-285750">
              <a:spcBef>
                <a:spcPts val="600"/>
              </a:spcBef>
              <a:buClr>
                <a:schemeClr val="tx1"/>
              </a:buClr>
              <a:buSzPct val="110000"/>
              <a:buFont typeface="Arial" panose="020B0604020202020204" pitchFamily="34" charset="0"/>
              <a:buChar char="•"/>
            </a:pPr>
            <a:r>
              <a:rPr lang="en-GB" sz="1600" dirty="0">
                <a:latin typeface="Arial" pitchFamily="34" charset="0"/>
              </a:rPr>
              <a:t>Your key client interactions</a:t>
            </a:r>
          </a:p>
          <a:p>
            <a:pPr>
              <a:spcBef>
                <a:spcPts val="600"/>
              </a:spcBef>
              <a:buClr>
                <a:schemeClr val="tx1"/>
              </a:buClr>
              <a:buSzPct val="110000"/>
            </a:pPr>
            <a:endParaRPr lang="en-GB" sz="1600" dirty="0">
              <a:latin typeface="Arial" pitchFamily="34" charset="0"/>
            </a:endParaRPr>
          </a:p>
          <a:p>
            <a:pPr>
              <a:spcBef>
                <a:spcPts val="600"/>
              </a:spcBef>
              <a:buClr>
                <a:schemeClr val="tx1"/>
              </a:buClr>
              <a:buSzPct val="110000"/>
            </a:pPr>
            <a:r>
              <a:rPr lang="en-GB" sz="1600" dirty="0">
                <a:latin typeface="Arial" pitchFamily="34" charset="0"/>
              </a:rPr>
              <a:t>The promotion panel are looking for evidence that you meet the criteria against the Generic Level Description and the Career Level Definition (CLD). Your response on this slide will provide certain aspects of that. </a:t>
            </a:r>
          </a:p>
          <a:p>
            <a:pPr>
              <a:spcBef>
                <a:spcPts val="600"/>
              </a:spcBef>
              <a:buClr>
                <a:schemeClr val="tx1"/>
              </a:buClr>
              <a:buSzPct val="110000"/>
            </a:pPr>
            <a:endParaRPr lang="en-GB" sz="1600" dirty="0">
              <a:latin typeface="Arial" pitchFamily="34" charset="0"/>
            </a:endParaRPr>
          </a:p>
          <a:p>
            <a:pPr>
              <a:spcBef>
                <a:spcPts val="600"/>
              </a:spcBef>
              <a:buClr>
                <a:schemeClr val="tx1"/>
              </a:buClr>
              <a:buSzPct val="110000"/>
            </a:pPr>
            <a:r>
              <a:rPr lang="en-GB" sz="1600" dirty="0">
                <a:latin typeface="Arial" pitchFamily="34" charset="0"/>
              </a:rPr>
              <a:t>For Project/Service/Programme Managers, please include:</a:t>
            </a:r>
          </a:p>
          <a:p>
            <a:pPr marL="285750" indent="-285750">
              <a:spcBef>
                <a:spcPts val="600"/>
              </a:spcBef>
              <a:buClr>
                <a:schemeClr val="tx1"/>
              </a:buClr>
              <a:buSzPct val="110000"/>
              <a:buFont typeface="Arial" panose="020B0604020202020204" pitchFamily="34" charset="0"/>
              <a:buChar char="•"/>
            </a:pPr>
            <a:r>
              <a:rPr lang="en-GB" sz="1600" dirty="0">
                <a:latin typeface="Arial" pitchFamily="34" charset="0"/>
              </a:rPr>
              <a:t>Size of project in financial terms – revenue, margin etc</a:t>
            </a:r>
          </a:p>
          <a:p>
            <a:pPr marL="285750" indent="-285750">
              <a:spcBef>
                <a:spcPts val="600"/>
              </a:spcBef>
              <a:buClr>
                <a:schemeClr val="tx1"/>
              </a:buClr>
              <a:buSzPct val="110000"/>
              <a:buFont typeface="Arial" panose="020B0604020202020204" pitchFamily="34" charset="0"/>
              <a:buChar char="•"/>
            </a:pPr>
            <a:r>
              <a:rPr lang="en-GB" sz="1600" dirty="0">
                <a:latin typeface="Arial" pitchFamily="34" charset="0"/>
              </a:rPr>
              <a:t>Team profile – CGI, client, partner, supplier</a:t>
            </a:r>
          </a:p>
          <a:p>
            <a:pPr marL="285750" indent="-285750">
              <a:spcBef>
                <a:spcPts val="600"/>
              </a:spcBef>
              <a:buClr>
                <a:schemeClr val="tx1"/>
              </a:buClr>
              <a:buSzPct val="110000"/>
              <a:buFont typeface="Arial" panose="020B0604020202020204" pitchFamily="34" charset="0"/>
              <a:buChar char="•"/>
            </a:pPr>
            <a:r>
              <a:rPr lang="en-GB" sz="1600" dirty="0">
                <a:latin typeface="Arial" pitchFamily="34" charset="0"/>
              </a:rPr>
              <a:t>Any specific features/challenges</a:t>
            </a:r>
          </a:p>
          <a:p>
            <a:pPr marL="285750" indent="-285750">
              <a:spcBef>
                <a:spcPts val="600"/>
              </a:spcBef>
              <a:buClr>
                <a:schemeClr val="tx1"/>
              </a:buClr>
              <a:buSzPct val="110000"/>
              <a:buFont typeface="Arial" panose="020B0604020202020204" pitchFamily="34" charset="0"/>
              <a:buChar char="•"/>
            </a:pPr>
            <a:r>
              <a:rPr lang="en-GB" sz="1600" dirty="0">
                <a:latin typeface="Arial" pitchFamily="34" charset="0"/>
              </a:rPr>
              <a:t>Other related projects/programmes/services</a:t>
            </a:r>
          </a:p>
          <a:p>
            <a:pPr>
              <a:spcBef>
                <a:spcPts val="600"/>
              </a:spcBef>
              <a:buClr>
                <a:schemeClr val="tx1"/>
              </a:buClr>
              <a:buSzPct val="110000"/>
            </a:pPr>
            <a:endParaRPr lang="en-GB" sz="1600" dirty="0">
              <a:latin typeface="Arial" pitchFamily="34" charset="0"/>
            </a:endParaRPr>
          </a:p>
          <a:p>
            <a:pPr>
              <a:spcBef>
                <a:spcPts val="600"/>
              </a:spcBef>
              <a:buClr>
                <a:schemeClr val="tx1"/>
              </a:buClr>
              <a:buSzPct val="110000"/>
            </a:pPr>
            <a:r>
              <a:rPr lang="en-GB" sz="1600" dirty="0"/>
              <a:t>If you wish, you can provide an </a:t>
            </a:r>
            <a:r>
              <a:rPr lang="en-GB" sz="1600" b="1" dirty="0"/>
              <a:t>organisation chart </a:t>
            </a:r>
            <a:r>
              <a:rPr lang="en-GB" sz="1600" dirty="0"/>
              <a:t>of your </a:t>
            </a:r>
            <a:r>
              <a:rPr lang="en-GB" sz="1600" b="1" dirty="0"/>
              <a:t>current </a:t>
            </a:r>
            <a:r>
              <a:rPr lang="en-GB" sz="1600" dirty="0"/>
              <a:t>network, incorporating any client, sector, BU, SBU interaction. This could include project connections, DE&amp;I Networks, Career Family Communities, professional or client networks, Corporate Social Responsibility (CSR) connections.</a:t>
            </a:r>
            <a:endParaRPr lang="en-GB" sz="1600" dirty="0">
              <a:latin typeface="Arial" pitchFamily="34" charset="0"/>
            </a:endParaRPr>
          </a:p>
        </p:txBody>
      </p:sp>
    </p:spTree>
    <p:extLst>
      <p:ext uri="{BB962C8B-B14F-4D97-AF65-F5344CB8AC3E}">
        <p14:creationId xmlns:p14="http://schemas.microsoft.com/office/powerpoint/2010/main" val="4024045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6762" y="143542"/>
            <a:ext cx="10658475" cy="541112"/>
          </a:xfrm>
          <a:prstGeom prst="rect">
            <a:avLst/>
          </a:prstGeom>
        </p:spPr>
        <p:txBody>
          <a:bodyPr/>
          <a:lstStyle/>
          <a:p>
            <a:r>
              <a:rPr lang="en-GB" dirty="0"/>
              <a:t>My key achievements</a:t>
            </a:r>
          </a:p>
        </p:txBody>
      </p:sp>
      <p:sp>
        <p:nvSpPr>
          <p:cNvPr id="2" name="Content Placeholder 1"/>
          <p:cNvSpPr>
            <a:spLocks noGrp="1"/>
          </p:cNvSpPr>
          <p:nvPr>
            <p:ph sz="quarter" idx="17"/>
          </p:nvPr>
        </p:nvSpPr>
        <p:spPr>
          <a:xfrm>
            <a:off x="766761" y="798687"/>
            <a:ext cx="10658475" cy="5553127"/>
          </a:xfrm>
          <a:prstGeom prst="rect">
            <a:avLst/>
          </a:prstGeom>
        </p:spPr>
        <p:txBody>
          <a:bodyPr>
            <a:noAutofit/>
          </a:bodyPr>
          <a:lstStyle/>
          <a:p>
            <a:r>
              <a:rPr lang="en-GB" sz="1200" dirty="0">
                <a:latin typeface="+mn-lt"/>
              </a:rPr>
              <a:t>Use this slide to tell us about your key achievements, focussing on the last year or so and how these demonstrate your capability at the next Career Level. </a:t>
            </a:r>
          </a:p>
          <a:p>
            <a:r>
              <a:rPr lang="en-GB" sz="1200" dirty="0">
                <a:latin typeface="+mn-lt"/>
              </a:rPr>
              <a:t>This is an opportunity for you to provide your evidence that you meet the criteria of </a:t>
            </a:r>
            <a:r>
              <a:rPr lang="en-GB" sz="1200" dirty="0">
                <a:latin typeface="Arial" pitchFamily="34" charset="0"/>
              </a:rPr>
              <a:t>Generic Level Description (GLD) and the Career Level Description (CLD) . </a:t>
            </a:r>
          </a:p>
          <a:p>
            <a:endParaRPr lang="en-GB" sz="1200" dirty="0">
              <a:latin typeface="+mn-lt"/>
            </a:endParaRPr>
          </a:p>
          <a:p>
            <a:r>
              <a:rPr lang="en-GB" sz="1200" dirty="0">
                <a:latin typeface="+mn-lt"/>
              </a:rPr>
              <a:t>Please use the </a:t>
            </a:r>
            <a:r>
              <a:rPr lang="en-GB" sz="1200" b="1" dirty="0">
                <a:latin typeface="+mn-lt"/>
              </a:rPr>
              <a:t>Career Level Definition </a:t>
            </a:r>
            <a:r>
              <a:rPr lang="en-GB" sz="1200" dirty="0">
                <a:latin typeface="+mn-lt"/>
              </a:rPr>
              <a:t>for the ‘next’ level as your starting point.</a:t>
            </a:r>
          </a:p>
          <a:p>
            <a:pPr marL="285750" indent="-285750">
              <a:buFont typeface="Arial" panose="020B0604020202020204" pitchFamily="34" charset="0"/>
              <a:buChar char="•"/>
            </a:pPr>
            <a:r>
              <a:rPr lang="en-GB" sz="1200" dirty="0">
                <a:latin typeface="+mn-lt"/>
              </a:rPr>
              <a:t>Compare your capability against the criteria in the CLD and GLD..</a:t>
            </a:r>
          </a:p>
          <a:p>
            <a:pPr marL="285750" indent="-285750">
              <a:buFont typeface="Arial" panose="020B0604020202020204" pitchFamily="34" charset="0"/>
              <a:buChar char="•"/>
            </a:pPr>
            <a:r>
              <a:rPr lang="en-GB" sz="1200" dirty="0">
                <a:latin typeface="+mn-lt"/>
              </a:rPr>
              <a:t>You must meet at least 80% of the criteria to be able to be nominated, and it is sensible to know your plan of how you intend to fill any gaps in that remaining 20% in case you are asked in the QA session at the end of the panel.</a:t>
            </a:r>
          </a:p>
          <a:p>
            <a:pPr marL="285750" indent="-285750">
              <a:buFont typeface="Arial" panose="020B0604020202020204" pitchFamily="34" charset="0"/>
              <a:buChar char="•"/>
            </a:pPr>
            <a:endParaRPr lang="en-GB" sz="1200" dirty="0"/>
          </a:p>
          <a:p>
            <a:r>
              <a:rPr lang="en-GB" sz="1200" dirty="0"/>
              <a:t>We encourage you to structure this around the three </a:t>
            </a:r>
            <a:r>
              <a:rPr lang="en-GB" sz="1200" b="1" dirty="0">
                <a:hlinkClick r:id="rId2"/>
              </a:rPr>
              <a:t>CGI stakeholders</a:t>
            </a:r>
            <a:r>
              <a:rPr lang="en-GB" sz="1200" b="1" dirty="0"/>
              <a:t>, </a:t>
            </a:r>
            <a:r>
              <a:rPr lang="en-GB" sz="1200" dirty="0"/>
              <a:t>this will highlight your ability to balance the needs of the 3 stakeholders</a:t>
            </a:r>
            <a:endParaRPr lang="en-GB" sz="1200" b="1" dirty="0"/>
          </a:p>
          <a:p>
            <a:pPr marL="285750" indent="-285750">
              <a:buFont typeface="Arial" panose="020B0604020202020204" pitchFamily="34" charset="0"/>
              <a:buChar char="•"/>
            </a:pPr>
            <a:r>
              <a:rPr lang="en-GB" sz="1200" dirty="0"/>
              <a:t>Clients</a:t>
            </a:r>
          </a:p>
          <a:p>
            <a:pPr marL="285750" indent="-285750">
              <a:buFont typeface="Arial" panose="020B0604020202020204" pitchFamily="34" charset="0"/>
              <a:buChar char="•"/>
            </a:pPr>
            <a:r>
              <a:rPr lang="en-GB" sz="1200" dirty="0"/>
              <a:t>CGI Partners</a:t>
            </a:r>
          </a:p>
          <a:p>
            <a:pPr marL="285750" indent="-285750">
              <a:buFont typeface="Arial" panose="020B0604020202020204" pitchFamily="34" charset="0"/>
              <a:buChar char="•"/>
            </a:pPr>
            <a:r>
              <a:rPr lang="en-GB" sz="1200" dirty="0"/>
              <a:t>Shareholders</a:t>
            </a:r>
          </a:p>
          <a:p>
            <a:endParaRPr lang="en-GB" sz="1200" dirty="0"/>
          </a:p>
          <a:p>
            <a:r>
              <a:rPr lang="en-GB" sz="1200" dirty="0"/>
              <a:t>We’re keen to hear about  specific examples and achievements, </a:t>
            </a:r>
          </a:p>
          <a:p>
            <a:r>
              <a:rPr lang="en-GB" sz="1200" dirty="0"/>
              <a:t>focus on some key aspects. </a:t>
            </a:r>
          </a:p>
          <a:p>
            <a:r>
              <a:rPr lang="en-GB" sz="1200" dirty="0"/>
              <a:t>You could use the </a:t>
            </a:r>
            <a:r>
              <a:rPr lang="en-GB" sz="1200" b="1" dirty="0"/>
              <a:t>STAR</a:t>
            </a:r>
            <a:r>
              <a:rPr lang="en-GB" sz="1200" dirty="0"/>
              <a:t> technique shown here:</a:t>
            </a:r>
          </a:p>
          <a:p>
            <a:endParaRPr lang="en-GB" sz="1200" dirty="0"/>
          </a:p>
          <a:p>
            <a:r>
              <a:rPr lang="en-GB" sz="1200" dirty="0"/>
              <a:t>This will help the panel gather the evidence they need to ensure you meet the criteria in the CLD and GLD that are applicable to your desired level in the career framework.</a:t>
            </a:r>
          </a:p>
          <a:p>
            <a:endParaRPr lang="en-GB" sz="1200" dirty="0"/>
          </a:p>
          <a:p>
            <a:r>
              <a:rPr lang="en-GB" sz="1200" dirty="0"/>
              <a:t>What has been the impact of these achievements:</a:t>
            </a:r>
          </a:p>
          <a:p>
            <a:pPr marL="285750" indent="-285750">
              <a:buFontTx/>
              <a:buChar char="•"/>
            </a:pPr>
            <a:r>
              <a:rPr lang="en-GB" sz="1200" dirty="0"/>
              <a:t>For you ? And for CGI?</a:t>
            </a:r>
          </a:p>
        </p:txBody>
      </p:sp>
      <p:graphicFrame>
        <p:nvGraphicFramePr>
          <p:cNvPr id="5" name="Table 4">
            <a:extLst>
              <a:ext uri="{FF2B5EF4-FFF2-40B4-BE49-F238E27FC236}">
                <a16:creationId xmlns:a16="http://schemas.microsoft.com/office/drawing/2014/main" id="{5896FCC2-528E-9C43-B37A-9EB5F64EEF76}"/>
              </a:ext>
            </a:extLst>
          </p:cNvPr>
          <p:cNvGraphicFramePr>
            <a:graphicFrameLocks noGrp="1"/>
          </p:cNvGraphicFramePr>
          <p:nvPr>
            <p:extLst>
              <p:ext uri="{D42A27DB-BD31-4B8C-83A1-F6EECF244321}">
                <p14:modId xmlns:p14="http://schemas.microsoft.com/office/powerpoint/2010/main" val="3887988427"/>
              </p:ext>
            </p:extLst>
          </p:nvPr>
        </p:nvGraphicFramePr>
        <p:xfrm>
          <a:off x="5430836" y="3165118"/>
          <a:ext cx="5994400" cy="1451315"/>
        </p:xfrm>
        <a:graphic>
          <a:graphicData uri="http://schemas.openxmlformats.org/drawingml/2006/table">
            <a:tbl>
              <a:tblPr/>
              <a:tblGrid>
                <a:gridCol w="609277">
                  <a:extLst>
                    <a:ext uri="{9D8B030D-6E8A-4147-A177-3AD203B41FA5}">
                      <a16:colId xmlns:a16="http://schemas.microsoft.com/office/drawing/2014/main" val="4163981389"/>
                    </a:ext>
                  </a:extLst>
                </a:gridCol>
                <a:gridCol w="786983">
                  <a:extLst>
                    <a:ext uri="{9D8B030D-6E8A-4147-A177-3AD203B41FA5}">
                      <a16:colId xmlns:a16="http://schemas.microsoft.com/office/drawing/2014/main" val="552010626"/>
                    </a:ext>
                  </a:extLst>
                </a:gridCol>
                <a:gridCol w="4598140">
                  <a:extLst>
                    <a:ext uri="{9D8B030D-6E8A-4147-A177-3AD203B41FA5}">
                      <a16:colId xmlns:a16="http://schemas.microsoft.com/office/drawing/2014/main" val="2946710910"/>
                    </a:ext>
                  </a:extLst>
                </a:gridCol>
              </a:tblGrid>
              <a:tr h="365465">
                <a:tc>
                  <a:txBody>
                    <a:bodyPr/>
                    <a:lstStyle/>
                    <a:p>
                      <a:pPr algn="ctr" fontAlgn="b"/>
                      <a:r>
                        <a:rPr lang="en-GB" sz="2200" b="0" i="0" u="none" strike="noStrike" dirty="0">
                          <a:solidFill>
                            <a:srgbClr val="000000"/>
                          </a:solidFill>
                          <a:effectLst/>
                          <a:latin typeface="+mn-lt"/>
                        </a:rPr>
                        <a: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200" b="0" i="0" u="none" strike="noStrike" dirty="0">
                          <a:solidFill>
                            <a:srgbClr val="000000"/>
                          </a:solidFill>
                          <a:effectLst/>
                          <a:latin typeface="+mn-lt"/>
                        </a:rPr>
                        <a:t>Situation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100" b="0" i="0" u="none" strike="noStrike">
                          <a:solidFill>
                            <a:srgbClr val="000000"/>
                          </a:solidFill>
                          <a:effectLst/>
                          <a:latin typeface="+mn-lt"/>
                        </a:rPr>
                        <a:t>Detail the background. Provide a context, Where? When?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8245480"/>
                  </a:ext>
                </a:extLst>
              </a:tr>
              <a:tr h="361950">
                <a:tc>
                  <a:txBody>
                    <a:bodyPr/>
                    <a:lstStyle/>
                    <a:p>
                      <a:pPr algn="ctr" fontAlgn="b"/>
                      <a:r>
                        <a:rPr lang="en-GB" sz="2200" b="0" i="0" u="none" strike="noStrike">
                          <a:solidFill>
                            <a:srgbClr val="000000"/>
                          </a:solidFill>
                          <a:effectLst/>
                          <a:latin typeface="+mn-lt"/>
                        </a:rPr>
                        <a:t>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200" b="0" i="0" u="none" strike="noStrike" dirty="0">
                          <a:solidFill>
                            <a:srgbClr val="000000"/>
                          </a:solidFill>
                          <a:effectLst/>
                          <a:latin typeface="+mn-lt"/>
                        </a:rPr>
                        <a:t>Task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100" b="0" i="0" u="none" strike="noStrike" dirty="0">
                          <a:solidFill>
                            <a:srgbClr val="000000"/>
                          </a:solidFill>
                          <a:effectLst/>
                          <a:latin typeface="+mn-lt"/>
                        </a:rPr>
                        <a:t>Describe the challenge and expectations. What needed to be done? Why?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1878778"/>
                  </a:ext>
                </a:extLst>
              </a:tr>
              <a:tr h="361950">
                <a:tc>
                  <a:txBody>
                    <a:bodyPr/>
                    <a:lstStyle/>
                    <a:p>
                      <a:pPr algn="ctr" fontAlgn="b"/>
                      <a:r>
                        <a:rPr lang="en-GB" sz="2200" b="0" i="0" u="none" strike="noStrike" dirty="0">
                          <a:solidFill>
                            <a:srgbClr val="000000"/>
                          </a:solidFill>
                          <a:effectLst/>
                          <a:latin typeface="+mn-lt"/>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200" b="0" i="0" u="none" strike="noStrike" dirty="0">
                          <a:solidFill>
                            <a:srgbClr val="000000"/>
                          </a:solidFill>
                          <a:effectLst/>
                          <a:latin typeface="+mn-lt"/>
                        </a:rPr>
                        <a:t>Action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100" b="0" i="0" u="none" strike="noStrike" dirty="0">
                          <a:solidFill>
                            <a:srgbClr val="000000"/>
                          </a:solidFill>
                          <a:effectLst/>
                          <a:latin typeface="+mn-lt"/>
                        </a:rPr>
                        <a:t>Elaborate YOUR specific action. What did you do? How? What tools did you use?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0614562"/>
                  </a:ext>
                </a:extLst>
              </a:tr>
              <a:tr h="361950">
                <a:tc>
                  <a:txBody>
                    <a:bodyPr/>
                    <a:lstStyle/>
                    <a:p>
                      <a:pPr algn="ctr" fontAlgn="b"/>
                      <a:r>
                        <a:rPr lang="en-GB" sz="2200" b="0" i="0" u="none" strike="noStrike" dirty="0">
                          <a:solidFill>
                            <a:srgbClr val="000000"/>
                          </a:solidFill>
                          <a:effectLst/>
                          <a:latin typeface="+mn-lt"/>
                        </a:rPr>
                        <a:t>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200" b="0" i="0" u="none" strike="noStrike" dirty="0">
                          <a:solidFill>
                            <a:srgbClr val="000000"/>
                          </a:solidFill>
                          <a:effectLst/>
                          <a:latin typeface="+mn-lt"/>
                        </a:rPr>
                        <a:t>Results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100" b="0" i="0" u="none" strike="noStrike" dirty="0">
                          <a:solidFill>
                            <a:srgbClr val="000000"/>
                          </a:solidFill>
                          <a:effectLst/>
                          <a:latin typeface="+mn-lt"/>
                        </a:rPr>
                        <a:t>Explain the results: accomplishments, recognition. Quantify results if possible.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4604234"/>
                  </a:ext>
                </a:extLst>
              </a:tr>
            </a:tbl>
          </a:graphicData>
        </a:graphic>
      </p:graphicFrame>
    </p:spTree>
    <p:extLst>
      <p:ext uri="{BB962C8B-B14F-4D97-AF65-F5344CB8AC3E}">
        <p14:creationId xmlns:p14="http://schemas.microsoft.com/office/powerpoint/2010/main" val="140450425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6763" y="297139"/>
            <a:ext cx="10658475" cy="541112"/>
          </a:xfrm>
          <a:prstGeom prst="rect">
            <a:avLst/>
          </a:prstGeom>
        </p:spPr>
        <p:txBody>
          <a:bodyPr/>
          <a:lstStyle/>
          <a:p>
            <a:r>
              <a:rPr lang="en-GB" dirty="0"/>
              <a:t>My FY2026 objectives</a:t>
            </a:r>
          </a:p>
        </p:txBody>
      </p:sp>
      <p:sp>
        <p:nvSpPr>
          <p:cNvPr id="2" name="Content Placeholder 1"/>
          <p:cNvSpPr>
            <a:spLocks noGrp="1"/>
          </p:cNvSpPr>
          <p:nvPr>
            <p:ph sz="quarter" idx="17"/>
          </p:nvPr>
        </p:nvSpPr>
        <p:spPr>
          <a:xfrm>
            <a:off x="766763" y="912359"/>
            <a:ext cx="10658475" cy="5121048"/>
          </a:xfrm>
          <a:prstGeom prst="rect">
            <a:avLst/>
          </a:prstGeom>
        </p:spPr>
        <p:txBody>
          <a:bodyPr/>
          <a:lstStyle/>
          <a:p>
            <a:r>
              <a:rPr lang="en-GB" sz="1600" dirty="0"/>
              <a:t>Please summarise your key objectives for the </a:t>
            </a:r>
            <a:r>
              <a:rPr lang="en-GB" sz="1600" b="1" dirty="0">
                <a:solidFill>
                  <a:srgbClr val="5236AB"/>
                </a:solidFill>
              </a:rPr>
              <a:t>current year </a:t>
            </a:r>
            <a:r>
              <a:rPr lang="en-GB" sz="1600" dirty="0"/>
              <a:t>(as they appear in Progressio). </a:t>
            </a:r>
          </a:p>
          <a:p>
            <a:r>
              <a:rPr lang="en-GB" sz="1600" dirty="0"/>
              <a:t>This is another opportunity to provide your evidence that you meet the criteria of the CLD and Generic Level Description.</a:t>
            </a:r>
          </a:p>
          <a:p>
            <a:endParaRPr lang="en-GB" sz="1600" dirty="0"/>
          </a:p>
          <a:p>
            <a:r>
              <a:rPr lang="en-GB" sz="1600" dirty="0"/>
              <a:t>When we talk about “key” objectives we mean the </a:t>
            </a:r>
            <a:r>
              <a:rPr lang="en-GB" sz="1600" b="1" dirty="0"/>
              <a:t>objectives that are specific to your project and you</a:t>
            </a:r>
            <a:r>
              <a:rPr lang="en-GB" sz="1600" dirty="0"/>
              <a:t>. </a:t>
            </a:r>
          </a:p>
          <a:p>
            <a:r>
              <a:rPr lang="en-GB" sz="1600" dirty="0"/>
              <a:t>Not the generic task objectives that may have filtered down, like billable utilisation targets.</a:t>
            </a:r>
          </a:p>
          <a:p>
            <a:endParaRPr lang="en-GB" sz="1600" dirty="0"/>
          </a:p>
          <a:p>
            <a:r>
              <a:rPr lang="en-GB" sz="1600" b="1" dirty="0"/>
              <a:t>Pick two or three objectives to focus on as presentation time is limited.</a:t>
            </a:r>
          </a:p>
          <a:p>
            <a:endParaRPr lang="en-GB" sz="1600" dirty="0"/>
          </a:p>
          <a:p>
            <a:r>
              <a:rPr lang="en-GB" sz="1600" dirty="0"/>
              <a:t>You should have some </a:t>
            </a:r>
            <a:r>
              <a:rPr lang="en-GB" sz="1600" b="1" dirty="0">
                <a:solidFill>
                  <a:srgbClr val="5236AB"/>
                </a:solidFill>
              </a:rPr>
              <a:t>stretch</a:t>
            </a:r>
            <a:r>
              <a:rPr lang="en-GB" sz="1600" b="1" dirty="0"/>
              <a:t> </a:t>
            </a:r>
            <a:r>
              <a:rPr lang="en-GB" sz="1600" dirty="0"/>
              <a:t>objectives, ones that show you have extended your capabilities and evidence your abilities and experience at the next Career Level. These should have enabled you to meet the criteria of the Generic Level Description and CLD because you have been working at the next Career Level for the past 6-12 months. </a:t>
            </a:r>
          </a:p>
          <a:p>
            <a:r>
              <a:rPr lang="en-GB" sz="1600" dirty="0"/>
              <a:t> </a:t>
            </a:r>
          </a:p>
          <a:p>
            <a:r>
              <a:rPr lang="en-GB" sz="1600" i="1" dirty="0"/>
              <a:t>You may wish to include feedback/comments from your clients, Leader, project manager, colleagues on the slide, </a:t>
            </a:r>
            <a:r>
              <a:rPr lang="en-GB" sz="1600" b="1" i="1" dirty="0"/>
              <a:t>the promotion panel will read this for themselves when they receive your presentation deck ahead of your promotion panel</a:t>
            </a:r>
            <a:r>
              <a:rPr lang="en-GB" sz="1600" i="1" dirty="0"/>
              <a:t> – so please </a:t>
            </a:r>
            <a:r>
              <a:rPr lang="en-GB" sz="1600" b="1" i="1" dirty="0"/>
              <a:t>do not read that feedback out </a:t>
            </a:r>
            <a:r>
              <a:rPr lang="en-GB" sz="1600" i="1" dirty="0"/>
              <a:t>– you have limited time so don’t miss out on the opportunity to provide as much narrative as you can. Don’t waste time telling the promotion panel what they can read!</a:t>
            </a:r>
          </a:p>
        </p:txBody>
      </p:sp>
    </p:spTree>
    <p:extLst>
      <p:ext uri="{BB962C8B-B14F-4D97-AF65-F5344CB8AC3E}">
        <p14:creationId xmlns:p14="http://schemas.microsoft.com/office/powerpoint/2010/main" val="148786031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7726" y="483220"/>
            <a:ext cx="5721156" cy="541112"/>
          </a:xfrm>
          <a:prstGeom prst="rect">
            <a:avLst/>
          </a:prstGeom>
        </p:spPr>
        <p:txBody>
          <a:bodyPr/>
          <a:lstStyle/>
          <a:p>
            <a:r>
              <a:rPr lang="en-GB" dirty="0"/>
              <a:t>My plans and ambition for the future</a:t>
            </a:r>
          </a:p>
        </p:txBody>
      </p:sp>
      <p:sp>
        <p:nvSpPr>
          <p:cNvPr id="2" name="Content Placeholder 1"/>
          <p:cNvSpPr>
            <a:spLocks noGrp="1"/>
          </p:cNvSpPr>
          <p:nvPr>
            <p:ph sz="quarter" idx="17"/>
          </p:nvPr>
        </p:nvSpPr>
        <p:spPr>
          <a:xfrm>
            <a:off x="607725" y="3000275"/>
            <a:ext cx="8495177" cy="2869684"/>
          </a:xfrm>
          <a:prstGeom prst="rect">
            <a:avLst/>
          </a:prstGeom>
        </p:spPr>
        <p:txBody>
          <a:bodyPr/>
          <a:lstStyle/>
          <a:p>
            <a:r>
              <a:rPr lang="en-GB" sz="1400" dirty="0">
                <a:latin typeface="+mj-lt"/>
              </a:rPr>
              <a:t>The promotion panel want to know this so they can understand what CGI can do to support you whilst meeting the needs of the business, and how </a:t>
            </a:r>
            <a:r>
              <a:rPr lang="en-GB" sz="1400" dirty="0"/>
              <a:t>we (your BU, your Director/Line Manager, your engagement  and you) can work together to maximise your potential.</a:t>
            </a:r>
          </a:p>
          <a:p>
            <a:endParaRPr lang="en-GB" sz="1400" dirty="0"/>
          </a:p>
          <a:p>
            <a:r>
              <a:rPr lang="en-GB" sz="1400" dirty="0"/>
              <a:t>You will have submitted your personal development plan (PDP) in advance of the promotion panel, so this is your </a:t>
            </a:r>
            <a:r>
              <a:rPr lang="en-GB" sz="1400" b="1" dirty="0"/>
              <a:t>opportunity to explain how this will help achieve your ambition/goals. Be specific </a:t>
            </a:r>
            <a:r>
              <a:rPr lang="en-GB" sz="1400" dirty="0"/>
              <a:t>– what support do you need, what opportunities do you need, taking into consideration the </a:t>
            </a:r>
            <a:r>
              <a:rPr lang="en-GB" sz="1400" dirty="0">
                <a:hlinkClick r:id="rId2"/>
              </a:rPr>
              <a:t>70/20/10 model </a:t>
            </a:r>
            <a:r>
              <a:rPr lang="en-GB" sz="1400" dirty="0"/>
              <a:t>of learning that we utilise</a:t>
            </a:r>
            <a:r>
              <a:rPr lang="en-GB" sz="1400" i="1" dirty="0"/>
              <a:t>. </a:t>
            </a:r>
          </a:p>
          <a:p>
            <a:endParaRPr lang="en-GB" sz="1400" i="1" dirty="0"/>
          </a:p>
          <a:p>
            <a:r>
              <a:rPr lang="en-GB" sz="1400" dirty="0"/>
              <a:t>The promotion panel will also want to hear about your leadership skills and potential – remember you don’t have to have a team to be a leader. You could naturally lead the team you are in by providing support to new joiners, Early Careers Partners, knowledge sharing or supporting your colleagues.</a:t>
            </a:r>
          </a:p>
          <a:p>
            <a:endParaRPr lang="en-GB" sz="1600" dirty="0"/>
          </a:p>
        </p:txBody>
      </p:sp>
      <p:pic>
        <p:nvPicPr>
          <p:cNvPr id="6" name="Espace réservé pour une image  6">
            <a:extLst>
              <a:ext uri="{FF2B5EF4-FFF2-40B4-BE49-F238E27FC236}">
                <a16:creationId xmlns:a16="http://schemas.microsoft.com/office/drawing/2014/main" id="{5314FD71-5C8E-3F41-B078-7C61B937956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533157" y="424492"/>
            <a:ext cx="5051117" cy="505111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pic>
      <p:sp>
        <p:nvSpPr>
          <p:cNvPr id="7" name="Content Placeholder 1"/>
          <p:cNvSpPr txBox="1">
            <a:spLocks/>
          </p:cNvSpPr>
          <p:nvPr/>
        </p:nvSpPr>
        <p:spPr>
          <a:xfrm>
            <a:off x="607725" y="1271918"/>
            <a:ext cx="5278746" cy="1409637"/>
          </a:xfrm>
          <a:prstGeom prst="rect">
            <a:avLst/>
          </a:prstGeom>
        </p:spPr>
        <p:txBody>
          <a:bodyPr lIns="0" tIns="0" rIns="0" bIns="0">
            <a:noAutofit/>
          </a:bodyPr>
          <a:lstStyle>
            <a:lvl1pPr marL="0" indent="0" algn="l" defTabSz="914400" rtl="0" eaLnBrk="1" latinLnBrk="0" hangingPunct="1">
              <a:spcBef>
                <a:spcPts val="500"/>
              </a:spcBef>
              <a:buClr>
                <a:schemeClr val="tx1"/>
              </a:buClr>
              <a:buSzPct val="110000"/>
              <a:buFont typeface="Arial" panose="020B0604020202020204" pitchFamily="34" charset="0"/>
              <a:buNone/>
              <a:defRPr sz="2000" kern="1200">
                <a:solidFill>
                  <a:schemeClr val="tx1"/>
                </a:solidFill>
                <a:latin typeface="Arial" pitchFamily="34" charset="0"/>
                <a:ea typeface="+mn-ea"/>
                <a:cs typeface="+mn-cs"/>
              </a:defRPr>
            </a:lvl1pPr>
            <a:lvl2pPr marL="263525" indent="-263525" algn="l" defTabSz="914400" rtl="0" eaLnBrk="1" latinLnBrk="0" hangingPunct="1">
              <a:spcBef>
                <a:spcPts val="500"/>
              </a:spcBef>
              <a:buClr>
                <a:schemeClr val="tx1"/>
              </a:buClr>
              <a:buSzPct val="110000"/>
              <a:buFont typeface="Arial" pitchFamily="34" charset="0"/>
              <a:buChar char="•"/>
              <a:defRPr sz="2000" kern="1200" baseline="0">
                <a:solidFill>
                  <a:schemeClr val="tx1"/>
                </a:solidFill>
                <a:latin typeface="Arial" pitchFamily="34" charset="0"/>
                <a:ea typeface="+mn-ea"/>
                <a:cs typeface="+mn-cs"/>
              </a:defRPr>
            </a:lvl2pPr>
            <a:lvl3pPr marL="536575" indent="-273050" algn="l" defTabSz="914400" rtl="0" eaLnBrk="1" latinLnBrk="0" hangingPunct="1">
              <a:spcBef>
                <a:spcPts val="500"/>
              </a:spcBef>
              <a:buClr>
                <a:schemeClr val="tx1"/>
              </a:buClr>
              <a:buSzPct val="100000"/>
              <a:buFont typeface="Calibri" panose="020F0502020204030204" pitchFamily="34" charset="0"/>
              <a:buChar char="–"/>
              <a:defRPr sz="1800" kern="1200">
                <a:solidFill>
                  <a:schemeClr val="tx1"/>
                </a:solidFill>
                <a:latin typeface="Arial" pitchFamily="34" charset="0"/>
                <a:ea typeface="+mn-ea"/>
                <a:cs typeface="+mn-cs"/>
              </a:defRPr>
            </a:lvl3pPr>
            <a:lvl4pPr marL="811213" indent="-274638" algn="l" defTabSz="914400" rtl="0" eaLnBrk="1" latinLnBrk="0" hangingPunct="1">
              <a:spcBef>
                <a:spcPts val="500"/>
              </a:spcBef>
              <a:buClr>
                <a:schemeClr val="tx1"/>
              </a:buClr>
              <a:buSzPct val="110000"/>
              <a:buFont typeface="Wingdings" pitchFamily="2" charset="2"/>
              <a:buChar char="§"/>
              <a:defRPr sz="1600" kern="1200">
                <a:solidFill>
                  <a:schemeClr val="tx1"/>
                </a:solidFill>
                <a:latin typeface="Arial" pitchFamily="34" charset="0"/>
                <a:ea typeface="+mn-ea"/>
                <a:cs typeface="+mn-cs"/>
              </a:defRPr>
            </a:lvl4pPr>
            <a:lvl5pPr marL="1074738" indent="-263525" algn="l" defTabSz="914400" rtl="0" eaLnBrk="1" latinLnBrk="0" hangingPunct="1">
              <a:spcBef>
                <a:spcPts val="500"/>
              </a:spcBef>
              <a:buClr>
                <a:schemeClr val="tx1"/>
              </a:buClr>
              <a:buSzPct val="110000"/>
              <a:buFont typeface="Courier New" panose="02070309020205020404" pitchFamily="49" charset="0"/>
              <a:buChar char="o"/>
              <a:defRPr sz="1400" kern="1200">
                <a:solidFill>
                  <a:schemeClr val="tx1"/>
                </a:solidFill>
                <a:latin typeface="Arial" pitchFamily="34" charset="0"/>
                <a:ea typeface="+mn-ea"/>
                <a:cs typeface="+mn-cs"/>
              </a:defRPr>
            </a:lvl5pPr>
            <a:lvl6pPr marL="1136650" indent="-215900" algn="l" defTabSz="914400" rtl="0" eaLnBrk="1" latinLnBrk="0" hangingPunct="1">
              <a:spcBef>
                <a:spcPts val="500"/>
              </a:spcBef>
              <a:buClr>
                <a:schemeClr val="accent1"/>
              </a:buClr>
              <a:buFont typeface="Verdana" pitchFamily="34" charset="0"/>
              <a:buChar char="•"/>
              <a:defRPr sz="1400" kern="1200" baseline="0">
                <a:solidFill>
                  <a:schemeClr val="tx1"/>
                </a:solidFill>
                <a:latin typeface="+mn-lt"/>
                <a:ea typeface="+mn-ea"/>
                <a:cs typeface="+mn-cs"/>
              </a:defRPr>
            </a:lvl6pPr>
            <a:lvl7pPr marL="1343025" indent="-228600" algn="l" defTabSz="914400" rtl="0" eaLnBrk="1" latinLnBrk="0" hangingPunct="1">
              <a:spcBef>
                <a:spcPts val="500"/>
              </a:spcBef>
              <a:buClr>
                <a:schemeClr val="tx1">
                  <a:lumMod val="60000"/>
                  <a:lumOff val="40000"/>
                </a:schemeClr>
              </a:buClr>
              <a:buFont typeface="Verdana" pitchFamily="34" charset="0"/>
              <a:buChar char="•"/>
              <a:defRPr sz="1400" kern="1200" baseline="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400" dirty="0"/>
              <a:t>Use this slide to tell the promotion panel:</a:t>
            </a:r>
          </a:p>
          <a:p>
            <a:pPr marL="295375" indent="-342900">
              <a:buFont typeface="Arial" panose="020B0604020202020204" pitchFamily="34" charset="0"/>
              <a:buChar char="•"/>
            </a:pPr>
            <a:r>
              <a:rPr lang="en-GB" sz="1400" dirty="0"/>
              <a:t>about your career goals and how your plan to achieve them </a:t>
            </a:r>
          </a:p>
          <a:p>
            <a:pPr marL="558900" lvl="1" indent="-342900"/>
            <a:r>
              <a:rPr lang="en-GB" sz="1400" dirty="0"/>
              <a:t>short term (1-to-2-year plan approximately)</a:t>
            </a:r>
          </a:p>
          <a:p>
            <a:pPr marL="558900" lvl="1" indent="-342900"/>
            <a:r>
              <a:rPr lang="en-GB" sz="1400" dirty="0"/>
              <a:t>longer term (3-to-5-year plan approximately)</a:t>
            </a:r>
          </a:p>
          <a:p>
            <a:pPr marL="295375" indent="-342900">
              <a:buFont typeface="Arial" panose="020B0604020202020204" pitchFamily="34" charset="0"/>
              <a:buChar char="•"/>
            </a:pPr>
            <a:r>
              <a:rPr lang="en-GB" sz="1400" dirty="0"/>
              <a:t>the support and development you need from CGI</a:t>
            </a:r>
          </a:p>
          <a:p>
            <a:endParaRPr lang="en-GB" sz="1600" dirty="0"/>
          </a:p>
        </p:txBody>
      </p:sp>
      <p:sp>
        <p:nvSpPr>
          <p:cNvPr id="3" name="TextBox 2"/>
          <p:cNvSpPr txBox="1"/>
          <p:nvPr/>
        </p:nvSpPr>
        <p:spPr>
          <a:xfrm>
            <a:off x="350981" y="1172154"/>
            <a:ext cx="5551055" cy="591386"/>
          </a:xfrm>
          <a:prstGeom prst="rect">
            <a:avLst/>
          </a:prstGeom>
        </p:spPr>
        <p:txBody>
          <a:bodyPr vert="horz" wrap="square" lIns="0" tIns="0" rIns="0" bIns="0" rtlCol="0" anchor="t" anchorCtr="0">
            <a:noAutofit/>
          </a:bodyPr>
          <a:lstStyle/>
          <a:p>
            <a:pPr algn="l"/>
            <a:endParaRPr lang="en-GB" sz="1600" b="1" i="1" dirty="0">
              <a:latin typeface="Arial" pitchFamily="34" charset="0"/>
            </a:endParaRPr>
          </a:p>
        </p:txBody>
      </p:sp>
    </p:spTree>
    <p:extLst>
      <p:ext uri="{BB962C8B-B14F-4D97-AF65-F5344CB8AC3E}">
        <p14:creationId xmlns:p14="http://schemas.microsoft.com/office/powerpoint/2010/main" val="28498725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6762" y="95033"/>
            <a:ext cx="10658475" cy="541112"/>
          </a:xfrm>
          <a:prstGeom prst="rect">
            <a:avLst/>
          </a:prstGeom>
        </p:spPr>
        <p:txBody>
          <a:bodyPr>
            <a:normAutofit/>
          </a:bodyPr>
          <a:lstStyle/>
          <a:p>
            <a:r>
              <a:rPr lang="en-GB" dirty="0"/>
              <a:t>Building the business</a:t>
            </a:r>
          </a:p>
        </p:txBody>
      </p:sp>
      <p:sp>
        <p:nvSpPr>
          <p:cNvPr id="2" name="Content Placeholder 1"/>
          <p:cNvSpPr>
            <a:spLocks noGrp="1"/>
          </p:cNvSpPr>
          <p:nvPr>
            <p:ph sz="quarter" idx="17"/>
          </p:nvPr>
        </p:nvSpPr>
        <p:spPr>
          <a:xfrm>
            <a:off x="766762" y="750196"/>
            <a:ext cx="10658475" cy="5357607"/>
          </a:xfrm>
          <a:prstGeom prst="rect">
            <a:avLst/>
          </a:prstGeom>
        </p:spPr>
        <p:txBody>
          <a:bodyPr/>
          <a:lstStyle/>
          <a:p>
            <a:r>
              <a:rPr lang="en-GB" sz="1600" b="1" dirty="0"/>
              <a:t>ONLY use this slide if you are seeking promotion </a:t>
            </a:r>
          </a:p>
          <a:p>
            <a:r>
              <a:rPr lang="en-GB" sz="1600" b="1" dirty="0"/>
              <a:t>to Career Level 4 and above. If you are seeking</a:t>
            </a:r>
          </a:p>
          <a:p>
            <a:r>
              <a:rPr lang="en-GB" sz="1600" b="1" dirty="0"/>
              <a:t>promotion to Career level 2 or 3, you do not need</a:t>
            </a:r>
          </a:p>
          <a:p>
            <a:r>
              <a:rPr lang="en-GB" sz="1600" b="1" dirty="0"/>
              <a:t>to do this slide.</a:t>
            </a:r>
          </a:p>
          <a:p>
            <a:endParaRPr lang="en-GB" sz="1600" dirty="0"/>
          </a:p>
          <a:p>
            <a:r>
              <a:rPr lang="en-GB" sz="1600" dirty="0"/>
              <a:t>Use this slide to </a:t>
            </a:r>
          </a:p>
          <a:p>
            <a:pPr marL="285750" indent="-285750">
              <a:buFont typeface="Arial" panose="020B0604020202020204" pitchFamily="34" charset="0"/>
              <a:buChar char="•"/>
            </a:pPr>
            <a:r>
              <a:rPr lang="en-GB" sz="1600" dirty="0"/>
              <a:t>share an example of best practice </a:t>
            </a:r>
          </a:p>
          <a:p>
            <a:r>
              <a:rPr lang="en-GB" sz="1600" dirty="0"/>
              <a:t>OR</a:t>
            </a:r>
          </a:p>
          <a:p>
            <a:pPr marL="285750" indent="-285750">
              <a:buFont typeface="Arial" panose="020B0604020202020204" pitchFamily="34" charset="0"/>
              <a:buChar char="•"/>
            </a:pPr>
            <a:r>
              <a:rPr lang="en-GB" sz="1600" dirty="0"/>
              <a:t>present an idea for business improvement</a:t>
            </a:r>
          </a:p>
          <a:p>
            <a:endParaRPr lang="en-GB" sz="1600" dirty="0"/>
          </a:p>
          <a:p>
            <a:r>
              <a:rPr lang="en-GB" sz="1600" dirty="0"/>
              <a:t>Be as creative as you like…  </a:t>
            </a:r>
          </a:p>
          <a:p>
            <a:endParaRPr lang="en-GB" sz="1600" dirty="0"/>
          </a:p>
          <a:p>
            <a:r>
              <a:rPr lang="en-GB" sz="1600" dirty="0"/>
              <a:t>But remember:</a:t>
            </a:r>
          </a:p>
          <a:p>
            <a:pPr lvl="1"/>
            <a:r>
              <a:rPr lang="en-GB" sz="1600" dirty="0"/>
              <a:t>You don’t have a lot of time ….</a:t>
            </a:r>
          </a:p>
          <a:p>
            <a:pPr lvl="1"/>
            <a:r>
              <a:rPr lang="en-GB" sz="1600" dirty="0"/>
              <a:t>The promotion panel will be looking for </a:t>
            </a:r>
            <a:r>
              <a:rPr lang="en-GB" sz="1600" b="1" dirty="0"/>
              <a:t>realistic</a:t>
            </a:r>
            <a:r>
              <a:rPr lang="en-GB" sz="1600" dirty="0"/>
              <a:t> and </a:t>
            </a:r>
            <a:r>
              <a:rPr lang="en-GB" sz="1600" b="1" dirty="0"/>
              <a:t>feasible</a:t>
            </a:r>
            <a:r>
              <a:rPr lang="en-GB" sz="1600" dirty="0"/>
              <a:t> ideas that will help our CGI Partners and our business.</a:t>
            </a:r>
          </a:p>
          <a:p>
            <a:pPr lvl="1"/>
            <a:r>
              <a:rPr lang="en-GB" sz="1600" dirty="0"/>
              <a:t>The promotion panel will be looking for an explanation of the idea and what next steps you would suggest. </a:t>
            </a:r>
          </a:p>
          <a:p>
            <a:pPr lvl="1"/>
            <a:r>
              <a:rPr lang="en-GB" sz="1600" dirty="0"/>
              <a:t>If you have a sponsor in mind to take your building the business idea forward, please brief them so we can move forward quickly, if it is decided to implement </a:t>
            </a:r>
            <a:r>
              <a:rPr lang="en-GB" sz="1600"/>
              <a:t>your idea.</a:t>
            </a:r>
            <a:endParaRPr lang="en-GB" sz="1600" dirty="0"/>
          </a:p>
          <a:p>
            <a:pPr marL="0" lvl="1" indent="0">
              <a:buNone/>
            </a:pPr>
            <a:endParaRPr lang="en-GB" sz="1600" i="1" dirty="0"/>
          </a:p>
          <a:p>
            <a:pPr marL="0" lvl="1" indent="0">
              <a:buNone/>
            </a:pPr>
            <a:endParaRPr lang="en-GB" sz="1600" i="1" dirty="0"/>
          </a:p>
          <a:p>
            <a:pPr lvl="1"/>
            <a:endParaRPr lang="en-GB" sz="1600" i="1" dirty="0"/>
          </a:p>
          <a:p>
            <a:endParaRPr lang="en-GB" sz="1600" i="1" dirty="0"/>
          </a:p>
          <a:p>
            <a:endParaRPr lang="en-GB" sz="1600" i="1"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18052" y="365589"/>
            <a:ext cx="6052625" cy="4045071"/>
          </a:xfrm>
          <a:prstGeom prst="rect">
            <a:avLst/>
          </a:prstGeom>
        </p:spPr>
      </p:pic>
    </p:spTree>
    <p:extLst>
      <p:ext uri="{BB962C8B-B14F-4D97-AF65-F5344CB8AC3E}">
        <p14:creationId xmlns:p14="http://schemas.microsoft.com/office/powerpoint/2010/main" val="204041058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heme/theme1.xml><?xml version="1.0" encoding="utf-8"?>
<a:theme xmlns:a="http://schemas.openxmlformats.org/drawingml/2006/main" name="CGI Slide Master">
  <a:themeElements>
    <a:clrScheme name="CGI">
      <a:dk1>
        <a:sysClr val="windowText" lastClr="000000"/>
      </a:dk1>
      <a:lt1>
        <a:sysClr val="window" lastClr="FFFFFF"/>
      </a:lt1>
      <a:dk2>
        <a:srgbClr val="200A58"/>
      </a:dk2>
      <a:lt2>
        <a:srgbClr val="EEEEEE"/>
      </a:lt2>
      <a:accent1>
        <a:srgbClr val="5236AB"/>
      </a:accent1>
      <a:accent2>
        <a:srgbClr val="9E83F5"/>
      </a:accent2>
      <a:accent3>
        <a:srgbClr val="CBC3E6"/>
      </a:accent3>
      <a:accent4>
        <a:srgbClr val="E31937"/>
      </a:accent4>
      <a:accent5>
        <a:srgbClr val="991F3D"/>
      </a:accent5>
      <a:accent6>
        <a:srgbClr val="650A21"/>
      </a:accent6>
      <a:hlink>
        <a:srgbClr val="5236AB"/>
      </a:hlink>
      <a:folHlink>
        <a:srgbClr val="5236AB"/>
      </a:folHlink>
    </a:clrScheme>
    <a:fontScheme name="CGI Font theme">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CGI Purple (R82 G54 B171)">
      <a:srgbClr val="5236AB"/>
    </a:custClr>
    <a:custClr name="Blank">
      <a:srgbClr val="FFFFFF"/>
    </a:custClr>
    <a:custClr name="Charts and diagrams - Purple 1 (R32 G10 B88)">
      <a:srgbClr val="200A58"/>
    </a:custClr>
    <a:custClr name="Charts and diagrams - Purple 2 (R82 G54 B171)">
      <a:srgbClr val="5236AB"/>
    </a:custClr>
    <a:custClr name="Charts and diagrams - Purple 3 (R110 G63 B237)">
      <a:srgbClr val="6E3FED"/>
    </a:custClr>
    <a:custClr name="Charts and diagrams - Purple 4 (R158 G131 B245)">
      <a:srgbClr val="9E83F5"/>
    </a:custClr>
    <a:custClr name="Charts and diagrams - Purple 5 (R191 G181 B249)">
      <a:srgbClr val="BFB5F9"/>
    </a:custClr>
    <a:custClr name="Charts and diagrams - Purple 6 (R203 G195 B230)">
      <a:srgbClr val="CBC3E6"/>
    </a:custClr>
    <a:custClr name="Charts and diagrams - Purple 7 (R230 G227 B243)">
      <a:srgbClr val="E6E3F3"/>
    </a:custClr>
    <a:custClr name="Blank">
      <a:srgbClr val="FFFFFF"/>
    </a:custClr>
    <a:custClr name="CGI Red (R227 G25 B55)">
      <a:srgbClr val="E31937"/>
    </a:custClr>
    <a:custClr name="Blank">
      <a:srgbClr val="FFFFFF"/>
    </a:custClr>
    <a:custClr name="Charts and diagrams - Red 1 (R101 G10 B33)">
      <a:srgbClr val="650A21"/>
    </a:custClr>
    <a:custClr name="Charts and diagrams - Red 2 (R153 G31 61)">
      <a:srgbClr val="991F3D"/>
    </a:custClr>
    <a:custClr name="Charts and diagrams - Red 3 (R227 G25 B55)">
      <a:srgbClr val="E31937"/>
    </a:custClr>
    <a:custClr name="Charts and diagrams - Red 4 (R255 G106 B0)">
      <a:srgbClr val="FF6A00"/>
    </a:custClr>
    <a:custClr name="Charts and diagrams - Red 5 (R255 G115 B98)">
      <a:srgbClr val="FF7362"/>
    </a:custClr>
    <a:custClr name="Charts and diagrams - Red 6 (R255 G151 B138)">
      <a:srgbClr val="FF978A"/>
    </a:custClr>
    <a:custClr name="Charts and diagrams - Red 7 (R255 G205 B210)">
      <a:srgbClr val="FFCDD2"/>
    </a:custClr>
    <a:custClr name="Blank">
      <a:srgbClr val="FFFFFF"/>
    </a:custClr>
    <a:custClr name="CGI Black (R0 G0 B0)">
      <a:srgbClr val="000000"/>
    </a:custClr>
    <a:custClr name="Blank">
      <a:srgbClr val="FFFFFF"/>
    </a:custClr>
    <a:custClr name="Charts and diagrams - Black 1 (R0 G0 B0)">
      <a:srgbClr val="000000"/>
    </a:custClr>
    <a:custClr name="Charts and diagrams - Black 2 (R51 G51 B51)">
      <a:srgbClr val="333333"/>
    </a:custClr>
    <a:custClr name="Charts and diagrams - Black 3 (R85 G85 B85)">
      <a:srgbClr val="555555"/>
    </a:custClr>
    <a:custClr name="Charts and diagrams - Black 4 (R119 G119 B119)">
      <a:srgbClr val="777777"/>
    </a:custClr>
    <a:custClr name="Charts and diagrams - Black 5 (R153 G153 B153)">
      <a:srgbClr val="999999"/>
    </a:custClr>
    <a:custClr name="Charts and diagrams - Black 6 (R204 G204 B204)">
      <a:srgbClr val="CCCCCC"/>
    </a:custClr>
    <a:custClr name="Charts and diagrams - Black 7 (R238 G238 B238)">
      <a:srgbClr val="EEEEEE"/>
    </a:custClr>
    <a:custClr name="Blank">
      <a:srgbClr val="FFFFFF"/>
    </a:custClr>
    <a:custClr name="Blank">
      <a:srgbClr val="FFFFFF"/>
    </a:custClr>
    <a:custClr name="Blank">
      <a:srgbClr val="FFFFFF"/>
    </a:custClr>
    <a:custClr name="Blank">
      <a:srgbClr val="FFFFFF"/>
    </a:custClr>
    <a:custClr name="Charts and diagrams - Magenta 1 (R126 G27 B76)">
      <a:srgbClr val="7E1B4C"/>
    </a:custClr>
    <a:custClr name="Charts and diagrams - Magenta 2 (R168 G36 B101)">
      <a:srgbClr val="A82465"/>
    </a:custClr>
    <a:custClr name="Charts and diagrams - Magenta 3 (R203 G124 B163)">
      <a:srgbClr val="CB7CA3"/>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reen - For data reporting only. See color guidelines on Brand Source before using.">
      <a:srgbClr val="128354"/>
    </a:custClr>
    <a:custClr name="Yellow - For data reporting only. See color guidelines on Brand Source before using.">
      <a:srgbClr val="F1A425"/>
    </a:custClr>
    <a:custClr name="Red - For data reporting only. This is not CGI Red. See color guidelines on Brand Source before using.">
      <a:srgbClr val="B00020"/>
    </a:custClr>
  </a:custClrLst>
  <a:extLst>
    <a:ext uri="{05A4C25C-085E-4340-85A3-A5531E510DB2}">
      <thm15:themeFamily xmlns:thm15="http://schemas.microsoft.com/office/thememl/2012/main" name="EN-CGI-Timesaver-template" id="{741B5823-7501-3840-BDB3-8756239556E1}" vid="{FDA6F88A-3AC0-4847-B2E9-010378E5CA3B}"/>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documentManagement>
    <Description0 xmlns="bb664903-8c70-46e4-8c02-117bc55ec890">Updated for FY26. Panel changed to promotion panel.</Description0>
    <IconOverlay xmlns="http://schemas.microsoft.com/sharepoint/v4" xsi:nil="true"/>
    <Status xmlns="bb664903-8c70-46e4-8c02-117bc55ec890">Key</Status>
    <Display_x0020_order xmlns="bb664903-8c70-46e4-8c02-117bc55ec890">1</Display_x0020_order>
    <SharedWithUsers xmlns="6aadf939-e180-44bf-91b0-626cde160b00">
      <UserInfo>
        <DisplayName>Fruebing, Sandra</DisplayName>
        <AccountId>9118</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08BB1B57F9DFFA43978AD0479B86F0C6" ma:contentTypeVersion="13" ma:contentTypeDescription="Create a new document." ma:contentTypeScope="" ma:versionID="07dcc4ddf58973ca327903beaf21325c">
  <xsd:schema xmlns:xsd="http://www.w3.org/2001/XMLSchema" xmlns:xs="http://www.w3.org/2001/XMLSchema" xmlns:p="http://schemas.microsoft.com/office/2006/metadata/properties" xmlns:ns2="bb664903-8c70-46e4-8c02-117bc55ec890" xmlns:ns3="6aadf939-e180-44bf-91b0-626cde160b00" xmlns:ns4="http://schemas.microsoft.com/sharepoint/v4" targetNamespace="http://schemas.microsoft.com/office/2006/metadata/properties" ma:root="true" ma:fieldsID="9f27fe6a148a21eec049f16b78c0c582" ns2:_="" ns3:_="" ns4:_="">
    <xsd:import namespace="bb664903-8c70-46e4-8c02-117bc55ec890"/>
    <xsd:import namespace="6aadf939-e180-44bf-91b0-626cde160b00"/>
    <xsd:import namespace="http://schemas.microsoft.com/sharepoint/v4"/>
    <xsd:element name="properties">
      <xsd:complexType>
        <xsd:sequence>
          <xsd:element name="documentManagement">
            <xsd:complexType>
              <xsd:all>
                <xsd:element ref="ns2:Status" minOccurs="0"/>
                <xsd:element ref="ns3:SharedWithUsers" minOccurs="0"/>
                <xsd:element ref="ns4:IconOverlay" minOccurs="0"/>
                <xsd:element ref="ns2:Description0" minOccurs="0"/>
                <xsd:element ref="ns2:Display_x0020_or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664903-8c70-46e4-8c02-117bc55ec890" elementFormDefault="qualified">
    <xsd:import namespace="http://schemas.microsoft.com/office/2006/documentManagement/types"/>
    <xsd:import namespace="http://schemas.microsoft.com/office/infopath/2007/PartnerControls"/>
    <xsd:element name="Status" ma:index="8" nillable="true" ma:displayName="Status" ma:default="Active" ma:format="Dropdown" ma:internalName="Status" ma:readOnly="false">
      <xsd:simpleType>
        <xsd:restriction base="dms:Choice">
          <xsd:enumeration value="Active"/>
          <xsd:enumeration value="Key"/>
          <xsd:enumeration value="Supporting"/>
          <xsd:enumeration value="Panel"/>
        </xsd:restriction>
      </xsd:simpleType>
    </xsd:element>
    <xsd:element name="Description0" ma:index="11" nillable="true" ma:displayName="Description" ma:internalName="Description0">
      <xsd:simpleType>
        <xsd:restriction base="dms:Note">
          <xsd:maxLength value="255"/>
        </xsd:restriction>
      </xsd:simpleType>
    </xsd:element>
    <xsd:element name="Display_x0020_order" ma:index="12" nillable="true" ma:displayName="Display order" ma:internalName="Display_x0020_order">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6aadf939-e180-44bf-91b0-626cde160b00" elementFormDefault="qualified">
    <xsd:import namespace="http://schemas.microsoft.com/office/2006/documentManagement/types"/>
    <xsd:import namespace="http://schemas.microsoft.com/office/infopath/2007/PartnerControls"/>
    <xsd:element name="SharedWithUsers" ma:index="9"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0" nillable="true" ma:displayName="IconOverlay" ma:hidden="true" ma:internalName="IconOverlay"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4C4F6A-F6A5-45C8-BAAA-52FB70E387C7}">
  <ds:schemaRefs>
    <ds:schemaRef ds:uri="http://www.w3.org/XML/1998/namespace"/>
    <ds:schemaRef ds:uri="http://purl.org/dc/terms/"/>
    <ds:schemaRef ds:uri="6aadf939-e180-44bf-91b0-626cde160b00"/>
    <ds:schemaRef ds:uri="http://schemas.microsoft.com/office/2006/metadata/properties"/>
    <ds:schemaRef ds:uri="http://purl.org/dc/dcmitype/"/>
    <ds:schemaRef ds:uri="http://purl.org/dc/elements/1.1/"/>
    <ds:schemaRef ds:uri="http://schemas.microsoft.com/office/2006/documentManagement/types"/>
    <ds:schemaRef ds:uri="bb664903-8c70-46e4-8c02-117bc55ec890"/>
    <ds:schemaRef ds:uri="http://schemas.openxmlformats.org/package/2006/metadata/core-properties"/>
    <ds:schemaRef ds:uri="http://schemas.microsoft.com/office/infopath/2007/PartnerControls"/>
    <ds:schemaRef ds:uri="http://schemas.microsoft.com/sharepoint/v4"/>
  </ds:schemaRefs>
</ds:datastoreItem>
</file>

<file path=customXml/itemProps2.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3.xml><?xml version="1.0" encoding="utf-8"?>
<ds:datastoreItem xmlns:ds="http://schemas.openxmlformats.org/officeDocument/2006/customXml" ds:itemID="{C5C66F41-1276-424E-89AF-1157582F98F8}">
  <ds:schemaRefs>
    <ds:schemaRef ds:uri="http://schemas.microsoft.com/sharepoint/events"/>
  </ds:schemaRefs>
</ds:datastoreItem>
</file>

<file path=customXml/itemProps4.xml><?xml version="1.0" encoding="utf-8"?>
<ds:datastoreItem xmlns:ds="http://schemas.openxmlformats.org/officeDocument/2006/customXml" ds:itemID="{47AD3ECB-5041-4D7A-8308-A3A7755D10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b664903-8c70-46e4-8c02-117bc55ec890"/>
    <ds:schemaRef ds:uri="6aadf939-e180-44bf-91b0-626cde160b00"/>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af293e6-3850-4258-b2c7-0aa0e3bfa7d9}" enabled="1" method="Privileged" siteId="{b9fec68c-c92d-461e-9a97-3d03a0f18b82}" contentBits="3" removed="0"/>
</clbl:labelList>
</file>

<file path=docProps/app.xml><?xml version="1.0" encoding="utf-8"?>
<Properties xmlns="http://schemas.openxmlformats.org/officeDocument/2006/extended-properties" xmlns:vt="http://schemas.openxmlformats.org/officeDocument/2006/docPropsVTypes">
  <Template>EN-CGI-Timesaver-template</Template>
  <TotalTime>305</TotalTime>
  <Words>1782</Words>
  <Application>Microsoft Office PowerPoint</Application>
  <PresentationFormat>Widescreen</PresentationFormat>
  <Paragraphs>162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Courier New</vt:lpstr>
      <vt:lpstr>Verdana</vt:lpstr>
      <vt:lpstr>Wingdings</vt:lpstr>
      <vt:lpstr>CGI Slide Master</vt:lpstr>
      <vt:lpstr>Career Framework Promotion  Panel Presentation Template</vt:lpstr>
      <vt:lpstr>How to prepare for your Promotion Presentation (1)</vt:lpstr>
      <vt:lpstr>How to prepare for your Promotion Presentation (2)</vt:lpstr>
      <vt:lpstr>About me...</vt:lpstr>
      <vt:lpstr>My network</vt:lpstr>
      <vt:lpstr>My key achievements</vt:lpstr>
      <vt:lpstr>My FY2026 objectives</vt:lpstr>
      <vt:lpstr>My plans and ambition for the future</vt:lpstr>
      <vt:lpstr>Building the business</vt:lpstr>
    </vt:vector>
  </TitlesOfParts>
  <Manager>cgi.brand.crp@cgi.com</Manager>
  <Company>CGI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 Framework Promotion  Panel Presentation Template</dc:title>
  <dc:subject/>
  <dc:creator>Kingston, Rebekah</dc:creator>
  <cp:keywords>CGI, PowerPoint, template, brand, CGI</cp:keywords>
  <dc:description/>
  <cp:lastModifiedBy>Singh, Harmeet</cp:lastModifiedBy>
  <cp:revision>10</cp:revision>
  <dcterms:created xsi:type="dcterms:W3CDTF">2024-01-11T14:40:28Z</dcterms:created>
  <dcterms:modified xsi:type="dcterms:W3CDTF">2025-12-04T23:00:37Z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0x01010008BB1B57F9DFFA43978AD0479B86F0C6</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ClassificationContentMarkingFooterLocations">
    <vt:lpwstr>Title and agenda slide layouts:8\Content slide layouts:8\CV/Resume and team slide layouts:6\Content highlight or quote slides:6\New section cover slides:7\Closing slide layouts:6</vt:lpwstr>
  </property>
  <property fmtid="{D5CDD505-2E9C-101B-9397-08002B2CF9AE}" pid="16" name="ClassificationContentMarkingFooterText">
    <vt:lpwstr>Internal</vt:lpwstr>
  </property>
  <property fmtid="{D5CDD505-2E9C-101B-9397-08002B2CF9AE}" pid="17" name="_ExtendedDescription">
    <vt:lpwstr>Access hundreds of pre-designed slides with editable tables, charts, graphics, and more. Simply edit, then copy and paste into your presentations, proposals, marketing materials, and more. This saves time and effort while ensuring a professional, consistent, and distinctive brand experience.</vt:lpwstr>
  </property>
  <property fmtid="{D5CDD505-2E9C-101B-9397-08002B2CF9AE}" pid="18" name="MSIP_Label_6be7ebee-5b98-4973-86ef-ae3752ea54e7_SetDate">
    <vt:lpwstr>2021-01-25T16:04:05Z</vt:lpwstr>
  </property>
  <property fmtid="{D5CDD505-2E9C-101B-9397-08002B2CF9AE}" pid="19" name="MSIP_Label_6be7ebee-5b98-4973-86ef-ae3752ea54e7_ContentBits">
    <vt:lpwstr>0</vt:lpwstr>
  </property>
  <property fmtid="{D5CDD505-2E9C-101B-9397-08002B2CF9AE}" pid="20" name="MSIP_Label_6be7ebee-5b98-4973-86ef-ae3752ea54e7_ActionId">
    <vt:lpwstr>4ccbd5ff-521e-47b9-85d8-4425918f686d</vt:lpwstr>
  </property>
  <property fmtid="{D5CDD505-2E9C-101B-9397-08002B2CF9AE}" pid="21" name="MSIP_Label_6be7ebee-5b98-4973-86ef-ae3752ea54e7_Name">
    <vt:lpwstr>Customer Classification</vt:lpwstr>
  </property>
  <property fmtid="{D5CDD505-2E9C-101B-9397-08002B2CF9AE}" pid="22" name="Audience">
    <vt:lpwstr>;#All Members;#</vt:lpwstr>
  </property>
  <property fmtid="{D5CDD505-2E9C-101B-9397-08002B2CF9AE}" pid="23" name="MSIP_Label_6be7ebee-5b98-4973-86ef-ae3752ea54e7_Enabled">
    <vt:lpwstr>true</vt:lpwstr>
  </property>
  <property fmtid="{D5CDD505-2E9C-101B-9397-08002B2CF9AE}" pid="24" name="MSIP_Label_6be7ebee-5b98-4973-86ef-ae3752ea54e7_Method">
    <vt:lpwstr>Privileged</vt:lpwstr>
  </property>
  <property fmtid="{D5CDD505-2E9C-101B-9397-08002B2CF9AE}" pid="25" name="MSIP_Label_6be7ebee-5b98-4973-86ef-ae3752ea54e7_SiteId">
    <vt:lpwstr>b9fec68c-c92d-461e-9a97-3d03a0f18b82</vt:lpwstr>
  </property>
</Properties>
</file>